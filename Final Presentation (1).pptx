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9.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0.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1.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3.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4.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6" r:id="rId2"/>
    <p:sldId id="268" r:id="rId3"/>
    <p:sldId id="260" r:id="rId4"/>
    <p:sldId id="261" r:id="rId5"/>
    <p:sldId id="266" r:id="rId6"/>
    <p:sldId id="285" r:id="rId7"/>
    <p:sldId id="272" r:id="rId8"/>
    <p:sldId id="275" r:id="rId9"/>
    <p:sldId id="287" r:id="rId10"/>
    <p:sldId id="289" r:id="rId11"/>
    <p:sldId id="263" r:id="rId12"/>
    <p:sldId id="288" r:id="rId13"/>
    <p:sldId id="280" r:id="rId14"/>
    <p:sldId id="28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ACB1AA-EC6B-4AC5-B090-2540CAEA26B6}" v="386" dt="2025-11-19T05:11:57.2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898" autoAdjust="0"/>
    <p:restoredTop sz="72727" autoAdjust="0"/>
  </p:normalViewPr>
  <p:slideViewPr>
    <p:cSldViewPr snapToGrid="0">
      <p:cViewPr varScale="1">
        <p:scale>
          <a:sx n="69" d="100"/>
          <a:sy n="69" d="100"/>
        </p:scale>
        <p:origin x="638" y="72"/>
      </p:cViewPr>
      <p:guideLst/>
    </p:cSldViewPr>
  </p:slideViewPr>
  <p:notesTextViewPr>
    <p:cViewPr>
      <p:scale>
        <a:sx n="3" d="2"/>
        <a:sy n="3" d="2"/>
      </p:scale>
      <p:origin x="0" y="-2726"/>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e Byeon" userId="da86aa136efe2808" providerId="LiveId" clId="{BF2205AF-F266-4157-874C-FDEBC0488368}"/>
    <pc:docChg chg="undo redo custSel addSld delSld modSld sldOrd">
      <pc:chgData name="Sue Byeon" userId="da86aa136efe2808" providerId="LiveId" clId="{BF2205AF-F266-4157-874C-FDEBC0488368}" dt="2025-11-19T05:12:39.997" v="16847" actId="20577"/>
      <pc:docMkLst>
        <pc:docMk/>
      </pc:docMkLst>
      <pc:sldChg chg="modSp mod modNotesTx">
        <pc:chgData name="Sue Byeon" userId="da86aa136efe2808" providerId="LiveId" clId="{BF2205AF-F266-4157-874C-FDEBC0488368}" dt="2025-11-16T04:23:45.840" v="8795" actId="20577"/>
        <pc:sldMkLst>
          <pc:docMk/>
          <pc:sldMk cId="4243429303" sldId="256"/>
        </pc:sldMkLst>
        <pc:spChg chg="mod">
          <ac:chgData name="Sue Byeon" userId="da86aa136efe2808" providerId="LiveId" clId="{BF2205AF-F266-4157-874C-FDEBC0488368}" dt="2025-11-14T23:31:56.390" v="6654" actId="20577"/>
          <ac:spMkLst>
            <pc:docMk/>
            <pc:sldMk cId="4243429303" sldId="256"/>
            <ac:spMk id="2" creationId="{AA2DA2F2-1054-DB29-D32C-D0D8291480A7}"/>
          </ac:spMkLst>
        </pc:spChg>
      </pc:sldChg>
      <pc:sldChg chg="modNotesTx">
        <pc:chgData name="Sue Byeon" userId="da86aa136efe2808" providerId="LiveId" clId="{BF2205AF-F266-4157-874C-FDEBC0488368}" dt="2025-11-16T23:31:08.138" v="11012" actId="20577"/>
        <pc:sldMkLst>
          <pc:docMk/>
          <pc:sldMk cId="2647713988" sldId="260"/>
        </pc:sldMkLst>
      </pc:sldChg>
      <pc:sldChg chg="add del ord modNotesTx">
        <pc:chgData name="Sue Byeon" userId="da86aa136efe2808" providerId="LiveId" clId="{BF2205AF-F266-4157-874C-FDEBC0488368}" dt="2025-11-16T23:39:14.248" v="11020" actId="20577"/>
        <pc:sldMkLst>
          <pc:docMk/>
          <pc:sldMk cId="1227690131" sldId="261"/>
        </pc:sldMkLst>
      </pc:sldChg>
      <pc:sldChg chg="addSp delSp modSp add del mod ord modNotesTx">
        <pc:chgData name="Sue Byeon" userId="da86aa136efe2808" providerId="LiveId" clId="{BF2205AF-F266-4157-874C-FDEBC0488368}" dt="2025-11-19T04:17:59.429" v="16025" actId="1076"/>
        <pc:sldMkLst>
          <pc:docMk/>
          <pc:sldMk cId="2859735512" sldId="263"/>
        </pc:sldMkLst>
        <pc:spChg chg="mod">
          <ac:chgData name="Sue Byeon" userId="da86aa136efe2808" providerId="LiveId" clId="{BF2205AF-F266-4157-874C-FDEBC0488368}" dt="2025-11-18T04:02:57.879" v="15160" actId="20577"/>
          <ac:spMkLst>
            <pc:docMk/>
            <pc:sldMk cId="2859735512" sldId="263"/>
            <ac:spMk id="2" creationId="{A396D9F1-3AD1-AE0B-404A-30433963A687}"/>
          </ac:spMkLst>
        </pc:spChg>
        <pc:spChg chg="add mod">
          <ac:chgData name="Sue Byeon" userId="da86aa136efe2808" providerId="LiveId" clId="{BF2205AF-F266-4157-874C-FDEBC0488368}" dt="2025-11-19T03:20:28.716" v="15593" actId="207"/>
          <ac:spMkLst>
            <pc:docMk/>
            <pc:sldMk cId="2859735512" sldId="263"/>
            <ac:spMk id="3" creationId="{790DF3E2-4047-2693-2F16-96F02D78CD3F}"/>
          </ac:spMkLst>
        </pc:spChg>
        <pc:spChg chg="mod">
          <ac:chgData name="Sue Byeon" userId="da86aa136efe2808" providerId="LiveId" clId="{BF2205AF-F266-4157-874C-FDEBC0488368}" dt="2025-11-19T03:20:09.055" v="15590" actId="164"/>
          <ac:spMkLst>
            <pc:docMk/>
            <pc:sldMk cId="2859735512" sldId="263"/>
            <ac:spMk id="5" creationId="{EA9951B4-2A66-C6F6-89C1-E23F5F0AB1F8}"/>
          </ac:spMkLst>
        </pc:spChg>
        <pc:grpChg chg="add mod">
          <ac:chgData name="Sue Byeon" userId="da86aa136efe2808" providerId="LiveId" clId="{BF2205AF-F266-4157-874C-FDEBC0488368}" dt="2025-11-19T03:20:13.997" v="15591" actId="1076"/>
          <ac:grpSpMkLst>
            <pc:docMk/>
            <pc:sldMk cId="2859735512" sldId="263"/>
            <ac:grpSpMk id="4" creationId="{F9DD46B0-4230-CCC2-C569-6822B2F9FA64}"/>
          </ac:grpSpMkLst>
        </pc:grpChg>
        <pc:graphicFrameChg chg="del mod modGraphic">
          <ac:chgData name="Sue Byeon" userId="da86aa136efe2808" providerId="LiveId" clId="{BF2205AF-F266-4157-874C-FDEBC0488368}" dt="2025-11-18T04:05:12.122" v="15219" actId="478"/>
          <ac:graphicFrameMkLst>
            <pc:docMk/>
            <pc:sldMk cId="2859735512" sldId="263"/>
            <ac:graphicFrameMk id="4" creationId="{63045625-6F13-ABC6-5F14-1B52B17C6A23}"/>
          </ac:graphicFrameMkLst>
        </pc:graphicFrameChg>
        <pc:graphicFrameChg chg="mod modGraphic">
          <ac:chgData name="Sue Byeon" userId="da86aa136efe2808" providerId="LiveId" clId="{BF2205AF-F266-4157-874C-FDEBC0488368}" dt="2025-11-19T04:17:59.429" v="16025" actId="1076"/>
          <ac:graphicFrameMkLst>
            <pc:docMk/>
            <pc:sldMk cId="2859735512" sldId="263"/>
            <ac:graphicFrameMk id="7" creationId="{74583555-2711-50F4-FF08-0E9473F22998}"/>
          </ac:graphicFrameMkLst>
        </pc:graphicFrameChg>
        <pc:picChg chg="add del mod">
          <ac:chgData name="Sue Byeon" userId="da86aa136efe2808" providerId="LiveId" clId="{BF2205AF-F266-4157-874C-FDEBC0488368}" dt="2025-11-18T00:59:21.026" v="14713" actId="478"/>
          <ac:picMkLst>
            <pc:docMk/>
            <pc:sldMk cId="2859735512" sldId="263"/>
            <ac:picMk id="5" creationId="{B142FED2-A146-CAE8-49DD-F444ADF903CD}"/>
          </ac:picMkLst>
        </pc:picChg>
        <pc:picChg chg="add mod">
          <ac:chgData name="Sue Byeon" userId="da86aa136efe2808" providerId="LiveId" clId="{BF2205AF-F266-4157-874C-FDEBC0488368}" dt="2025-11-18T04:05:38.358" v="15227" actId="1076"/>
          <ac:picMkLst>
            <pc:docMk/>
            <pc:sldMk cId="2859735512" sldId="263"/>
            <ac:picMk id="6" creationId="{29C36D57-71C8-C9EB-55AE-71B3363D4379}"/>
          </ac:picMkLst>
        </pc:picChg>
      </pc:sldChg>
      <pc:sldChg chg="modSp add del mod ord modNotesTx">
        <pc:chgData name="Sue Byeon" userId="da86aa136efe2808" providerId="LiveId" clId="{BF2205AF-F266-4157-874C-FDEBC0488368}" dt="2025-11-16T23:57:20.313" v="11162"/>
        <pc:sldMkLst>
          <pc:docMk/>
          <pc:sldMk cId="3346890740" sldId="266"/>
        </pc:sldMkLst>
        <pc:spChg chg="mod">
          <ac:chgData name="Sue Byeon" userId="da86aa136efe2808" providerId="LiveId" clId="{BF2205AF-F266-4157-874C-FDEBC0488368}" dt="2025-11-16T04:55:01.735" v="9570" actId="20577"/>
          <ac:spMkLst>
            <pc:docMk/>
            <pc:sldMk cId="3346890740" sldId="266"/>
            <ac:spMk id="2" creationId="{EAE2DF91-2DEA-C746-D16D-9BE7104558B9}"/>
          </ac:spMkLst>
        </pc:spChg>
        <pc:spChg chg="mod">
          <ac:chgData name="Sue Byeon" userId="da86aa136efe2808" providerId="LiveId" clId="{BF2205AF-F266-4157-874C-FDEBC0488368}" dt="2025-11-16T23:55:45.135" v="11138" actId="1076"/>
          <ac:spMkLst>
            <pc:docMk/>
            <pc:sldMk cId="3346890740" sldId="266"/>
            <ac:spMk id="8" creationId="{2EB73F8C-61BD-4B43-3CF6-0E628F02F03D}"/>
          </ac:spMkLst>
        </pc:spChg>
        <pc:spChg chg="mod">
          <ac:chgData name="Sue Byeon" userId="da86aa136efe2808" providerId="LiveId" clId="{BF2205AF-F266-4157-874C-FDEBC0488368}" dt="2025-11-16T23:46:50.304" v="11085" actId="1076"/>
          <ac:spMkLst>
            <pc:docMk/>
            <pc:sldMk cId="3346890740" sldId="266"/>
            <ac:spMk id="9" creationId="{1D42E4E0-2952-12EE-7D2C-201F6A2C5C61}"/>
          </ac:spMkLst>
        </pc:spChg>
        <pc:spChg chg="mod">
          <ac:chgData name="Sue Byeon" userId="da86aa136efe2808" providerId="LiveId" clId="{BF2205AF-F266-4157-874C-FDEBC0488368}" dt="2025-11-16T23:46:46.454" v="11084" actId="1076"/>
          <ac:spMkLst>
            <pc:docMk/>
            <pc:sldMk cId="3346890740" sldId="266"/>
            <ac:spMk id="10" creationId="{46DD515E-1F3E-DF39-EB52-087362F28A16}"/>
          </ac:spMkLst>
        </pc:spChg>
        <pc:graphicFrameChg chg="mod modGraphic">
          <ac:chgData name="Sue Byeon" userId="da86aa136efe2808" providerId="LiveId" clId="{BF2205AF-F266-4157-874C-FDEBC0488368}" dt="2025-11-16T23:57:20.313" v="11162"/>
          <ac:graphicFrameMkLst>
            <pc:docMk/>
            <pc:sldMk cId="3346890740" sldId="266"/>
            <ac:graphicFrameMk id="5" creationId="{BB366090-4732-1BA2-414A-110E9905AAA3}"/>
          </ac:graphicFrameMkLst>
        </pc:graphicFrameChg>
      </pc:sldChg>
      <pc:sldChg chg="modNotesTx">
        <pc:chgData name="Sue Byeon" userId="da86aa136efe2808" providerId="LiveId" clId="{BF2205AF-F266-4157-874C-FDEBC0488368}" dt="2025-11-16T04:55:30.200" v="9584" actId="20577"/>
        <pc:sldMkLst>
          <pc:docMk/>
          <pc:sldMk cId="165630085" sldId="268"/>
        </pc:sldMkLst>
      </pc:sldChg>
      <pc:sldChg chg="addSp delSp modSp new add del mod ord setBg modClrScheme chgLayout modNotesTx">
        <pc:chgData name="Sue Byeon" userId="da86aa136efe2808" providerId="LiveId" clId="{BF2205AF-F266-4157-874C-FDEBC0488368}" dt="2025-11-18T00:55:03.930" v="14704" actId="14100"/>
        <pc:sldMkLst>
          <pc:docMk/>
          <pc:sldMk cId="1206139712" sldId="272"/>
        </pc:sldMkLst>
        <pc:spChg chg="add del mod ord">
          <ac:chgData name="Sue Byeon" userId="da86aa136efe2808" providerId="LiveId" clId="{BF2205AF-F266-4157-874C-FDEBC0488368}" dt="2025-11-15T23:00:13.501" v="7568" actId="20577"/>
          <ac:spMkLst>
            <pc:docMk/>
            <pc:sldMk cId="1206139712" sldId="272"/>
            <ac:spMk id="2" creationId="{F8B4B075-8E18-8EE8-88B4-B9A7AB9676B9}"/>
          </ac:spMkLst>
        </pc:spChg>
        <pc:spChg chg="add">
          <ac:chgData name="Sue Byeon" userId="da86aa136efe2808" providerId="LiveId" clId="{BF2205AF-F266-4157-874C-FDEBC0488368}" dt="2025-11-15T20:58:04.270" v="6770" actId="26606"/>
          <ac:spMkLst>
            <pc:docMk/>
            <pc:sldMk cId="1206139712" sldId="272"/>
            <ac:spMk id="9" creationId="{C2E4E997-8672-4FFD-B8EC-9932A8E4714B}"/>
          </ac:spMkLst>
        </pc:spChg>
        <pc:grpChg chg="add">
          <ac:chgData name="Sue Byeon" userId="da86aa136efe2808" providerId="LiveId" clId="{BF2205AF-F266-4157-874C-FDEBC0488368}" dt="2025-11-15T20:58:04.270" v="6770" actId="26606"/>
          <ac:grpSpMkLst>
            <pc:docMk/>
            <pc:sldMk cId="1206139712" sldId="272"/>
            <ac:grpSpMk id="13" creationId="{453E4DEE-E996-40F8-8635-0FF43D7348F9}"/>
          </ac:grpSpMkLst>
        </pc:grpChg>
        <pc:graphicFrameChg chg="add mod modGraphic">
          <ac:chgData name="Sue Byeon" userId="da86aa136efe2808" providerId="LiveId" clId="{BF2205AF-F266-4157-874C-FDEBC0488368}" dt="2025-11-18T00:55:03.930" v="14704" actId="14100"/>
          <ac:graphicFrameMkLst>
            <pc:docMk/>
            <pc:sldMk cId="1206139712" sldId="272"/>
            <ac:graphicFrameMk id="12" creationId="{E2F1D61A-5A17-AEF9-76C5-8DB8672E91EE}"/>
          </ac:graphicFrameMkLst>
        </pc:graphicFrameChg>
        <pc:picChg chg="add">
          <ac:chgData name="Sue Byeon" userId="da86aa136efe2808" providerId="LiveId" clId="{BF2205AF-F266-4157-874C-FDEBC0488368}" dt="2025-11-15T20:58:04.270" v="6770" actId="26606"/>
          <ac:picMkLst>
            <pc:docMk/>
            <pc:sldMk cId="1206139712" sldId="272"/>
            <ac:picMk id="11" creationId="{FE6BA9E6-1D9E-4D30-B528-D49FA1342E4E}"/>
          </ac:picMkLst>
        </pc:picChg>
      </pc:sldChg>
      <pc:sldChg chg="addSp delSp modSp new mod modClrScheme chgLayout modNotesTx">
        <pc:chgData name="Sue Byeon" userId="da86aa136efe2808" providerId="LiveId" clId="{BF2205AF-F266-4157-874C-FDEBC0488368}" dt="2025-11-18T03:21:46.054" v="15005" actId="20577"/>
        <pc:sldMkLst>
          <pc:docMk/>
          <pc:sldMk cId="3100178594" sldId="275"/>
        </pc:sldMkLst>
        <pc:spChg chg="mod ord">
          <ac:chgData name="Sue Byeon" userId="da86aa136efe2808" providerId="LiveId" clId="{BF2205AF-F266-4157-874C-FDEBC0488368}" dt="2025-11-15T07:12:44.861" v="6661" actId="700"/>
          <ac:spMkLst>
            <pc:docMk/>
            <pc:sldMk cId="3100178594" sldId="275"/>
            <ac:spMk id="2" creationId="{F9C7497B-49E7-CA0E-BF52-F3940D8156FA}"/>
          </ac:spMkLst>
        </pc:spChg>
        <pc:spChg chg="add mod">
          <ac:chgData name="Sue Byeon" userId="da86aa136efe2808" providerId="LiveId" clId="{BF2205AF-F266-4157-874C-FDEBC0488368}" dt="2025-11-17T17:23:39.306" v="14472" actId="1076"/>
          <ac:spMkLst>
            <pc:docMk/>
            <pc:sldMk cId="3100178594" sldId="275"/>
            <ac:spMk id="11" creationId="{AB4CC724-959C-59EC-6B27-D74A10EE09B1}"/>
          </ac:spMkLst>
        </pc:spChg>
        <pc:graphicFrameChg chg="add mod modGraphic">
          <ac:chgData name="Sue Byeon" userId="da86aa136efe2808" providerId="LiveId" clId="{BF2205AF-F266-4157-874C-FDEBC0488368}" dt="2025-11-17T17:22:45.913" v="14459"/>
          <ac:graphicFrameMkLst>
            <pc:docMk/>
            <pc:sldMk cId="3100178594" sldId="275"/>
            <ac:graphicFrameMk id="10" creationId="{BF4CE731-C552-B114-B005-E6D9A7D0A8DB}"/>
          </ac:graphicFrameMkLst>
        </pc:graphicFrameChg>
        <pc:picChg chg="add mod">
          <ac:chgData name="Sue Byeon" userId="da86aa136efe2808" providerId="LiveId" clId="{BF2205AF-F266-4157-874C-FDEBC0488368}" dt="2025-11-17T17:23:21.256" v="14468" actId="14100"/>
          <ac:picMkLst>
            <pc:docMk/>
            <pc:sldMk cId="3100178594" sldId="275"/>
            <ac:picMk id="13" creationId="{D01BD81E-94AE-34EE-4781-84BAC369A1A0}"/>
          </ac:picMkLst>
        </pc:picChg>
      </pc:sldChg>
      <pc:sldChg chg="addSp delSp modSp new mod ord modClrScheme chgLayout modNotesTx">
        <pc:chgData name="Sue Byeon" userId="da86aa136efe2808" providerId="LiveId" clId="{BF2205AF-F266-4157-874C-FDEBC0488368}" dt="2025-11-19T05:06:18.329" v="16684" actId="20577"/>
        <pc:sldMkLst>
          <pc:docMk/>
          <pc:sldMk cId="3949208177" sldId="280"/>
        </pc:sldMkLst>
        <pc:spChg chg="mod ord">
          <ac:chgData name="Sue Byeon" userId="da86aa136efe2808" providerId="LiveId" clId="{BF2205AF-F266-4157-874C-FDEBC0488368}" dt="2025-11-18T04:14:57.029" v="15313" actId="1076"/>
          <ac:spMkLst>
            <pc:docMk/>
            <pc:sldMk cId="3949208177" sldId="280"/>
            <ac:spMk id="2" creationId="{6C9C91D9-37E6-6D09-9AF4-0A7930C9E8D0}"/>
          </ac:spMkLst>
        </pc:spChg>
        <pc:spChg chg="add del mod ord">
          <ac:chgData name="Sue Byeon" userId="da86aa136efe2808" providerId="LiveId" clId="{BF2205AF-F266-4157-874C-FDEBC0488368}" dt="2025-11-18T04:18:57.139" v="15514" actId="478"/>
          <ac:spMkLst>
            <pc:docMk/>
            <pc:sldMk cId="3949208177" sldId="280"/>
            <ac:spMk id="3" creationId="{5FEBA355-5153-975B-9994-769F5FC9D345}"/>
          </ac:spMkLst>
        </pc:spChg>
        <pc:spChg chg="add del mod">
          <ac:chgData name="Sue Byeon" userId="da86aa136efe2808" providerId="LiveId" clId="{BF2205AF-F266-4157-874C-FDEBC0488368}" dt="2025-11-18T04:18:58.738" v="15515" actId="478"/>
          <ac:spMkLst>
            <pc:docMk/>
            <pc:sldMk cId="3949208177" sldId="280"/>
            <ac:spMk id="7" creationId="{3D46D161-777A-3C9B-652A-51DDBB87F656}"/>
          </ac:spMkLst>
        </pc:spChg>
        <pc:graphicFrameChg chg="add del mod modGraphic">
          <ac:chgData name="Sue Byeon" userId="da86aa136efe2808" providerId="LiveId" clId="{BF2205AF-F266-4157-874C-FDEBC0488368}" dt="2025-11-19T04:56:11.524" v="16393" actId="478"/>
          <ac:graphicFrameMkLst>
            <pc:docMk/>
            <pc:sldMk cId="3949208177" sldId="280"/>
            <ac:graphicFrameMk id="4" creationId="{5560F3DC-FCB9-CEAB-8A9C-DECEE78BC50E}"/>
          </ac:graphicFrameMkLst>
        </pc:graphicFrameChg>
        <pc:graphicFrameChg chg="add mod modGraphic">
          <ac:chgData name="Sue Byeon" userId="da86aa136efe2808" providerId="LiveId" clId="{BF2205AF-F266-4157-874C-FDEBC0488368}" dt="2025-11-19T04:32:57.544" v="16154" actId="255"/>
          <ac:graphicFrameMkLst>
            <pc:docMk/>
            <pc:sldMk cId="3949208177" sldId="280"/>
            <ac:graphicFrameMk id="5" creationId="{515E41B3-7A1D-6306-582E-DD6072C4A3ED}"/>
          </ac:graphicFrameMkLst>
        </pc:graphicFrameChg>
        <pc:graphicFrameChg chg="add del mod modGraphic">
          <ac:chgData name="Sue Byeon" userId="da86aa136efe2808" providerId="LiveId" clId="{BF2205AF-F266-4157-874C-FDEBC0488368}" dt="2025-11-19T05:02:28.256" v="16589" actId="478"/>
          <ac:graphicFrameMkLst>
            <pc:docMk/>
            <pc:sldMk cId="3949208177" sldId="280"/>
            <ac:graphicFrameMk id="7" creationId="{DC9214D1-4732-FF64-681C-7C2DC9907014}"/>
          </ac:graphicFrameMkLst>
        </pc:graphicFrameChg>
        <pc:graphicFrameChg chg="add mod modGraphic">
          <ac:chgData name="Sue Byeon" userId="da86aa136efe2808" providerId="LiveId" clId="{BF2205AF-F266-4157-874C-FDEBC0488368}" dt="2025-11-19T05:06:10.037" v="16683" actId="207"/>
          <ac:graphicFrameMkLst>
            <pc:docMk/>
            <pc:sldMk cId="3949208177" sldId="280"/>
            <ac:graphicFrameMk id="8" creationId="{5C9514CE-D081-61A7-3B6A-C1BC457980A4}"/>
          </ac:graphicFrameMkLst>
        </pc:graphicFrameChg>
        <pc:picChg chg="add del mod">
          <ac:chgData name="Sue Byeon" userId="da86aa136efe2808" providerId="LiveId" clId="{BF2205AF-F266-4157-874C-FDEBC0488368}" dt="2025-11-19T04:51:17.578" v="16334" actId="478"/>
          <ac:picMkLst>
            <pc:docMk/>
            <pc:sldMk cId="3949208177" sldId="280"/>
            <ac:picMk id="6" creationId="{1589CC01-594C-87FF-8B46-EEA36F3A5E66}"/>
          </ac:picMkLst>
        </pc:picChg>
        <pc:picChg chg="add del mod">
          <ac:chgData name="Sue Byeon" userId="da86aa136efe2808" providerId="LiveId" clId="{BF2205AF-F266-4157-874C-FDEBC0488368}" dt="2025-11-18T04:22:40.116" v="15528" actId="478"/>
          <ac:picMkLst>
            <pc:docMk/>
            <pc:sldMk cId="3949208177" sldId="280"/>
            <ac:picMk id="9" creationId="{53EA1A91-7124-392B-79B4-8560C3EE33D8}"/>
          </ac:picMkLst>
        </pc:picChg>
        <pc:picChg chg="add del mod">
          <ac:chgData name="Sue Byeon" userId="da86aa136efe2808" providerId="LiveId" clId="{BF2205AF-F266-4157-874C-FDEBC0488368}" dt="2025-11-18T04:25:24.274" v="15542" actId="478"/>
          <ac:picMkLst>
            <pc:docMk/>
            <pc:sldMk cId="3949208177" sldId="280"/>
            <ac:picMk id="11" creationId="{81B5C5DC-4E25-3827-8948-8C3C117BD9B3}"/>
          </ac:picMkLst>
        </pc:picChg>
      </pc:sldChg>
      <pc:sldChg chg="addSp delSp modSp new mod modClrScheme chgLayout modNotesTx">
        <pc:chgData name="Sue Byeon" userId="da86aa136efe2808" providerId="LiveId" clId="{BF2205AF-F266-4157-874C-FDEBC0488368}" dt="2025-11-19T05:12:39.997" v="16847" actId="20577"/>
        <pc:sldMkLst>
          <pc:docMk/>
          <pc:sldMk cId="4152921753" sldId="281"/>
        </pc:sldMkLst>
        <pc:spChg chg="mod ord">
          <ac:chgData name="Sue Byeon" userId="da86aa136efe2808" providerId="LiveId" clId="{BF2205AF-F266-4157-874C-FDEBC0488368}" dt="2025-11-19T05:09:30.087" v="16698" actId="20577"/>
          <ac:spMkLst>
            <pc:docMk/>
            <pc:sldMk cId="4152921753" sldId="281"/>
            <ac:spMk id="2" creationId="{59B5500C-5373-1726-D88A-4109F8254B2D}"/>
          </ac:spMkLst>
        </pc:spChg>
        <pc:graphicFrameChg chg="mod modGraphic">
          <ac:chgData name="Sue Byeon" userId="da86aa136efe2808" providerId="LiveId" clId="{BF2205AF-F266-4157-874C-FDEBC0488368}" dt="2025-11-19T05:09:24.613" v="16697"/>
          <ac:graphicFrameMkLst>
            <pc:docMk/>
            <pc:sldMk cId="4152921753" sldId="281"/>
            <ac:graphicFrameMk id="3" creationId="{7EDF85FB-B31B-8CA5-6D73-711B9D7C4768}"/>
          </ac:graphicFrameMkLst>
        </pc:graphicFrameChg>
      </pc:sldChg>
      <pc:sldChg chg="addSp delSp modSp new mod modNotesTx">
        <pc:chgData name="Sue Byeon" userId="da86aa136efe2808" providerId="LiveId" clId="{BF2205AF-F266-4157-874C-FDEBC0488368}" dt="2025-11-17T15:33:16.761" v="13396" actId="20577"/>
        <pc:sldMkLst>
          <pc:docMk/>
          <pc:sldMk cId="1562798690" sldId="285"/>
        </pc:sldMkLst>
        <pc:spChg chg="add mod">
          <ac:chgData name="Sue Byeon" userId="da86aa136efe2808" providerId="LiveId" clId="{BF2205AF-F266-4157-874C-FDEBC0488368}" dt="2025-11-15T21:01:02.353" v="6788" actId="14100"/>
          <ac:spMkLst>
            <pc:docMk/>
            <pc:sldMk cId="1562798690" sldId="285"/>
            <ac:spMk id="4" creationId="{F8B4B075-8E18-8EE8-88B4-B9A7AB9676B9}"/>
          </ac:spMkLst>
        </pc:spChg>
        <pc:spChg chg="add mod">
          <ac:chgData name="Sue Byeon" userId="da86aa136efe2808" providerId="LiveId" clId="{BF2205AF-F266-4157-874C-FDEBC0488368}" dt="2025-11-15T21:04:24.622" v="6826" actId="1076"/>
          <ac:spMkLst>
            <pc:docMk/>
            <pc:sldMk cId="1562798690" sldId="285"/>
            <ac:spMk id="75" creationId="{69E78330-B4FF-8F93-346A-3AE8CCFF59BB}"/>
          </ac:spMkLst>
        </pc:spChg>
        <pc:spChg chg="add mod">
          <ac:chgData name="Sue Byeon" userId="da86aa136efe2808" providerId="LiveId" clId="{BF2205AF-F266-4157-874C-FDEBC0488368}" dt="2025-11-15T21:03:15.296" v="6814" actId="1076"/>
          <ac:spMkLst>
            <pc:docMk/>
            <pc:sldMk cId="1562798690" sldId="285"/>
            <ac:spMk id="76" creationId="{1F894117-548E-E8DB-81AD-91F260C6DBE7}"/>
          </ac:spMkLst>
        </pc:spChg>
        <pc:spChg chg="add mod">
          <ac:chgData name="Sue Byeon" userId="da86aa136efe2808" providerId="LiveId" clId="{BF2205AF-F266-4157-874C-FDEBC0488368}" dt="2025-11-15T21:04:44.634" v="6831" actId="1076"/>
          <ac:spMkLst>
            <pc:docMk/>
            <pc:sldMk cId="1562798690" sldId="285"/>
            <ac:spMk id="81" creationId="{CFFDD6F6-55BF-0E8F-67C8-7824CEA78A2D}"/>
          </ac:spMkLst>
        </pc:spChg>
        <pc:spChg chg="add mod">
          <ac:chgData name="Sue Byeon" userId="da86aa136efe2808" providerId="LiveId" clId="{BF2205AF-F266-4157-874C-FDEBC0488368}" dt="2025-11-15T21:05:08.598" v="6834" actId="1076"/>
          <ac:spMkLst>
            <pc:docMk/>
            <pc:sldMk cId="1562798690" sldId="285"/>
            <ac:spMk id="82" creationId="{00451EC5-582E-562E-E8E1-24972DCCF4E0}"/>
          </ac:spMkLst>
        </pc:spChg>
        <pc:spChg chg="add mod">
          <ac:chgData name="Sue Byeon" userId="da86aa136efe2808" providerId="LiveId" clId="{BF2205AF-F266-4157-874C-FDEBC0488368}" dt="2025-11-15T21:03:47.839" v="6821" actId="1076"/>
          <ac:spMkLst>
            <pc:docMk/>
            <pc:sldMk cId="1562798690" sldId="285"/>
            <ac:spMk id="83" creationId="{94924872-1D77-AC6C-33FD-0F00BC538259}"/>
          </ac:spMkLst>
        </pc:spChg>
        <pc:spChg chg="add mod">
          <ac:chgData name="Sue Byeon" userId="da86aa136efe2808" providerId="LiveId" clId="{BF2205AF-F266-4157-874C-FDEBC0488368}" dt="2025-11-15T21:03:26.505" v="6816" actId="1076"/>
          <ac:spMkLst>
            <pc:docMk/>
            <pc:sldMk cId="1562798690" sldId="285"/>
            <ac:spMk id="84" creationId="{78CBCB3B-4A60-9253-1014-3E221AD448C3}"/>
          </ac:spMkLst>
        </pc:spChg>
        <pc:graphicFrameChg chg="add mod modGraphic">
          <ac:chgData name="Sue Byeon" userId="da86aa136efe2808" providerId="LiveId" clId="{BF2205AF-F266-4157-874C-FDEBC0488368}" dt="2025-11-15T21:02:20.751" v="6802" actId="14100"/>
          <ac:graphicFrameMkLst>
            <pc:docMk/>
            <pc:sldMk cId="1562798690" sldId="285"/>
            <ac:graphicFrameMk id="72" creationId="{6A8D2136-86E8-7981-602E-E92ED77C3FE0}"/>
          </ac:graphicFrameMkLst>
        </pc:graphicFrameChg>
        <pc:graphicFrameChg chg="add mod modGraphic">
          <ac:chgData name="Sue Byeon" userId="da86aa136efe2808" providerId="LiveId" clId="{BF2205AF-F266-4157-874C-FDEBC0488368}" dt="2025-11-15T21:04:21.977" v="6825" actId="1076"/>
          <ac:graphicFrameMkLst>
            <pc:docMk/>
            <pc:sldMk cId="1562798690" sldId="285"/>
            <ac:graphicFrameMk id="73" creationId="{1354C730-794A-9829-18B7-4137C0D09AD2}"/>
          </ac:graphicFrameMkLst>
        </pc:graphicFrameChg>
        <pc:graphicFrameChg chg="mod modGraphic">
          <ac:chgData name="Sue Byeon" userId="da86aa136efe2808" providerId="LiveId" clId="{BF2205AF-F266-4157-874C-FDEBC0488368}" dt="2025-11-15T21:03:21.054" v="6815" actId="1076"/>
          <ac:graphicFrameMkLst>
            <pc:docMk/>
            <pc:sldMk cId="1562798690" sldId="285"/>
            <ac:graphicFrameMk id="74" creationId="{454FAF5F-E4FF-429E-E784-97694301549A}"/>
          </ac:graphicFrameMkLst>
        </pc:graphicFrameChg>
        <pc:cxnChg chg="mod">
          <ac:chgData name="Sue Byeon" userId="da86aa136efe2808" providerId="LiveId" clId="{BF2205AF-F266-4157-874C-FDEBC0488368}" dt="2025-11-15T21:04:41.159" v="6830" actId="1076"/>
          <ac:cxnSpMkLst>
            <pc:docMk/>
            <pc:sldMk cId="1562798690" sldId="285"/>
            <ac:cxnSpMk id="77" creationId="{5CAF0E8C-D6D5-5BC7-32BB-F6BBE3FFC36F}"/>
          </ac:cxnSpMkLst>
        </pc:cxnChg>
        <pc:cxnChg chg="mod">
          <ac:chgData name="Sue Byeon" userId="da86aa136efe2808" providerId="LiveId" clId="{BF2205AF-F266-4157-874C-FDEBC0488368}" dt="2025-11-15T21:03:43.499" v="6820" actId="1076"/>
          <ac:cxnSpMkLst>
            <pc:docMk/>
            <pc:sldMk cId="1562798690" sldId="285"/>
            <ac:cxnSpMk id="78" creationId="{611E8C98-E80A-2A89-F0A6-5D461F68ACD8}"/>
          </ac:cxnSpMkLst>
        </pc:cxnChg>
        <pc:cxnChg chg="mod">
          <ac:chgData name="Sue Byeon" userId="da86aa136efe2808" providerId="LiveId" clId="{BF2205AF-F266-4157-874C-FDEBC0488368}" dt="2025-11-15T21:03:09.361" v="6813" actId="1076"/>
          <ac:cxnSpMkLst>
            <pc:docMk/>
            <pc:sldMk cId="1562798690" sldId="285"/>
            <ac:cxnSpMk id="79" creationId="{C956FB0E-7E25-7120-F294-5DB9F2F2409E}"/>
          </ac:cxnSpMkLst>
        </pc:cxnChg>
        <pc:cxnChg chg="mod">
          <ac:chgData name="Sue Byeon" userId="da86aa136efe2808" providerId="LiveId" clId="{BF2205AF-F266-4157-874C-FDEBC0488368}" dt="2025-11-15T21:05:04.683" v="6833" actId="14100"/>
          <ac:cxnSpMkLst>
            <pc:docMk/>
            <pc:sldMk cId="1562798690" sldId="285"/>
            <ac:cxnSpMk id="80" creationId="{3C5CB924-795D-2FB2-ACC6-BDAB598B2237}"/>
          </ac:cxnSpMkLst>
        </pc:cxnChg>
      </pc:sldChg>
      <pc:sldChg chg="addSp delSp modSp new mod modNotesTx">
        <pc:chgData name="Sue Byeon" userId="da86aa136efe2808" providerId="LiveId" clId="{BF2205AF-F266-4157-874C-FDEBC0488368}" dt="2025-11-18T03:25:11.473" v="15073" actId="20577"/>
        <pc:sldMkLst>
          <pc:docMk/>
          <pc:sldMk cId="872374262" sldId="287"/>
        </pc:sldMkLst>
        <pc:spChg chg="mod">
          <ac:chgData name="Sue Byeon" userId="da86aa136efe2808" providerId="LiveId" clId="{BF2205AF-F266-4157-874C-FDEBC0488368}" dt="2025-11-17T21:37:11.334" v="14691" actId="1076"/>
          <ac:spMkLst>
            <pc:docMk/>
            <pc:sldMk cId="872374262" sldId="287"/>
            <ac:spMk id="2" creationId="{C200EE9C-C817-1843-D08C-D7634A8F0B9A}"/>
          </ac:spMkLst>
        </pc:spChg>
        <pc:graphicFrameChg chg="add mod ord modGraphic">
          <ac:chgData name="Sue Byeon" userId="da86aa136efe2808" providerId="LiveId" clId="{BF2205AF-F266-4157-874C-FDEBC0488368}" dt="2025-11-17T21:37:44.112" v="14693" actId="12100"/>
          <ac:graphicFrameMkLst>
            <pc:docMk/>
            <pc:sldMk cId="872374262" sldId="287"/>
            <ac:graphicFrameMk id="12" creationId="{CF5122C5-F1E7-2631-EF92-43788F1CB12D}"/>
          </ac:graphicFrameMkLst>
        </pc:graphicFrameChg>
      </pc:sldChg>
      <pc:sldChg chg="addSp delSp modSp new mod modNotesTx">
        <pc:chgData name="Sue Byeon" userId="da86aa136efe2808" providerId="LiveId" clId="{BF2205AF-F266-4157-874C-FDEBC0488368}" dt="2025-11-19T04:30:11.651" v="16119" actId="20577"/>
        <pc:sldMkLst>
          <pc:docMk/>
          <pc:sldMk cId="11301318" sldId="288"/>
        </pc:sldMkLst>
        <pc:spChg chg="mod">
          <ac:chgData name="Sue Byeon" userId="da86aa136efe2808" providerId="LiveId" clId="{BF2205AF-F266-4157-874C-FDEBC0488368}" dt="2025-11-18T04:03:13.229" v="15202" actId="20577"/>
          <ac:spMkLst>
            <pc:docMk/>
            <pc:sldMk cId="11301318" sldId="288"/>
            <ac:spMk id="2" creationId="{385BE25A-4BA2-2525-011B-5B3AFDA9408B}"/>
          </ac:spMkLst>
        </pc:spChg>
        <pc:spChg chg="del">
          <ac:chgData name="Sue Byeon" userId="da86aa136efe2808" providerId="LiveId" clId="{BF2205AF-F266-4157-874C-FDEBC0488368}" dt="2025-11-18T04:03:28.904" v="15203"/>
          <ac:spMkLst>
            <pc:docMk/>
            <pc:sldMk cId="11301318" sldId="288"/>
            <ac:spMk id="3" creationId="{129C2D3B-3182-8A4F-DB17-8A67082BD29D}"/>
          </ac:spMkLst>
        </pc:spChg>
        <pc:spChg chg="mod">
          <ac:chgData name="Sue Byeon" userId="da86aa136efe2808" providerId="LiveId" clId="{BF2205AF-F266-4157-874C-FDEBC0488368}" dt="2025-11-19T04:14:41.676" v="16003" actId="14100"/>
          <ac:spMkLst>
            <pc:docMk/>
            <pc:sldMk cId="11301318" sldId="288"/>
            <ac:spMk id="3" creationId="{72C50140-29D0-FBF5-59B3-3A40D1BA8CCF}"/>
          </ac:spMkLst>
        </pc:spChg>
        <pc:spChg chg="add mod">
          <ac:chgData name="Sue Byeon" userId="da86aa136efe2808" providerId="LiveId" clId="{BF2205AF-F266-4157-874C-FDEBC0488368}" dt="2025-11-19T04:15:17.394" v="16009" actId="1076"/>
          <ac:spMkLst>
            <pc:docMk/>
            <pc:sldMk cId="11301318" sldId="288"/>
            <ac:spMk id="6" creationId="{F8677D45-5FFC-259B-89A4-0368E0B76E4C}"/>
          </ac:spMkLst>
        </pc:spChg>
        <pc:graphicFrameChg chg="mod modGraphic">
          <ac:chgData name="Sue Byeon" userId="da86aa136efe2808" providerId="LiveId" clId="{BF2205AF-F266-4157-874C-FDEBC0488368}" dt="2025-11-19T04:29:45.857" v="16118" actId="1076"/>
          <ac:graphicFrameMkLst>
            <pc:docMk/>
            <pc:sldMk cId="11301318" sldId="288"/>
            <ac:graphicFrameMk id="5" creationId="{0A9BB181-CA0F-CEF1-6FED-5ADB02CBDB86}"/>
          </ac:graphicFrameMkLst>
        </pc:graphicFrameChg>
        <pc:picChg chg="add mod">
          <ac:chgData name="Sue Byeon" userId="da86aa136efe2808" providerId="LiveId" clId="{BF2205AF-F266-4157-874C-FDEBC0488368}" dt="2025-11-18T04:04:11.337" v="15206" actId="1076"/>
          <ac:picMkLst>
            <pc:docMk/>
            <pc:sldMk cId="11301318" sldId="288"/>
            <ac:picMk id="4" creationId="{B1F5A73B-5337-83AE-E36A-35CDC857B71D}"/>
          </ac:picMkLst>
        </pc:picChg>
      </pc:sldChg>
      <pc:sldChg chg="addSp delSp modSp new mod ord">
        <pc:chgData name="Sue Byeon" userId="da86aa136efe2808" providerId="LiveId" clId="{BF2205AF-F266-4157-874C-FDEBC0488368}" dt="2025-11-19T04:16:26.912" v="16011" actId="14100"/>
        <pc:sldMkLst>
          <pc:docMk/>
          <pc:sldMk cId="4106814541" sldId="289"/>
        </pc:sldMkLst>
        <pc:spChg chg="mod">
          <ac:chgData name="Sue Byeon" userId="da86aa136efe2808" providerId="LiveId" clId="{BF2205AF-F266-4157-874C-FDEBC0488368}" dt="2025-11-18T04:02:23.339" v="15145" actId="20577"/>
          <ac:spMkLst>
            <pc:docMk/>
            <pc:sldMk cId="4106814541" sldId="289"/>
            <ac:spMk id="2" creationId="{B3570726-DE3D-DC7E-BCCC-A4FD33506433}"/>
          </ac:spMkLst>
        </pc:spChg>
        <pc:spChg chg="del">
          <ac:chgData name="Sue Byeon" userId="da86aa136efe2808" providerId="LiveId" clId="{BF2205AF-F266-4157-874C-FDEBC0488368}" dt="2025-11-18T04:04:22.907" v="15207"/>
          <ac:spMkLst>
            <pc:docMk/>
            <pc:sldMk cId="4106814541" sldId="289"/>
            <ac:spMk id="3" creationId="{26AC58E4-13BE-C90D-5B91-F9C9A76126A9}"/>
          </ac:spMkLst>
        </pc:spChg>
        <pc:spChg chg="add mod">
          <ac:chgData name="Sue Byeon" userId="da86aa136efe2808" providerId="LiveId" clId="{BF2205AF-F266-4157-874C-FDEBC0488368}" dt="2025-11-19T03:04:45.104" v="15553" actId="1076"/>
          <ac:spMkLst>
            <pc:docMk/>
            <pc:sldMk cId="4106814541" sldId="289"/>
            <ac:spMk id="3" creationId="{A2E00217-B371-638B-6089-1D585751C520}"/>
          </ac:spMkLst>
        </pc:spChg>
        <pc:spChg chg="mod">
          <ac:chgData name="Sue Byeon" userId="da86aa136efe2808" providerId="LiveId" clId="{BF2205AF-F266-4157-874C-FDEBC0488368}" dt="2025-11-19T04:13:04.916" v="15983" actId="1076"/>
          <ac:spMkLst>
            <pc:docMk/>
            <pc:sldMk cId="4106814541" sldId="289"/>
            <ac:spMk id="8" creationId="{2B8589A0-F694-75EE-E7F7-96E3A60B966D}"/>
          </ac:spMkLst>
        </pc:spChg>
        <pc:spChg chg="mod">
          <ac:chgData name="Sue Byeon" userId="da86aa136efe2808" providerId="LiveId" clId="{BF2205AF-F266-4157-874C-FDEBC0488368}" dt="2025-11-19T04:13:30.159" v="15986" actId="1076"/>
          <ac:spMkLst>
            <pc:docMk/>
            <pc:sldMk cId="4106814541" sldId="289"/>
            <ac:spMk id="10" creationId="{9EBEC569-AE52-6EE4-9AF4-1B6F0C56AFE5}"/>
          </ac:spMkLst>
        </pc:spChg>
        <pc:spChg chg="add del mod">
          <ac:chgData name="Sue Byeon" userId="da86aa136efe2808" providerId="LiveId" clId="{BF2205AF-F266-4157-874C-FDEBC0488368}" dt="2025-11-19T03:04:27.868" v="15551" actId="21"/>
          <ac:spMkLst>
            <pc:docMk/>
            <pc:sldMk cId="4106814541" sldId="289"/>
            <ac:spMk id="13" creationId="{2153CAD5-537F-258A-B684-D4BCC03599AB}"/>
          </ac:spMkLst>
        </pc:spChg>
        <pc:spChg chg="add mod">
          <ac:chgData name="Sue Byeon" userId="da86aa136efe2808" providerId="LiveId" clId="{BF2205AF-F266-4157-874C-FDEBC0488368}" dt="2025-11-19T03:05:01.489" v="15555" actId="1076"/>
          <ac:spMkLst>
            <pc:docMk/>
            <pc:sldMk cId="4106814541" sldId="289"/>
            <ac:spMk id="14" creationId="{4D318CB8-33A9-FC65-ADA0-4010C831C019}"/>
          </ac:spMkLst>
        </pc:spChg>
        <pc:spChg chg="add del mod">
          <ac:chgData name="Sue Byeon" userId="da86aa136efe2808" providerId="LiveId" clId="{BF2205AF-F266-4157-874C-FDEBC0488368}" dt="2025-11-19T04:03:58.086" v="15763" actId="478"/>
          <ac:spMkLst>
            <pc:docMk/>
            <pc:sldMk cId="4106814541" sldId="289"/>
            <ac:spMk id="15" creationId="{296AAB45-2479-B6B3-C146-74C4ADCA6836}"/>
          </ac:spMkLst>
        </pc:spChg>
        <pc:graphicFrameChg chg="add del mod modGraphic">
          <ac:chgData name="Sue Byeon" userId="da86aa136efe2808" providerId="LiveId" clId="{BF2205AF-F266-4157-874C-FDEBC0488368}" dt="2025-11-18T04:07:22.548" v="15243" actId="1032"/>
          <ac:graphicFrameMkLst>
            <pc:docMk/>
            <pc:sldMk cId="4106814541" sldId="289"/>
            <ac:graphicFrameMk id="6" creationId="{819F290E-98C9-CFAC-2D56-7C569C904871}"/>
          </ac:graphicFrameMkLst>
        </pc:graphicFrameChg>
        <pc:graphicFrameChg chg="mod modGraphic">
          <ac:chgData name="Sue Byeon" userId="da86aa136efe2808" providerId="LiveId" clId="{BF2205AF-F266-4157-874C-FDEBC0488368}" dt="2025-11-19T04:16:26.912" v="16011" actId="14100"/>
          <ac:graphicFrameMkLst>
            <pc:docMk/>
            <pc:sldMk cId="4106814541" sldId="289"/>
            <ac:graphicFrameMk id="9" creationId="{184E0A10-6C5B-15D9-FFA6-A8337E014189}"/>
          </ac:graphicFrameMkLst>
        </pc:graphicFrameChg>
        <pc:picChg chg="add del mod">
          <ac:chgData name="Sue Byeon" userId="da86aa136efe2808" providerId="LiveId" clId="{BF2205AF-F266-4157-874C-FDEBC0488368}" dt="2025-11-19T03:04:28.359" v="15552" actId="1076"/>
          <ac:picMkLst>
            <pc:docMk/>
            <pc:sldMk cId="4106814541" sldId="289"/>
            <ac:picMk id="4" creationId="{B7548B65-5314-C0EC-9688-3E5B11BC3557}"/>
          </ac:picMkLst>
        </pc:picChg>
        <pc:picChg chg="add mod">
          <ac:chgData name="Sue Byeon" userId="da86aa136efe2808" providerId="LiveId" clId="{BF2205AF-F266-4157-874C-FDEBC0488368}" dt="2025-11-18T04:04:35.533" v="15212" actId="1076"/>
          <ac:picMkLst>
            <pc:docMk/>
            <pc:sldMk cId="4106814541" sldId="289"/>
            <ac:picMk id="5" creationId="{14EF558A-54CD-356C-71C4-FC11D1D89802}"/>
          </ac:picMkLst>
        </pc:picChg>
      </pc:sldChg>
    </pc:docChg>
  </pc:docChgLst>
</pc:chgInfo>
</file>

<file path=ppt/diagrams/_rels/data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ata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4" Type="http://schemas.openxmlformats.org/officeDocument/2006/relationships/image" Target="../media/image24.svg"/></Relationships>
</file>

<file path=ppt/diagrams/_rels/drawing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4.svg"/><Relationship Id="rId1" Type="http://schemas.openxmlformats.org/officeDocument/2006/relationships/image" Target="../media/image23.png"/><Relationship Id="rId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6_4">
  <dgm:title val=""/>
  <dgm:desc val=""/>
  <dgm:catLst>
    <dgm:cat type="accent6" pri="11400"/>
  </dgm:catLst>
  <dgm:styleLbl name="node0">
    <dgm:fillClrLst meth="cycle">
      <a:schemeClr val="accent6">
        <a:shade val="60000"/>
      </a:schemeClr>
    </dgm:fillClrLst>
    <dgm:linClrLst meth="repeat">
      <a:schemeClr val="lt1"/>
    </dgm:linClrLst>
    <dgm:effectClrLst/>
    <dgm:txLinClrLst/>
    <dgm:txFillClrLst/>
    <dgm:txEffectClrLst/>
  </dgm:styleLbl>
  <dgm:styleLbl name="alignNode1">
    <dgm:fillClrLst meth="cycle">
      <a:schemeClr val="accent6">
        <a:shade val="50000"/>
      </a:schemeClr>
      <a:schemeClr val="accent6">
        <a:tint val="55000"/>
      </a:schemeClr>
    </dgm:fillClrLst>
    <dgm:linClrLst meth="cycle">
      <a:schemeClr val="accent6">
        <a:shade val="50000"/>
      </a:schemeClr>
      <a:schemeClr val="accent6">
        <a:tint val="55000"/>
      </a:schemeClr>
    </dgm:linClrLst>
    <dgm:effectClrLst/>
    <dgm:txLinClrLst/>
    <dgm:txFillClrLst/>
    <dgm:txEffectClrLst/>
  </dgm:styleLbl>
  <dgm:styleLbl name="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ln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vennNode1">
    <dgm:fillClrLst meth="cycle">
      <a:schemeClr val="accent6">
        <a:shade val="80000"/>
        <a:alpha val="50000"/>
      </a:schemeClr>
      <a:schemeClr val="accent6">
        <a:tint val="50000"/>
        <a:alpha val="50000"/>
      </a:schemeClr>
    </dgm:fillClrLst>
    <dgm:linClrLst meth="repeat">
      <a:schemeClr val="lt1"/>
    </dgm:linClrLst>
    <dgm:effectClrLst/>
    <dgm:txLinClrLst/>
    <dgm:txFillClrLst/>
    <dgm:txEffectClrLst/>
  </dgm:styleLbl>
  <dgm:styleLbl name="node2">
    <dgm:fillClrLst>
      <a:schemeClr val="accent6">
        <a:shade val="80000"/>
      </a:schemeClr>
    </dgm:fillClrLst>
    <dgm:linClrLst meth="repeat">
      <a:schemeClr val="lt1"/>
    </dgm:linClrLst>
    <dgm:effectClrLst/>
    <dgm:txLinClrLst/>
    <dgm:txFillClrLst/>
    <dgm:txEffectClrLst/>
  </dgm:styleLbl>
  <dgm:styleLbl name="node3">
    <dgm:fillClrLst>
      <a:schemeClr val="accent6">
        <a:tint val="99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f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b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sibTrans1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0000"/>
      </a:schemeClr>
    </dgm:fillClrLst>
    <dgm:linClrLst meth="repeat">
      <a:schemeClr val="lt1"/>
    </dgm:linClrLst>
    <dgm:effectClrLst/>
    <dgm:txLinClrLst/>
    <dgm:txFillClrLst/>
    <dgm:txEffectClrLst/>
  </dgm:styleLbl>
  <dgm:styleLbl name="asst3">
    <dgm:fillClrLst>
      <a:schemeClr val="accent6">
        <a:tint val="70000"/>
      </a:schemeClr>
    </dgm:fillClrLst>
    <dgm:linClrLst meth="repeat">
      <a:schemeClr val="lt1"/>
    </dgm:linClrLst>
    <dgm:effectClrLst/>
    <dgm:txLinClrLst/>
    <dgm:txFillClrLst/>
    <dgm:txEffectClrLst/>
  </dgm:styleLbl>
  <dgm:styleLbl name="asst4">
    <dgm:fillClrLst>
      <a:schemeClr val="accent6">
        <a:tint val="5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align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bgAccFollowNode1">
    <dgm:fillClrLst meth="repeat">
      <a:schemeClr val="accent6">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55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865E46-7AB7-4973-8823-AE787C7C3704}" type="doc">
      <dgm:prSet loTypeId="urn:microsoft.com/office/officeart/2005/8/layout/equation2" loCatId="relationship" qsTypeId="urn:microsoft.com/office/officeart/2005/8/quickstyle/simple1" qsCatId="simple" csTypeId="urn:microsoft.com/office/officeart/2005/8/colors/accent4_2" csCatId="accent4" phldr="1"/>
      <dgm:spPr/>
      <dgm:t>
        <a:bodyPr/>
        <a:lstStyle/>
        <a:p>
          <a:endParaRPr lang="en-US"/>
        </a:p>
      </dgm:t>
    </dgm:pt>
    <dgm:pt modelId="{4BCEE4A0-7B8E-45B7-A40B-A21450FAF921}">
      <dgm:prSet phldrT="[Text]" phldr="0"/>
      <dgm:spPr>
        <a:solidFill>
          <a:schemeClr val="accent1">
            <a:lumMod val="40000"/>
            <a:lumOff val="60000"/>
          </a:schemeClr>
        </a:solidFill>
      </dgm:spPr>
      <dgm:t>
        <a:bodyPr/>
        <a:lstStyle/>
        <a:p>
          <a:r>
            <a:rPr lang="en-US" b="1" dirty="0">
              <a:solidFill>
                <a:schemeClr val="bg1"/>
              </a:solidFill>
            </a:rPr>
            <a:t>Misaligned</a:t>
          </a:r>
          <a:r>
            <a:rPr lang="en-US" dirty="0">
              <a:solidFill>
                <a:schemeClr val="bg1"/>
              </a:solidFill>
            </a:rPr>
            <a:t> Technician Assignments</a:t>
          </a:r>
        </a:p>
      </dgm:t>
    </dgm:pt>
    <dgm:pt modelId="{5FACDF30-833C-4228-82DD-54BE829C6B39}" type="parTrans" cxnId="{F3175623-F25E-4424-B116-E856C2D009D4}">
      <dgm:prSet/>
      <dgm:spPr/>
      <dgm:t>
        <a:bodyPr/>
        <a:lstStyle/>
        <a:p>
          <a:endParaRPr lang="en-US"/>
        </a:p>
      </dgm:t>
    </dgm:pt>
    <dgm:pt modelId="{EB0DDE8E-AE5A-48AB-8D86-F3FBC834B97D}" type="sibTrans" cxnId="{F3175623-F25E-4424-B116-E856C2D009D4}">
      <dgm:prSet/>
      <dgm:spPr/>
      <dgm:t>
        <a:bodyPr/>
        <a:lstStyle/>
        <a:p>
          <a:endParaRPr lang="en-US"/>
        </a:p>
      </dgm:t>
    </dgm:pt>
    <dgm:pt modelId="{AC394095-681B-4A23-95A4-DB6A933BA016}">
      <dgm:prSet phldrT="[Text]" phldr="0"/>
      <dgm:spPr/>
      <dgm:t>
        <a:bodyPr/>
        <a:lstStyle/>
        <a:p>
          <a:pPr algn="ctr"/>
          <a:r>
            <a:rPr lang="en-US" dirty="0">
              <a:solidFill>
                <a:schemeClr val="bg1"/>
              </a:solidFill>
            </a:rPr>
            <a:t>Lost Trust &amp; Dissatisfaction</a:t>
          </a:r>
        </a:p>
      </dgm:t>
    </dgm:pt>
    <dgm:pt modelId="{B409328F-726C-42AE-AFD5-338E143A185D}" type="parTrans" cxnId="{84205BE9-AA79-4C89-8D05-952270D61B11}">
      <dgm:prSet/>
      <dgm:spPr/>
      <dgm:t>
        <a:bodyPr/>
        <a:lstStyle/>
        <a:p>
          <a:endParaRPr lang="en-US"/>
        </a:p>
      </dgm:t>
    </dgm:pt>
    <dgm:pt modelId="{E6465535-DA94-4F7D-9D70-468C36E4DFAD}" type="sibTrans" cxnId="{84205BE9-AA79-4C89-8D05-952270D61B11}">
      <dgm:prSet/>
      <dgm:spPr/>
      <dgm:t>
        <a:bodyPr/>
        <a:lstStyle/>
        <a:p>
          <a:endParaRPr lang="en-US"/>
        </a:p>
      </dgm:t>
    </dgm:pt>
    <dgm:pt modelId="{2B1EAAC9-83B8-4996-BD1F-EE793633BF4D}">
      <dgm:prSet phldrT="[Text]" phldr="0"/>
      <dgm:spPr/>
      <dgm:t>
        <a:bodyPr/>
        <a:lstStyle/>
        <a:p>
          <a:r>
            <a:rPr lang="en-US" dirty="0">
              <a:solidFill>
                <a:schemeClr val="bg1"/>
              </a:solidFill>
            </a:rPr>
            <a:t>Advanced Network Technology</a:t>
          </a:r>
        </a:p>
      </dgm:t>
    </dgm:pt>
    <dgm:pt modelId="{612C50FC-3EB6-443F-8617-C2EF71A89EAE}" type="sibTrans" cxnId="{CDF6B1E9-2840-4966-85C9-6FBEB87F35C1}">
      <dgm:prSet/>
      <dgm:spPr/>
      <dgm:t>
        <a:bodyPr/>
        <a:lstStyle/>
        <a:p>
          <a:endParaRPr lang="en-US"/>
        </a:p>
      </dgm:t>
    </dgm:pt>
    <dgm:pt modelId="{D361A96B-4BE0-425B-8F64-C6BFEC2C9193}" type="parTrans" cxnId="{CDF6B1E9-2840-4966-85C9-6FBEB87F35C1}">
      <dgm:prSet/>
      <dgm:spPr/>
      <dgm:t>
        <a:bodyPr/>
        <a:lstStyle/>
        <a:p>
          <a:endParaRPr lang="en-US"/>
        </a:p>
      </dgm:t>
    </dgm:pt>
    <dgm:pt modelId="{C01E94E8-DEE8-4459-BFB2-BCC9A7CEF79F}">
      <dgm:prSet phldrT="[Text]" phldr="0"/>
      <dgm:spPr/>
      <dgm:t>
        <a:bodyPr/>
        <a:lstStyle/>
        <a:p>
          <a:pPr algn="ctr"/>
          <a:r>
            <a:rPr lang="en-US" dirty="0">
              <a:solidFill>
                <a:schemeClr val="bg1"/>
              </a:solidFill>
            </a:rPr>
            <a:t>Losing </a:t>
          </a:r>
          <a:r>
            <a:rPr lang="en-US" b="1" dirty="0">
              <a:solidFill>
                <a:schemeClr val="bg1"/>
              </a:solidFill>
            </a:rPr>
            <a:t>$2.09 billion</a:t>
          </a:r>
          <a:r>
            <a:rPr lang="en-US" dirty="0">
              <a:solidFill>
                <a:schemeClr val="bg1"/>
              </a:solidFill>
            </a:rPr>
            <a:t>/year from churn*</a:t>
          </a:r>
        </a:p>
      </dgm:t>
    </dgm:pt>
    <dgm:pt modelId="{A3519E51-3801-44EC-93CF-F1ABF5A67649}" type="parTrans" cxnId="{19C7F710-3D48-4AFB-9086-7332A82AE9D5}">
      <dgm:prSet/>
      <dgm:spPr/>
      <dgm:t>
        <a:bodyPr/>
        <a:lstStyle/>
        <a:p>
          <a:endParaRPr lang="en-US"/>
        </a:p>
      </dgm:t>
    </dgm:pt>
    <dgm:pt modelId="{70CA16A9-8AB8-463C-9553-F9854DB79CDF}" type="sibTrans" cxnId="{19C7F710-3D48-4AFB-9086-7332A82AE9D5}">
      <dgm:prSet/>
      <dgm:spPr/>
      <dgm:t>
        <a:bodyPr/>
        <a:lstStyle/>
        <a:p>
          <a:endParaRPr lang="en-US"/>
        </a:p>
      </dgm:t>
    </dgm:pt>
    <dgm:pt modelId="{C7C11BE3-9705-4FE8-BCD2-CA11EE0A21AC}" type="pres">
      <dgm:prSet presAssocID="{1A865E46-7AB7-4973-8823-AE787C7C3704}" presName="Name0" presStyleCnt="0">
        <dgm:presLayoutVars>
          <dgm:dir/>
          <dgm:resizeHandles val="exact"/>
        </dgm:presLayoutVars>
      </dgm:prSet>
      <dgm:spPr/>
    </dgm:pt>
    <dgm:pt modelId="{D722D02B-840E-4DB9-9760-4219F3220ADF}" type="pres">
      <dgm:prSet presAssocID="{1A865E46-7AB7-4973-8823-AE787C7C3704}" presName="vNodes" presStyleCnt="0"/>
      <dgm:spPr/>
    </dgm:pt>
    <dgm:pt modelId="{EC59ABDF-94F1-485D-ABD9-5B9781F6AC2D}" type="pres">
      <dgm:prSet presAssocID="{2B1EAAC9-83B8-4996-BD1F-EE793633BF4D}" presName="node" presStyleLbl="node1" presStyleIdx="0" presStyleCnt="3">
        <dgm:presLayoutVars>
          <dgm:bulletEnabled val="1"/>
        </dgm:presLayoutVars>
      </dgm:prSet>
      <dgm:spPr/>
    </dgm:pt>
    <dgm:pt modelId="{E13F99B0-E631-4DFF-8CB5-57B6C7EFC72D}" type="pres">
      <dgm:prSet presAssocID="{612C50FC-3EB6-443F-8617-C2EF71A89EAE}" presName="spacerT" presStyleCnt="0"/>
      <dgm:spPr/>
    </dgm:pt>
    <dgm:pt modelId="{6AD54EA0-1F74-43AA-9F7B-3A531EFC5C52}" type="pres">
      <dgm:prSet presAssocID="{612C50FC-3EB6-443F-8617-C2EF71A89EAE}" presName="sibTrans" presStyleLbl="sibTrans2D1" presStyleIdx="0" presStyleCnt="2"/>
      <dgm:spPr/>
    </dgm:pt>
    <dgm:pt modelId="{534974B3-B8BA-4E8A-A6C0-D72F91BB9002}" type="pres">
      <dgm:prSet presAssocID="{612C50FC-3EB6-443F-8617-C2EF71A89EAE}" presName="spacerB" presStyleCnt="0"/>
      <dgm:spPr/>
    </dgm:pt>
    <dgm:pt modelId="{9675D9DA-53AD-4C4E-BCF5-1AE061153220}" type="pres">
      <dgm:prSet presAssocID="{4BCEE4A0-7B8E-45B7-A40B-A21450FAF921}" presName="node" presStyleLbl="node1" presStyleIdx="1" presStyleCnt="3">
        <dgm:presLayoutVars>
          <dgm:bulletEnabled val="1"/>
        </dgm:presLayoutVars>
      </dgm:prSet>
      <dgm:spPr/>
    </dgm:pt>
    <dgm:pt modelId="{AC7F66F6-46BB-49C6-8B41-EC98A7E52B72}" type="pres">
      <dgm:prSet presAssocID="{1A865E46-7AB7-4973-8823-AE787C7C3704}" presName="sibTransLast" presStyleLbl="sibTrans2D1" presStyleIdx="1" presStyleCnt="2"/>
      <dgm:spPr/>
    </dgm:pt>
    <dgm:pt modelId="{76930DEE-CCAC-45A4-B16B-7FC03B6B2FF7}" type="pres">
      <dgm:prSet presAssocID="{1A865E46-7AB7-4973-8823-AE787C7C3704}" presName="connectorText" presStyleLbl="sibTrans2D1" presStyleIdx="1" presStyleCnt="2"/>
      <dgm:spPr/>
    </dgm:pt>
    <dgm:pt modelId="{67E0A14F-63CC-439B-8C40-950D370CDE9B}" type="pres">
      <dgm:prSet presAssocID="{1A865E46-7AB7-4973-8823-AE787C7C3704}" presName="lastNode" presStyleLbl="node1" presStyleIdx="2" presStyleCnt="3">
        <dgm:presLayoutVars>
          <dgm:bulletEnabled val="1"/>
        </dgm:presLayoutVars>
      </dgm:prSet>
      <dgm:spPr/>
    </dgm:pt>
  </dgm:ptLst>
  <dgm:cxnLst>
    <dgm:cxn modelId="{3A49BE0A-7169-456A-94A3-0A6EF540C8D4}" type="presOf" srcId="{1A865E46-7AB7-4973-8823-AE787C7C3704}" destId="{C7C11BE3-9705-4FE8-BCD2-CA11EE0A21AC}" srcOrd="0" destOrd="0" presId="urn:microsoft.com/office/officeart/2005/8/layout/equation2"/>
    <dgm:cxn modelId="{19C7F710-3D48-4AFB-9086-7332A82AE9D5}" srcId="{AC394095-681B-4A23-95A4-DB6A933BA016}" destId="{C01E94E8-DEE8-4459-BFB2-BCC9A7CEF79F}" srcOrd="0" destOrd="0" parTransId="{A3519E51-3801-44EC-93CF-F1ABF5A67649}" sibTransId="{70CA16A9-8AB8-463C-9553-F9854DB79CDF}"/>
    <dgm:cxn modelId="{F3175623-F25E-4424-B116-E856C2D009D4}" srcId="{1A865E46-7AB7-4973-8823-AE787C7C3704}" destId="{4BCEE4A0-7B8E-45B7-A40B-A21450FAF921}" srcOrd="1" destOrd="0" parTransId="{5FACDF30-833C-4228-82DD-54BE829C6B39}" sibTransId="{EB0DDE8E-AE5A-48AB-8D86-F3FBC834B97D}"/>
    <dgm:cxn modelId="{4312C734-D760-4182-8BC8-79B0591DD811}" type="presOf" srcId="{612C50FC-3EB6-443F-8617-C2EF71A89EAE}" destId="{6AD54EA0-1F74-43AA-9F7B-3A531EFC5C52}" srcOrd="0" destOrd="0" presId="urn:microsoft.com/office/officeart/2005/8/layout/equation2"/>
    <dgm:cxn modelId="{9ECEAC56-4DE2-4872-9917-101D543B4E68}" type="presOf" srcId="{4BCEE4A0-7B8E-45B7-A40B-A21450FAF921}" destId="{9675D9DA-53AD-4C4E-BCF5-1AE061153220}" srcOrd="0" destOrd="0" presId="urn:microsoft.com/office/officeart/2005/8/layout/equation2"/>
    <dgm:cxn modelId="{F3CD1659-3E79-43E7-B083-8B326E69D633}" type="presOf" srcId="{EB0DDE8E-AE5A-48AB-8D86-F3FBC834B97D}" destId="{AC7F66F6-46BB-49C6-8B41-EC98A7E52B72}" srcOrd="0" destOrd="0" presId="urn:microsoft.com/office/officeart/2005/8/layout/equation2"/>
    <dgm:cxn modelId="{1877F0C6-93EE-4439-A1F6-5DD69766AB65}" type="presOf" srcId="{C01E94E8-DEE8-4459-BFB2-BCC9A7CEF79F}" destId="{67E0A14F-63CC-439B-8C40-950D370CDE9B}" srcOrd="0" destOrd="1" presId="urn:microsoft.com/office/officeart/2005/8/layout/equation2"/>
    <dgm:cxn modelId="{76AA69C8-674E-447B-B9E7-B7604396FE6E}" type="presOf" srcId="{AC394095-681B-4A23-95A4-DB6A933BA016}" destId="{67E0A14F-63CC-439B-8C40-950D370CDE9B}" srcOrd="0" destOrd="0" presId="urn:microsoft.com/office/officeart/2005/8/layout/equation2"/>
    <dgm:cxn modelId="{302CBDC8-AF88-4627-8AE7-68B7565D2324}" type="presOf" srcId="{2B1EAAC9-83B8-4996-BD1F-EE793633BF4D}" destId="{EC59ABDF-94F1-485D-ABD9-5B9781F6AC2D}" srcOrd="0" destOrd="0" presId="urn:microsoft.com/office/officeart/2005/8/layout/equation2"/>
    <dgm:cxn modelId="{07C1F5E7-B384-4238-8B04-E35CD655A9D9}" type="presOf" srcId="{EB0DDE8E-AE5A-48AB-8D86-F3FBC834B97D}" destId="{76930DEE-CCAC-45A4-B16B-7FC03B6B2FF7}" srcOrd="1" destOrd="0" presId="urn:microsoft.com/office/officeart/2005/8/layout/equation2"/>
    <dgm:cxn modelId="{84205BE9-AA79-4C89-8D05-952270D61B11}" srcId="{1A865E46-7AB7-4973-8823-AE787C7C3704}" destId="{AC394095-681B-4A23-95A4-DB6A933BA016}" srcOrd="2" destOrd="0" parTransId="{B409328F-726C-42AE-AFD5-338E143A185D}" sibTransId="{E6465535-DA94-4F7D-9D70-468C36E4DFAD}"/>
    <dgm:cxn modelId="{CDF6B1E9-2840-4966-85C9-6FBEB87F35C1}" srcId="{1A865E46-7AB7-4973-8823-AE787C7C3704}" destId="{2B1EAAC9-83B8-4996-BD1F-EE793633BF4D}" srcOrd="0" destOrd="0" parTransId="{D361A96B-4BE0-425B-8F64-C6BFEC2C9193}" sibTransId="{612C50FC-3EB6-443F-8617-C2EF71A89EAE}"/>
    <dgm:cxn modelId="{BFA4B770-7265-43E8-BF0F-60DAE65DA472}" type="presParOf" srcId="{C7C11BE3-9705-4FE8-BCD2-CA11EE0A21AC}" destId="{D722D02B-840E-4DB9-9760-4219F3220ADF}" srcOrd="0" destOrd="0" presId="urn:microsoft.com/office/officeart/2005/8/layout/equation2"/>
    <dgm:cxn modelId="{B643EC87-6046-45C3-AF52-1FD3D4EB7B21}" type="presParOf" srcId="{D722D02B-840E-4DB9-9760-4219F3220ADF}" destId="{EC59ABDF-94F1-485D-ABD9-5B9781F6AC2D}" srcOrd="0" destOrd="0" presId="urn:microsoft.com/office/officeart/2005/8/layout/equation2"/>
    <dgm:cxn modelId="{E3436486-225F-4987-98D3-86A3FED0EC4C}" type="presParOf" srcId="{D722D02B-840E-4DB9-9760-4219F3220ADF}" destId="{E13F99B0-E631-4DFF-8CB5-57B6C7EFC72D}" srcOrd="1" destOrd="0" presId="urn:microsoft.com/office/officeart/2005/8/layout/equation2"/>
    <dgm:cxn modelId="{32C9FEA4-9ED8-4081-A3F6-7E3D22C5297F}" type="presParOf" srcId="{D722D02B-840E-4DB9-9760-4219F3220ADF}" destId="{6AD54EA0-1F74-43AA-9F7B-3A531EFC5C52}" srcOrd="2" destOrd="0" presId="urn:microsoft.com/office/officeart/2005/8/layout/equation2"/>
    <dgm:cxn modelId="{E67FB6DC-7894-4BBD-B686-D50F7573018A}" type="presParOf" srcId="{D722D02B-840E-4DB9-9760-4219F3220ADF}" destId="{534974B3-B8BA-4E8A-A6C0-D72F91BB9002}" srcOrd="3" destOrd="0" presId="urn:microsoft.com/office/officeart/2005/8/layout/equation2"/>
    <dgm:cxn modelId="{C90E8CC4-3945-46E1-AF3F-8E0672CD4771}" type="presParOf" srcId="{D722D02B-840E-4DB9-9760-4219F3220ADF}" destId="{9675D9DA-53AD-4C4E-BCF5-1AE061153220}" srcOrd="4" destOrd="0" presId="urn:microsoft.com/office/officeart/2005/8/layout/equation2"/>
    <dgm:cxn modelId="{72F84ED9-56C0-4ED4-9B0B-8444DFDE4B68}" type="presParOf" srcId="{C7C11BE3-9705-4FE8-BCD2-CA11EE0A21AC}" destId="{AC7F66F6-46BB-49C6-8B41-EC98A7E52B72}" srcOrd="1" destOrd="0" presId="urn:microsoft.com/office/officeart/2005/8/layout/equation2"/>
    <dgm:cxn modelId="{ABB34508-0A58-4DA6-8FF3-DF03DA4F35DE}" type="presParOf" srcId="{AC7F66F6-46BB-49C6-8B41-EC98A7E52B72}" destId="{76930DEE-CCAC-45A4-B16B-7FC03B6B2FF7}" srcOrd="0" destOrd="0" presId="urn:microsoft.com/office/officeart/2005/8/layout/equation2"/>
    <dgm:cxn modelId="{AC18FAD8-5E2F-4508-B135-072A40CE9A55}" type="presParOf" srcId="{C7C11BE3-9705-4FE8-BCD2-CA11EE0A21AC}" destId="{67E0A14F-63CC-439B-8C40-950D370CDE9B}" srcOrd="2" destOrd="0" presId="urn:microsoft.com/office/officeart/2005/8/layout/equati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F8CAA9D-D82A-4E78-B1C3-AD30FBD57C2B}" type="doc">
      <dgm:prSet loTypeId="urn:microsoft.com/office/officeart/2005/8/layout/process3" loCatId="process" qsTypeId="urn:microsoft.com/office/officeart/2005/8/quickstyle/simple1" qsCatId="simple" csTypeId="urn:microsoft.com/office/officeart/2005/8/colors/colorful4" csCatId="colorful" phldr="1"/>
      <dgm:spPr/>
      <dgm:t>
        <a:bodyPr/>
        <a:lstStyle/>
        <a:p>
          <a:endParaRPr lang="en-US"/>
        </a:p>
      </dgm:t>
    </dgm:pt>
    <dgm:pt modelId="{18C0F69A-FBCE-4967-BECE-AB2E01D88C91}">
      <dgm:prSet phldrT="[Text]" custT="1"/>
      <dgm:spPr/>
      <dgm:t>
        <a:bodyPr/>
        <a:lstStyle/>
        <a:p>
          <a:r>
            <a:rPr lang="en-US" sz="1600" dirty="0"/>
            <a:t>Task request</a:t>
          </a:r>
        </a:p>
      </dgm:t>
    </dgm:pt>
    <dgm:pt modelId="{641891EE-01C6-4FBA-9E23-AADE6D4AB9F6}" type="parTrans" cxnId="{3C8B8E64-41FD-4329-A35D-AFFAA9BF92E5}">
      <dgm:prSet/>
      <dgm:spPr/>
      <dgm:t>
        <a:bodyPr/>
        <a:lstStyle/>
        <a:p>
          <a:endParaRPr lang="en-US"/>
        </a:p>
      </dgm:t>
    </dgm:pt>
    <dgm:pt modelId="{9AF1FB51-DB19-445D-9482-37E9E81722A3}" type="sibTrans" cxnId="{3C8B8E64-41FD-4329-A35D-AFFAA9BF92E5}">
      <dgm:prSet/>
      <dgm:spPr/>
      <dgm:t>
        <a:bodyPr/>
        <a:lstStyle/>
        <a:p>
          <a:endParaRPr lang="en-US"/>
        </a:p>
      </dgm:t>
    </dgm:pt>
    <dgm:pt modelId="{C90AB911-1825-4820-B179-6541D4236B33}">
      <dgm:prSet phldrT="[Text]" custT="1"/>
      <dgm:spPr/>
      <dgm:t>
        <a:bodyPr/>
        <a:lstStyle/>
        <a:p>
          <a:r>
            <a:rPr lang="en-US" sz="1400" dirty="0"/>
            <a:t>Dispatcher assigns manually </a:t>
          </a:r>
        </a:p>
      </dgm:t>
    </dgm:pt>
    <dgm:pt modelId="{59CAEFF1-ABBF-47A1-8756-FEF2A7AC9235}" type="parTrans" cxnId="{9C33C910-8A21-4A5B-9D41-EADC897C7FB7}">
      <dgm:prSet/>
      <dgm:spPr/>
      <dgm:t>
        <a:bodyPr/>
        <a:lstStyle/>
        <a:p>
          <a:endParaRPr lang="en-US"/>
        </a:p>
      </dgm:t>
    </dgm:pt>
    <dgm:pt modelId="{88DA3F15-E22B-477D-893F-35D1EE3B2B9E}" type="sibTrans" cxnId="{9C33C910-8A21-4A5B-9D41-EADC897C7FB7}">
      <dgm:prSet/>
      <dgm:spPr/>
      <dgm:t>
        <a:bodyPr/>
        <a:lstStyle/>
        <a:p>
          <a:endParaRPr lang="en-US"/>
        </a:p>
      </dgm:t>
    </dgm:pt>
    <dgm:pt modelId="{455CC2B4-AFE7-4384-9598-00D650039327}">
      <dgm:prSet phldrT="[Text]" custT="1"/>
      <dgm:spPr/>
      <dgm:t>
        <a:bodyPr/>
        <a:lstStyle/>
        <a:p>
          <a:pPr>
            <a:buFontTx/>
            <a:buChar char="-"/>
          </a:pPr>
          <a:r>
            <a:rPr lang="en-US" sz="1500" dirty="0"/>
            <a:t>Relies on availability or location only</a:t>
          </a:r>
        </a:p>
      </dgm:t>
    </dgm:pt>
    <dgm:pt modelId="{580DD6E5-790B-41A8-AF34-FB3ADA76E14A}" type="parTrans" cxnId="{5B5E8F87-A0D4-4169-A5FB-BB72EA1D7D9C}">
      <dgm:prSet/>
      <dgm:spPr/>
      <dgm:t>
        <a:bodyPr/>
        <a:lstStyle/>
        <a:p>
          <a:endParaRPr lang="en-US"/>
        </a:p>
      </dgm:t>
    </dgm:pt>
    <dgm:pt modelId="{1A5FAEF2-30F4-40B6-98DA-FD2A799A3801}" type="sibTrans" cxnId="{5B5E8F87-A0D4-4169-A5FB-BB72EA1D7D9C}">
      <dgm:prSet/>
      <dgm:spPr/>
      <dgm:t>
        <a:bodyPr/>
        <a:lstStyle/>
        <a:p>
          <a:endParaRPr lang="en-US"/>
        </a:p>
      </dgm:t>
    </dgm:pt>
    <dgm:pt modelId="{F577CACE-3861-49AC-A270-765223AF8FD3}">
      <dgm:prSet phldrT="[Text]" custT="1"/>
      <dgm:spPr/>
      <dgm:t>
        <a:bodyPr/>
        <a:lstStyle/>
        <a:p>
          <a:pPr>
            <a:buFontTx/>
            <a:buChar char="-"/>
          </a:pPr>
          <a:r>
            <a:rPr lang="en-US" sz="1500" dirty="0"/>
            <a:t>Frequent mismatches</a:t>
          </a:r>
        </a:p>
      </dgm:t>
    </dgm:pt>
    <dgm:pt modelId="{FFD653DC-FF22-4FC5-9D4F-3B19AA5E0F9A}" type="parTrans" cxnId="{C8F48D19-F836-4B12-9E20-E4D7EE4E935E}">
      <dgm:prSet/>
      <dgm:spPr/>
      <dgm:t>
        <a:bodyPr/>
        <a:lstStyle/>
        <a:p>
          <a:endParaRPr lang="en-US"/>
        </a:p>
      </dgm:t>
    </dgm:pt>
    <dgm:pt modelId="{4DAD7255-981C-4E7B-8876-A387659A41F7}" type="sibTrans" cxnId="{C8F48D19-F836-4B12-9E20-E4D7EE4E935E}">
      <dgm:prSet/>
      <dgm:spPr/>
      <dgm:t>
        <a:bodyPr/>
        <a:lstStyle/>
        <a:p>
          <a:endParaRPr lang="en-US"/>
        </a:p>
      </dgm:t>
    </dgm:pt>
    <dgm:pt modelId="{B9BD071B-A941-4734-8ED2-F0B4B3AC7821}">
      <dgm:prSet custT="1"/>
      <dgm:spPr/>
      <dgm:t>
        <a:bodyPr/>
        <a:lstStyle/>
        <a:p>
          <a:r>
            <a:rPr lang="en-US" sz="1550" dirty="0"/>
            <a:t>Task execution </a:t>
          </a:r>
        </a:p>
      </dgm:t>
    </dgm:pt>
    <dgm:pt modelId="{1CABA7D1-8136-45B0-B166-55E01E7EE1CC}" type="parTrans" cxnId="{9D99BD3C-464C-4557-930F-80F2706F5154}">
      <dgm:prSet/>
      <dgm:spPr/>
      <dgm:t>
        <a:bodyPr/>
        <a:lstStyle/>
        <a:p>
          <a:endParaRPr lang="en-US"/>
        </a:p>
      </dgm:t>
    </dgm:pt>
    <dgm:pt modelId="{316FDFFA-5202-4B7E-AB87-EF2C4DB89629}" type="sibTrans" cxnId="{9D99BD3C-464C-4557-930F-80F2706F5154}">
      <dgm:prSet/>
      <dgm:spPr/>
      <dgm:t>
        <a:bodyPr/>
        <a:lstStyle/>
        <a:p>
          <a:endParaRPr lang="en-US"/>
        </a:p>
      </dgm:t>
    </dgm:pt>
    <dgm:pt modelId="{009202B8-7599-44B4-B66C-F1E3124DCACF}">
      <dgm:prSet custT="1"/>
      <dgm:spPr/>
      <dgm:t>
        <a:bodyPr/>
        <a:lstStyle/>
        <a:p>
          <a:r>
            <a:rPr lang="en-US" sz="1800" dirty="0"/>
            <a:t>Outcome</a:t>
          </a:r>
        </a:p>
      </dgm:t>
    </dgm:pt>
    <dgm:pt modelId="{01E9FF68-2FCB-402C-83DD-B1B23BBA20E1}" type="parTrans" cxnId="{C2BF0B99-1E2C-4950-953F-BDEB694E322B}">
      <dgm:prSet/>
      <dgm:spPr/>
      <dgm:t>
        <a:bodyPr/>
        <a:lstStyle/>
        <a:p>
          <a:endParaRPr lang="en-US"/>
        </a:p>
      </dgm:t>
    </dgm:pt>
    <dgm:pt modelId="{9CE1B568-61C0-46A4-ADC3-A3A376248F70}" type="sibTrans" cxnId="{C2BF0B99-1E2C-4950-953F-BDEB694E322B}">
      <dgm:prSet/>
      <dgm:spPr/>
      <dgm:t>
        <a:bodyPr/>
        <a:lstStyle/>
        <a:p>
          <a:endParaRPr lang="en-US"/>
        </a:p>
      </dgm:t>
    </dgm:pt>
    <dgm:pt modelId="{0B61942D-0B06-4685-AD45-AF4DCBE36EFB}">
      <dgm:prSet custT="1"/>
      <dgm:spPr/>
      <dgm:t>
        <a:bodyPr/>
        <a:lstStyle/>
        <a:p>
          <a:pPr>
            <a:buFontTx/>
            <a:buChar char="-"/>
          </a:pPr>
          <a:r>
            <a:rPr lang="en-US" sz="1600" dirty="0"/>
            <a:t>Customer frustration</a:t>
          </a:r>
        </a:p>
      </dgm:t>
    </dgm:pt>
    <dgm:pt modelId="{9C0052C8-6AF3-4487-8EB8-D477FB112EF9}" type="parTrans" cxnId="{3533863E-4A7F-402F-A990-0A77CA3DCD21}">
      <dgm:prSet/>
      <dgm:spPr/>
      <dgm:t>
        <a:bodyPr/>
        <a:lstStyle/>
        <a:p>
          <a:endParaRPr lang="en-US"/>
        </a:p>
      </dgm:t>
    </dgm:pt>
    <dgm:pt modelId="{68A42297-99DF-4ED5-AE37-918C83E77881}" type="sibTrans" cxnId="{3533863E-4A7F-402F-A990-0A77CA3DCD21}">
      <dgm:prSet/>
      <dgm:spPr/>
      <dgm:t>
        <a:bodyPr/>
        <a:lstStyle/>
        <a:p>
          <a:endParaRPr lang="en-US"/>
        </a:p>
      </dgm:t>
    </dgm:pt>
    <dgm:pt modelId="{3639AD7A-DCA0-45C1-BB1E-96B570F69CB9}">
      <dgm:prSet custT="1"/>
      <dgm:spPr/>
      <dgm:t>
        <a:bodyPr/>
        <a:lstStyle/>
        <a:p>
          <a:pPr>
            <a:buFontTx/>
            <a:buChar char="-"/>
          </a:pPr>
          <a:r>
            <a:rPr lang="en-US" sz="1400" dirty="0"/>
            <a:t>Technician frustration &amp; burnout</a:t>
          </a:r>
        </a:p>
      </dgm:t>
    </dgm:pt>
    <dgm:pt modelId="{193503DA-DE04-4EC3-96D2-8B903A205EB7}" type="parTrans" cxnId="{B65C35B5-A21A-49E7-8BE6-9EE96C9EAEB4}">
      <dgm:prSet/>
      <dgm:spPr/>
      <dgm:t>
        <a:bodyPr/>
        <a:lstStyle/>
        <a:p>
          <a:endParaRPr lang="en-US"/>
        </a:p>
      </dgm:t>
    </dgm:pt>
    <dgm:pt modelId="{658C7F4E-6022-4993-9999-596DA5B16E2E}" type="sibTrans" cxnId="{B65C35B5-A21A-49E7-8BE6-9EE96C9EAEB4}">
      <dgm:prSet/>
      <dgm:spPr/>
      <dgm:t>
        <a:bodyPr/>
        <a:lstStyle/>
        <a:p>
          <a:endParaRPr lang="en-US"/>
        </a:p>
      </dgm:t>
    </dgm:pt>
    <dgm:pt modelId="{FD67923F-9DD0-43B1-9834-8D2EF63B539F}">
      <dgm:prSet phldrT="[Text]" custT="1"/>
      <dgm:spPr/>
      <dgm:t>
        <a:bodyPr/>
        <a:lstStyle/>
        <a:p>
          <a:pPr>
            <a:buFontTx/>
            <a:buChar char="-"/>
          </a:pPr>
          <a:r>
            <a:rPr lang="en-US" sz="1600" dirty="0"/>
            <a:t>Customer schedules technician service requests</a:t>
          </a:r>
        </a:p>
      </dgm:t>
    </dgm:pt>
    <dgm:pt modelId="{E83A6F6A-9D36-473D-99C7-675356D09573}" type="sibTrans" cxnId="{6D09D5EC-1038-4424-9809-12357B95E75C}">
      <dgm:prSet/>
      <dgm:spPr/>
      <dgm:t>
        <a:bodyPr/>
        <a:lstStyle/>
        <a:p>
          <a:endParaRPr lang="en-US"/>
        </a:p>
      </dgm:t>
    </dgm:pt>
    <dgm:pt modelId="{FB0802F9-2CC3-4B00-9D0E-51CA4ACC3E1E}" type="parTrans" cxnId="{6D09D5EC-1038-4424-9809-12357B95E75C}">
      <dgm:prSet/>
      <dgm:spPr/>
      <dgm:t>
        <a:bodyPr/>
        <a:lstStyle/>
        <a:p>
          <a:endParaRPr lang="en-US"/>
        </a:p>
      </dgm:t>
    </dgm:pt>
    <dgm:pt modelId="{440C6A1C-0828-4693-A0CE-BF66E4A11D14}">
      <dgm:prSet phldrT="[Text]" custT="1"/>
      <dgm:spPr/>
      <dgm:t>
        <a:bodyPr/>
        <a:lstStyle/>
        <a:p>
          <a:r>
            <a:rPr lang="en-US" sz="1600" dirty="0"/>
            <a:t>Technician assigned randomly </a:t>
          </a:r>
        </a:p>
      </dgm:t>
    </dgm:pt>
    <dgm:pt modelId="{9B19FA0D-9444-488B-B8ED-5154C69385B2}" type="parTrans" cxnId="{35192AA9-F4A4-4C7A-8C65-F0FFC8A3FE51}">
      <dgm:prSet/>
      <dgm:spPr/>
      <dgm:t>
        <a:bodyPr/>
        <a:lstStyle/>
        <a:p>
          <a:endParaRPr lang="en-US"/>
        </a:p>
      </dgm:t>
    </dgm:pt>
    <dgm:pt modelId="{FE7F54ED-8986-48CF-9173-7517332841D1}" type="sibTrans" cxnId="{35192AA9-F4A4-4C7A-8C65-F0FFC8A3FE51}">
      <dgm:prSet/>
      <dgm:spPr/>
      <dgm:t>
        <a:bodyPr/>
        <a:lstStyle/>
        <a:p>
          <a:endParaRPr lang="en-US"/>
        </a:p>
      </dgm:t>
    </dgm:pt>
    <dgm:pt modelId="{A6753091-0F0B-40A2-B531-F79E9C078A38}" type="pres">
      <dgm:prSet presAssocID="{5F8CAA9D-D82A-4E78-B1C3-AD30FBD57C2B}" presName="linearFlow" presStyleCnt="0">
        <dgm:presLayoutVars>
          <dgm:dir/>
          <dgm:animLvl val="lvl"/>
          <dgm:resizeHandles val="exact"/>
        </dgm:presLayoutVars>
      </dgm:prSet>
      <dgm:spPr/>
    </dgm:pt>
    <dgm:pt modelId="{1293E909-746C-471D-B836-00CE05639476}" type="pres">
      <dgm:prSet presAssocID="{18C0F69A-FBCE-4967-BECE-AB2E01D88C91}" presName="composite" presStyleCnt="0"/>
      <dgm:spPr/>
    </dgm:pt>
    <dgm:pt modelId="{93E61717-2039-478C-9875-0A72E8F00AF8}" type="pres">
      <dgm:prSet presAssocID="{18C0F69A-FBCE-4967-BECE-AB2E01D88C91}" presName="parTx" presStyleLbl="node1" presStyleIdx="0" presStyleCnt="5">
        <dgm:presLayoutVars>
          <dgm:chMax val="0"/>
          <dgm:chPref val="0"/>
          <dgm:bulletEnabled val="1"/>
        </dgm:presLayoutVars>
      </dgm:prSet>
      <dgm:spPr/>
    </dgm:pt>
    <dgm:pt modelId="{927D82D3-02F0-419C-862A-13E999653E22}" type="pres">
      <dgm:prSet presAssocID="{18C0F69A-FBCE-4967-BECE-AB2E01D88C91}" presName="parSh" presStyleLbl="node1" presStyleIdx="0" presStyleCnt="5" custScaleY="96460" custLinFactNeighborX="7867" custLinFactNeighborY="25731"/>
      <dgm:spPr/>
    </dgm:pt>
    <dgm:pt modelId="{26E2DB53-DFF1-4235-8F86-4184067A26FB}" type="pres">
      <dgm:prSet presAssocID="{18C0F69A-FBCE-4967-BECE-AB2E01D88C91}" presName="desTx" presStyleLbl="fgAcc1" presStyleIdx="0" presStyleCnt="5" custScaleY="96831" custLinFactNeighborX="5285" custLinFactNeighborY="4428">
        <dgm:presLayoutVars>
          <dgm:bulletEnabled val="1"/>
        </dgm:presLayoutVars>
      </dgm:prSet>
      <dgm:spPr/>
    </dgm:pt>
    <dgm:pt modelId="{29345F63-C045-47FF-841E-0469DD9BAB98}" type="pres">
      <dgm:prSet presAssocID="{9AF1FB51-DB19-445D-9482-37E9E81722A3}" presName="sibTrans" presStyleLbl="sibTrans2D1" presStyleIdx="0" presStyleCnt="4"/>
      <dgm:spPr/>
    </dgm:pt>
    <dgm:pt modelId="{05A5115B-9C4B-470E-BD86-CA1ADFD7DF9E}" type="pres">
      <dgm:prSet presAssocID="{9AF1FB51-DB19-445D-9482-37E9E81722A3}" presName="connTx" presStyleLbl="sibTrans2D1" presStyleIdx="0" presStyleCnt="4"/>
      <dgm:spPr/>
    </dgm:pt>
    <dgm:pt modelId="{061F18C6-0FF0-4C44-9CED-CBF63B6FAB2F}" type="pres">
      <dgm:prSet presAssocID="{C90AB911-1825-4820-B179-6541D4236B33}" presName="composite" presStyleCnt="0"/>
      <dgm:spPr/>
    </dgm:pt>
    <dgm:pt modelId="{418AD4DD-3539-4CAE-AC6C-CB58F244DA50}" type="pres">
      <dgm:prSet presAssocID="{C90AB911-1825-4820-B179-6541D4236B33}" presName="parTx" presStyleLbl="node1" presStyleIdx="0" presStyleCnt="5">
        <dgm:presLayoutVars>
          <dgm:chMax val="0"/>
          <dgm:chPref val="0"/>
          <dgm:bulletEnabled val="1"/>
        </dgm:presLayoutVars>
      </dgm:prSet>
      <dgm:spPr/>
    </dgm:pt>
    <dgm:pt modelId="{71D6746F-2EF7-475B-8E92-9C69D0813D5E}" type="pres">
      <dgm:prSet presAssocID="{C90AB911-1825-4820-B179-6541D4236B33}" presName="parSh" presStyleLbl="node1" presStyleIdx="1" presStyleCnt="5" custScaleX="109217" custLinFactNeighborX="4229" custLinFactNeighborY="5125"/>
      <dgm:spPr/>
    </dgm:pt>
    <dgm:pt modelId="{F11AF00A-D95F-4C00-B989-BCF3BE3AEDEB}" type="pres">
      <dgm:prSet presAssocID="{C90AB911-1825-4820-B179-6541D4236B33}" presName="desTx" presStyleLbl="fgAcc1" presStyleIdx="1" presStyleCnt="5" custScaleY="86078" custLinFactNeighborX="846" custLinFactNeighborY="973">
        <dgm:presLayoutVars>
          <dgm:bulletEnabled val="1"/>
        </dgm:presLayoutVars>
      </dgm:prSet>
      <dgm:spPr/>
    </dgm:pt>
    <dgm:pt modelId="{6D7A0BBF-9F8C-4A6B-A8F8-34688F4D0BCC}" type="pres">
      <dgm:prSet presAssocID="{88DA3F15-E22B-477D-893F-35D1EE3B2B9E}" presName="sibTrans" presStyleLbl="sibTrans2D1" presStyleIdx="1" presStyleCnt="4"/>
      <dgm:spPr/>
    </dgm:pt>
    <dgm:pt modelId="{9E9F8A59-10BB-4B32-9340-0D635F727BD0}" type="pres">
      <dgm:prSet presAssocID="{88DA3F15-E22B-477D-893F-35D1EE3B2B9E}" presName="connTx" presStyleLbl="sibTrans2D1" presStyleIdx="1" presStyleCnt="4"/>
      <dgm:spPr/>
    </dgm:pt>
    <dgm:pt modelId="{BCC6D2B6-3B41-4DA7-B7D6-285014CCE6FA}" type="pres">
      <dgm:prSet presAssocID="{440C6A1C-0828-4693-A0CE-BF66E4A11D14}" presName="composite" presStyleCnt="0"/>
      <dgm:spPr/>
    </dgm:pt>
    <dgm:pt modelId="{1965AFD5-1B63-4774-A937-A79561AF8E66}" type="pres">
      <dgm:prSet presAssocID="{440C6A1C-0828-4693-A0CE-BF66E4A11D14}" presName="parTx" presStyleLbl="node1" presStyleIdx="1" presStyleCnt="5">
        <dgm:presLayoutVars>
          <dgm:chMax val="0"/>
          <dgm:chPref val="0"/>
          <dgm:bulletEnabled val="1"/>
        </dgm:presLayoutVars>
      </dgm:prSet>
      <dgm:spPr/>
    </dgm:pt>
    <dgm:pt modelId="{427E87E7-8482-4626-81A7-A6A79D211653}" type="pres">
      <dgm:prSet presAssocID="{440C6A1C-0828-4693-A0CE-BF66E4A11D14}" presName="parSh" presStyleLbl="node1" presStyleIdx="2" presStyleCnt="5" custScaleY="112375" custLinFactNeighborX="-3807" custLinFactNeighborY="-19394"/>
      <dgm:spPr/>
    </dgm:pt>
    <dgm:pt modelId="{1AF180F8-E441-4269-8A87-5F0348086CBD}" type="pres">
      <dgm:prSet presAssocID="{440C6A1C-0828-4693-A0CE-BF66E4A11D14}" presName="desTx" presStyleLbl="fgAcc1" presStyleIdx="2" presStyleCnt="5" custScaleY="74387" custLinFactNeighborY="-8072">
        <dgm:presLayoutVars>
          <dgm:bulletEnabled val="1"/>
        </dgm:presLayoutVars>
      </dgm:prSet>
      <dgm:spPr/>
    </dgm:pt>
    <dgm:pt modelId="{BFF7EE14-AF04-4327-A5DB-535B3C98452F}" type="pres">
      <dgm:prSet presAssocID="{FE7F54ED-8986-48CF-9173-7517332841D1}" presName="sibTrans" presStyleLbl="sibTrans2D1" presStyleIdx="2" presStyleCnt="4"/>
      <dgm:spPr/>
    </dgm:pt>
    <dgm:pt modelId="{0E21A4A0-129D-45FE-94FC-4DA89E7F5B43}" type="pres">
      <dgm:prSet presAssocID="{FE7F54ED-8986-48CF-9173-7517332841D1}" presName="connTx" presStyleLbl="sibTrans2D1" presStyleIdx="2" presStyleCnt="4"/>
      <dgm:spPr/>
    </dgm:pt>
    <dgm:pt modelId="{BF7DCC4B-5152-4C6B-8E58-5DB8592C0AFD}" type="pres">
      <dgm:prSet presAssocID="{B9BD071B-A941-4734-8ED2-F0B4B3AC7821}" presName="composite" presStyleCnt="0"/>
      <dgm:spPr/>
    </dgm:pt>
    <dgm:pt modelId="{D21A3802-E354-4ED2-A15E-AD3498A2D5AB}" type="pres">
      <dgm:prSet presAssocID="{B9BD071B-A941-4734-8ED2-F0B4B3AC7821}" presName="parTx" presStyleLbl="node1" presStyleIdx="2" presStyleCnt="5">
        <dgm:presLayoutVars>
          <dgm:chMax val="0"/>
          <dgm:chPref val="0"/>
          <dgm:bulletEnabled val="1"/>
        </dgm:presLayoutVars>
      </dgm:prSet>
      <dgm:spPr/>
    </dgm:pt>
    <dgm:pt modelId="{969FA144-7833-488F-A55A-1F624475AC0E}" type="pres">
      <dgm:prSet presAssocID="{B9BD071B-A941-4734-8ED2-F0B4B3AC7821}" presName="parSh" presStyleLbl="node1" presStyleIdx="3" presStyleCnt="5" custLinFactNeighborX="1693" custLinFactNeighborY="-13214"/>
      <dgm:spPr/>
    </dgm:pt>
    <dgm:pt modelId="{86F3F724-5FD4-4993-A935-D47E380DF994}" type="pres">
      <dgm:prSet presAssocID="{B9BD071B-A941-4734-8ED2-F0B4B3AC7821}" presName="desTx" presStyleLbl="fgAcc1" presStyleIdx="3" presStyleCnt="5" custScaleY="86378" custLinFactNeighborX="-846" custLinFactNeighborY="-13844">
        <dgm:presLayoutVars>
          <dgm:bulletEnabled val="1"/>
        </dgm:presLayoutVars>
      </dgm:prSet>
      <dgm:spPr/>
    </dgm:pt>
    <dgm:pt modelId="{0E3CEF6E-9B86-46C4-9854-03CB70332758}" type="pres">
      <dgm:prSet presAssocID="{316FDFFA-5202-4B7E-AB87-EF2C4DB89629}" presName="sibTrans" presStyleLbl="sibTrans2D1" presStyleIdx="3" presStyleCnt="4"/>
      <dgm:spPr/>
    </dgm:pt>
    <dgm:pt modelId="{FA45E3AE-F034-43A7-9A65-2BEB0596C55E}" type="pres">
      <dgm:prSet presAssocID="{316FDFFA-5202-4B7E-AB87-EF2C4DB89629}" presName="connTx" presStyleLbl="sibTrans2D1" presStyleIdx="3" presStyleCnt="4"/>
      <dgm:spPr/>
    </dgm:pt>
    <dgm:pt modelId="{B981A847-3F92-4A07-AE45-9F5D18B8920A}" type="pres">
      <dgm:prSet presAssocID="{009202B8-7599-44B4-B66C-F1E3124DCACF}" presName="composite" presStyleCnt="0"/>
      <dgm:spPr/>
    </dgm:pt>
    <dgm:pt modelId="{E0492135-C5C1-45CA-BA4E-6CA49361A48F}" type="pres">
      <dgm:prSet presAssocID="{009202B8-7599-44B4-B66C-F1E3124DCACF}" presName="parTx" presStyleLbl="node1" presStyleIdx="3" presStyleCnt="5">
        <dgm:presLayoutVars>
          <dgm:chMax val="0"/>
          <dgm:chPref val="0"/>
          <dgm:bulletEnabled val="1"/>
        </dgm:presLayoutVars>
      </dgm:prSet>
      <dgm:spPr/>
    </dgm:pt>
    <dgm:pt modelId="{A67D30E2-05ED-4949-B9CB-52F7AD647B2B}" type="pres">
      <dgm:prSet presAssocID="{009202B8-7599-44B4-B66C-F1E3124DCACF}" presName="parSh" presStyleLbl="node1" presStyleIdx="4" presStyleCnt="5" custLinFactNeighborY="-13214"/>
      <dgm:spPr/>
    </dgm:pt>
    <dgm:pt modelId="{52124CBC-0F76-48B5-9E0E-3FE2EB0F1567}" type="pres">
      <dgm:prSet presAssocID="{009202B8-7599-44B4-B66C-F1E3124DCACF}" presName="desTx" presStyleLbl="fgAcc1" presStyleIdx="4" presStyleCnt="5">
        <dgm:presLayoutVars>
          <dgm:bulletEnabled val="1"/>
        </dgm:presLayoutVars>
      </dgm:prSet>
      <dgm:spPr/>
    </dgm:pt>
  </dgm:ptLst>
  <dgm:cxnLst>
    <dgm:cxn modelId="{8BB74B09-8045-478A-9C65-10C5E3EAE76C}" type="presOf" srcId="{0B61942D-0B06-4685-AD45-AF4DCBE36EFB}" destId="{52124CBC-0F76-48B5-9E0E-3FE2EB0F1567}" srcOrd="0" destOrd="0" presId="urn:microsoft.com/office/officeart/2005/8/layout/process3"/>
    <dgm:cxn modelId="{9C33C910-8A21-4A5B-9D41-EADC897C7FB7}" srcId="{5F8CAA9D-D82A-4E78-B1C3-AD30FBD57C2B}" destId="{C90AB911-1825-4820-B179-6541D4236B33}" srcOrd="1" destOrd="0" parTransId="{59CAEFF1-ABBF-47A1-8756-FEF2A7AC9235}" sibTransId="{88DA3F15-E22B-477D-893F-35D1EE3B2B9E}"/>
    <dgm:cxn modelId="{DA4F1B11-60DF-4DB0-B4F0-06C69AA15344}" type="presOf" srcId="{440C6A1C-0828-4693-A0CE-BF66E4A11D14}" destId="{427E87E7-8482-4626-81A7-A6A79D211653}" srcOrd="1" destOrd="0" presId="urn:microsoft.com/office/officeart/2005/8/layout/process3"/>
    <dgm:cxn modelId="{C8F48D19-F836-4B12-9E20-E4D7EE4E935E}" srcId="{440C6A1C-0828-4693-A0CE-BF66E4A11D14}" destId="{F577CACE-3861-49AC-A270-765223AF8FD3}" srcOrd="0" destOrd="0" parTransId="{FFD653DC-FF22-4FC5-9D4F-3B19AA5E0F9A}" sibTransId="{4DAD7255-981C-4E7B-8876-A387659A41F7}"/>
    <dgm:cxn modelId="{BB40B321-D70C-41AC-9FC7-2E1FB8582E11}" type="presOf" srcId="{FE7F54ED-8986-48CF-9173-7517332841D1}" destId="{0E21A4A0-129D-45FE-94FC-4DA89E7F5B43}" srcOrd="1" destOrd="0" presId="urn:microsoft.com/office/officeart/2005/8/layout/process3"/>
    <dgm:cxn modelId="{123EB921-D623-4A5B-95B7-0647440F935B}" type="presOf" srcId="{316FDFFA-5202-4B7E-AB87-EF2C4DB89629}" destId="{FA45E3AE-F034-43A7-9A65-2BEB0596C55E}" srcOrd="1" destOrd="0" presId="urn:microsoft.com/office/officeart/2005/8/layout/process3"/>
    <dgm:cxn modelId="{46A80F23-D7E5-4545-B08F-34CD63E3590C}" type="presOf" srcId="{F577CACE-3861-49AC-A270-765223AF8FD3}" destId="{1AF180F8-E441-4269-8A87-5F0348086CBD}" srcOrd="0" destOrd="0" presId="urn:microsoft.com/office/officeart/2005/8/layout/process3"/>
    <dgm:cxn modelId="{684B8B3B-3629-41F2-8685-B24786A0ADC1}" type="presOf" srcId="{88DA3F15-E22B-477D-893F-35D1EE3B2B9E}" destId="{6D7A0BBF-9F8C-4A6B-A8F8-34688F4D0BCC}" srcOrd="0" destOrd="0" presId="urn:microsoft.com/office/officeart/2005/8/layout/process3"/>
    <dgm:cxn modelId="{9D99BD3C-464C-4557-930F-80F2706F5154}" srcId="{5F8CAA9D-D82A-4E78-B1C3-AD30FBD57C2B}" destId="{B9BD071B-A941-4734-8ED2-F0B4B3AC7821}" srcOrd="3" destOrd="0" parTransId="{1CABA7D1-8136-45B0-B166-55E01E7EE1CC}" sibTransId="{316FDFFA-5202-4B7E-AB87-EF2C4DB89629}"/>
    <dgm:cxn modelId="{3533863E-4A7F-402F-A990-0A77CA3DCD21}" srcId="{009202B8-7599-44B4-B66C-F1E3124DCACF}" destId="{0B61942D-0B06-4685-AD45-AF4DCBE36EFB}" srcOrd="0" destOrd="0" parTransId="{9C0052C8-6AF3-4487-8EB8-D477FB112EF9}" sibTransId="{68A42297-99DF-4ED5-AE37-918C83E77881}"/>
    <dgm:cxn modelId="{C63F5961-4F28-418A-80E9-16EB65FDEA73}" type="presOf" srcId="{9AF1FB51-DB19-445D-9482-37E9E81722A3}" destId="{05A5115B-9C4B-470E-BD86-CA1ADFD7DF9E}" srcOrd="1" destOrd="0" presId="urn:microsoft.com/office/officeart/2005/8/layout/process3"/>
    <dgm:cxn modelId="{B2FB1A43-93F5-40F6-BA40-DF0687B41599}" type="presOf" srcId="{009202B8-7599-44B4-B66C-F1E3124DCACF}" destId="{E0492135-C5C1-45CA-BA4E-6CA49361A48F}" srcOrd="0" destOrd="0" presId="urn:microsoft.com/office/officeart/2005/8/layout/process3"/>
    <dgm:cxn modelId="{3C8B8E64-41FD-4329-A35D-AFFAA9BF92E5}" srcId="{5F8CAA9D-D82A-4E78-B1C3-AD30FBD57C2B}" destId="{18C0F69A-FBCE-4967-BECE-AB2E01D88C91}" srcOrd="0" destOrd="0" parTransId="{641891EE-01C6-4FBA-9E23-AADE6D4AB9F6}" sibTransId="{9AF1FB51-DB19-445D-9482-37E9E81722A3}"/>
    <dgm:cxn modelId="{A9DC6072-9799-4182-8C44-6DB8E91415C8}" type="presOf" srcId="{455CC2B4-AFE7-4384-9598-00D650039327}" destId="{F11AF00A-D95F-4C00-B989-BCF3BE3AEDEB}" srcOrd="0" destOrd="0" presId="urn:microsoft.com/office/officeart/2005/8/layout/process3"/>
    <dgm:cxn modelId="{F049967A-C67C-485C-9F84-692E6E13E5E1}" type="presOf" srcId="{C90AB911-1825-4820-B179-6541D4236B33}" destId="{71D6746F-2EF7-475B-8E92-9C69D0813D5E}" srcOrd="1" destOrd="0" presId="urn:microsoft.com/office/officeart/2005/8/layout/process3"/>
    <dgm:cxn modelId="{5B5E8F87-A0D4-4169-A5FB-BB72EA1D7D9C}" srcId="{C90AB911-1825-4820-B179-6541D4236B33}" destId="{455CC2B4-AFE7-4384-9598-00D650039327}" srcOrd="0" destOrd="0" parTransId="{580DD6E5-790B-41A8-AF34-FB3ADA76E14A}" sibTransId="{1A5FAEF2-30F4-40B6-98DA-FD2A799A3801}"/>
    <dgm:cxn modelId="{93DC388F-5117-409B-9C23-039B47351D07}" type="presOf" srcId="{88DA3F15-E22B-477D-893F-35D1EE3B2B9E}" destId="{9E9F8A59-10BB-4B32-9340-0D635F727BD0}" srcOrd="1" destOrd="0" presId="urn:microsoft.com/office/officeart/2005/8/layout/process3"/>
    <dgm:cxn modelId="{59368195-5B10-46CB-B55A-E56B8360E455}" type="presOf" srcId="{C90AB911-1825-4820-B179-6541D4236B33}" destId="{418AD4DD-3539-4CAE-AC6C-CB58F244DA50}" srcOrd="0" destOrd="0" presId="urn:microsoft.com/office/officeart/2005/8/layout/process3"/>
    <dgm:cxn modelId="{2750FC97-0889-4DA1-9EB7-8250B307736A}" type="presOf" srcId="{5F8CAA9D-D82A-4E78-B1C3-AD30FBD57C2B}" destId="{A6753091-0F0B-40A2-B531-F79E9C078A38}" srcOrd="0" destOrd="0" presId="urn:microsoft.com/office/officeart/2005/8/layout/process3"/>
    <dgm:cxn modelId="{C2BF0B99-1E2C-4950-953F-BDEB694E322B}" srcId="{5F8CAA9D-D82A-4E78-B1C3-AD30FBD57C2B}" destId="{009202B8-7599-44B4-B66C-F1E3124DCACF}" srcOrd="4" destOrd="0" parTransId="{01E9FF68-2FCB-402C-83DD-B1B23BBA20E1}" sibTransId="{9CE1B568-61C0-46A4-ADC3-A3A376248F70}"/>
    <dgm:cxn modelId="{8DC94DA0-8E9D-4A85-A5FC-4A35EE9B8DE4}" type="presOf" srcId="{3639AD7A-DCA0-45C1-BB1E-96B570F69CB9}" destId="{86F3F724-5FD4-4993-A935-D47E380DF994}" srcOrd="0" destOrd="0" presId="urn:microsoft.com/office/officeart/2005/8/layout/process3"/>
    <dgm:cxn modelId="{35192AA9-F4A4-4C7A-8C65-F0FFC8A3FE51}" srcId="{5F8CAA9D-D82A-4E78-B1C3-AD30FBD57C2B}" destId="{440C6A1C-0828-4693-A0CE-BF66E4A11D14}" srcOrd="2" destOrd="0" parTransId="{9B19FA0D-9444-488B-B8ED-5154C69385B2}" sibTransId="{FE7F54ED-8986-48CF-9173-7517332841D1}"/>
    <dgm:cxn modelId="{476573B2-F6A5-41DD-8671-559C0342CF51}" type="presOf" srcId="{B9BD071B-A941-4734-8ED2-F0B4B3AC7821}" destId="{D21A3802-E354-4ED2-A15E-AD3498A2D5AB}" srcOrd="0" destOrd="0" presId="urn:microsoft.com/office/officeart/2005/8/layout/process3"/>
    <dgm:cxn modelId="{B65C35B5-A21A-49E7-8BE6-9EE96C9EAEB4}" srcId="{B9BD071B-A941-4734-8ED2-F0B4B3AC7821}" destId="{3639AD7A-DCA0-45C1-BB1E-96B570F69CB9}" srcOrd="0" destOrd="0" parTransId="{193503DA-DE04-4EC3-96D2-8B903A205EB7}" sibTransId="{658C7F4E-6022-4993-9999-596DA5B16E2E}"/>
    <dgm:cxn modelId="{6765FABE-9D77-4C41-9C22-556FBA5F9357}" type="presOf" srcId="{440C6A1C-0828-4693-A0CE-BF66E4A11D14}" destId="{1965AFD5-1B63-4774-A937-A79561AF8E66}" srcOrd="0" destOrd="0" presId="urn:microsoft.com/office/officeart/2005/8/layout/process3"/>
    <dgm:cxn modelId="{C68ABDCE-6E81-4D85-8B32-8C8096E005CB}" type="presOf" srcId="{9AF1FB51-DB19-445D-9482-37E9E81722A3}" destId="{29345F63-C045-47FF-841E-0469DD9BAB98}" srcOrd="0" destOrd="0" presId="urn:microsoft.com/office/officeart/2005/8/layout/process3"/>
    <dgm:cxn modelId="{08FDEED0-580C-47D9-9ED9-5CDFC5BE456C}" type="presOf" srcId="{B9BD071B-A941-4734-8ED2-F0B4B3AC7821}" destId="{969FA144-7833-488F-A55A-1F624475AC0E}" srcOrd="1" destOrd="0" presId="urn:microsoft.com/office/officeart/2005/8/layout/process3"/>
    <dgm:cxn modelId="{20F62ED1-4D02-4B7A-8CF3-E2FCF50DA1EA}" type="presOf" srcId="{FD67923F-9DD0-43B1-9834-8D2EF63B539F}" destId="{26E2DB53-DFF1-4235-8F86-4184067A26FB}" srcOrd="0" destOrd="0" presId="urn:microsoft.com/office/officeart/2005/8/layout/process3"/>
    <dgm:cxn modelId="{235736D3-DA89-47CA-9A05-FD84D6BA669B}" type="presOf" srcId="{009202B8-7599-44B4-B66C-F1E3124DCACF}" destId="{A67D30E2-05ED-4949-B9CB-52F7AD647B2B}" srcOrd="1" destOrd="0" presId="urn:microsoft.com/office/officeart/2005/8/layout/process3"/>
    <dgm:cxn modelId="{14CB12D4-8D1B-42AE-88C6-B2C88D44CD32}" type="presOf" srcId="{316FDFFA-5202-4B7E-AB87-EF2C4DB89629}" destId="{0E3CEF6E-9B86-46C4-9854-03CB70332758}" srcOrd="0" destOrd="0" presId="urn:microsoft.com/office/officeart/2005/8/layout/process3"/>
    <dgm:cxn modelId="{6D09D5EC-1038-4424-9809-12357B95E75C}" srcId="{18C0F69A-FBCE-4967-BECE-AB2E01D88C91}" destId="{FD67923F-9DD0-43B1-9834-8D2EF63B539F}" srcOrd="0" destOrd="0" parTransId="{FB0802F9-2CC3-4B00-9D0E-51CA4ACC3E1E}" sibTransId="{E83A6F6A-9D36-473D-99C7-675356D09573}"/>
    <dgm:cxn modelId="{07DE0CEE-4A72-4F27-86B9-A7DB34E64681}" type="presOf" srcId="{18C0F69A-FBCE-4967-BECE-AB2E01D88C91}" destId="{927D82D3-02F0-419C-862A-13E999653E22}" srcOrd="1" destOrd="0" presId="urn:microsoft.com/office/officeart/2005/8/layout/process3"/>
    <dgm:cxn modelId="{0C1ABDFC-A8C2-4BBC-A77C-9A6714085F68}" type="presOf" srcId="{FE7F54ED-8986-48CF-9173-7517332841D1}" destId="{BFF7EE14-AF04-4327-A5DB-535B3C98452F}" srcOrd="0" destOrd="0" presId="urn:microsoft.com/office/officeart/2005/8/layout/process3"/>
    <dgm:cxn modelId="{4D2DC9FF-DDE4-4A14-92FE-AA9C6CF962B0}" type="presOf" srcId="{18C0F69A-FBCE-4967-BECE-AB2E01D88C91}" destId="{93E61717-2039-478C-9875-0A72E8F00AF8}" srcOrd="0" destOrd="0" presId="urn:microsoft.com/office/officeart/2005/8/layout/process3"/>
    <dgm:cxn modelId="{B39721BD-D0EF-40BF-BA43-288D110E4D25}" type="presParOf" srcId="{A6753091-0F0B-40A2-B531-F79E9C078A38}" destId="{1293E909-746C-471D-B836-00CE05639476}" srcOrd="0" destOrd="0" presId="urn:microsoft.com/office/officeart/2005/8/layout/process3"/>
    <dgm:cxn modelId="{3F5FB627-C059-4AE6-884B-74300DE71A63}" type="presParOf" srcId="{1293E909-746C-471D-B836-00CE05639476}" destId="{93E61717-2039-478C-9875-0A72E8F00AF8}" srcOrd="0" destOrd="0" presId="urn:microsoft.com/office/officeart/2005/8/layout/process3"/>
    <dgm:cxn modelId="{24FD26A5-EC60-4534-A474-9EAD53D7C5BB}" type="presParOf" srcId="{1293E909-746C-471D-B836-00CE05639476}" destId="{927D82D3-02F0-419C-862A-13E999653E22}" srcOrd="1" destOrd="0" presId="urn:microsoft.com/office/officeart/2005/8/layout/process3"/>
    <dgm:cxn modelId="{9AE3027B-2E35-4B8F-BE42-CC054E12F8A1}" type="presParOf" srcId="{1293E909-746C-471D-B836-00CE05639476}" destId="{26E2DB53-DFF1-4235-8F86-4184067A26FB}" srcOrd="2" destOrd="0" presId="urn:microsoft.com/office/officeart/2005/8/layout/process3"/>
    <dgm:cxn modelId="{22697383-3D48-4E57-8251-A7A70A5BF123}" type="presParOf" srcId="{A6753091-0F0B-40A2-B531-F79E9C078A38}" destId="{29345F63-C045-47FF-841E-0469DD9BAB98}" srcOrd="1" destOrd="0" presId="urn:microsoft.com/office/officeart/2005/8/layout/process3"/>
    <dgm:cxn modelId="{F22A4430-F4E3-4C84-B1AD-7B98B6DA6F93}" type="presParOf" srcId="{29345F63-C045-47FF-841E-0469DD9BAB98}" destId="{05A5115B-9C4B-470E-BD86-CA1ADFD7DF9E}" srcOrd="0" destOrd="0" presId="urn:microsoft.com/office/officeart/2005/8/layout/process3"/>
    <dgm:cxn modelId="{642061D7-3054-4549-B975-0498F939D198}" type="presParOf" srcId="{A6753091-0F0B-40A2-B531-F79E9C078A38}" destId="{061F18C6-0FF0-4C44-9CED-CBF63B6FAB2F}" srcOrd="2" destOrd="0" presId="urn:microsoft.com/office/officeart/2005/8/layout/process3"/>
    <dgm:cxn modelId="{29108922-C1FC-4F00-B4E8-B5C34A2EE9B9}" type="presParOf" srcId="{061F18C6-0FF0-4C44-9CED-CBF63B6FAB2F}" destId="{418AD4DD-3539-4CAE-AC6C-CB58F244DA50}" srcOrd="0" destOrd="0" presId="urn:microsoft.com/office/officeart/2005/8/layout/process3"/>
    <dgm:cxn modelId="{D6824DDB-DE39-48F6-8DD4-13A56BC25D5F}" type="presParOf" srcId="{061F18C6-0FF0-4C44-9CED-CBF63B6FAB2F}" destId="{71D6746F-2EF7-475B-8E92-9C69D0813D5E}" srcOrd="1" destOrd="0" presId="urn:microsoft.com/office/officeart/2005/8/layout/process3"/>
    <dgm:cxn modelId="{346937AD-EC5A-4490-AA4C-F7948D7ED016}" type="presParOf" srcId="{061F18C6-0FF0-4C44-9CED-CBF63B6FAB2F}" destId="{F11AF00A-D95F-4C00-B989-BCF3BE3AEDEB}" srcOrd="2" destOrd="0" presId="urn:microsoft.com/office/officeart/2005/8/layout/process3"/>
    <dgm:cxn modelId="{061CE8B9-E539-490F-832C-5A1D9855B893}" type="presParOf" srcId="{A6753091-0F0B-40A2-B531-F79E9C078A38}" destId="{6D7A0BBF-9F8C-4A6B-A8F8-34688F4D0BCC}" srcOrd="3" destOrd="0" presId="urn:microsoft.com/office/officeart/2005/8/layout/process3"/>
    <dgm:cxn modelId="{2408AA0D-A125-4F0D-9102-479503FCEF1A}" type="presParOf" srcId="{6D7A0BBF-9F8C-4A6B-A8F8-34688F4D0BCC}" destId="{9E9F8A59-10BB-4B32-9340-0D635F727BD0}" srcOrd="0" destOrd="0" presId="urn:microsoft.com/office/officeart/2005/8/layout/process3"/>
    <dgm:cxn modelId="{65256D3E-D90E-4B1B-945C-CB1BE73323BC}" type="presParOf" srcId="{A6753091-0F0B-40A2-B531-F79E9C078A38}" destId="{BCC6D2B6-3B41-4DA7-B7D6-285014CCE6FA}" srcOrd="4" destOrd="0" presId="urn:microsoft.com/office/officeart/2005/8/layout/process3"/>
    <dgm:cxn modelId="{C227C7AC-E5F1-4B15-AE35-28B19CAB0EE6}" type="presParOf" srcId="{BCC6D2B6-3B41-4DA7-B7D6-285014CCE6FA}" destId="{1965AFD5-1B63-4774-A937-A79561AF8E66}" srcOrd="0" destOrd="0" presId="urn:microsoft.com/office/officeart/2005/8/layout/process3"/>
    <dgm:cxn modelId="{8D427160-8D88-40F6-9328-06092F54BA8D}" type="presParOf" srcId="{BCC6D2B6-3B41-4DA7-B7D6-285014CCE6FA}" destId="{427E87E7-8482-4626-81A7-A6A79D211653}" srcOrd="1" destOrd="0" presId="urn:microsoft.com/office/officeart/2005/8/layout/process3"/>
    <dgm:cxn modelId="{25D1A9AB-3F17-42EF-8064-C3252863BC03}" type="presParOf" srcId="{BCC6D2B6-3B41-4DA7-B7D6-285014CCE6FA}" destId="{1AF180F8-E441-4269-8A87-5F0348086CBD}" srcOrd="2" destOrd="0" presId="urn:microsoft.com/office/officeart/2005/8/layout/process3"/>
    <dgm:cxn modelId="{BB31766D-CCB0-4DC1-A386-8AA6F325B763}" type="presParOf" srcId="{A6753091-0F0B-40A2-B531-F79E9C078A38}" destId="{BFF7EE14-AF04-4327-A5DB-535B3C98452F}" srcOrd="5" destOrd="0" presId="urn:microsoft.com/office/officeart/2005/8/layout/process3"/>
    <dgm:cxn modelId="{3A275BF7-DDF4-40A7-A891-3ECA165B57A5}" type="presParOf" srcId="{BFF7EE14-AF04-4327-A5DB-535B3C98452F}" destId="{0E21A4A0-129D-45FE-94FC-4DA89E7F5B43}" srcOrd="0" destOrd="0" presId="urn:microsoft.com/office/officeart/2005/8/layout/process3"/>
    <dgm:cxn modelId="{3885113B-703D-40BC-9001-0428558E564E}" type="presParOf" srcId="{A6753091-0F0B-40A2-B531-F79E9C078A38}" destId="{BF7DCC4B-5152-4C6B-8E58-5DB8592C0AFD}" srcOrd="6" destOrd="0" presId="urn:microsoft.com/office/officeart/2005/8/layout/process3"/>
    <dgm:cxn modelId="{D6E80623-8B1F-4EA2-A903-83D4F7297995}" type="presParOf" srcId="{BF7DCC4B-5152-4C6B-8E58-5DB8592C0AFD}" destId="{D21A3802-E354-4ED2-A15E-AD3498A2D5AB}" srcOrd="0" destOrd="0" presId="urn:microsoft.com/office/officeart/2005/8/layout/process3"/>
    <dgm:cxn modelId="{AFCAC2CA-8F10-45F9-9331-CF335F7C03A5}" type="presParOf" srcId="{BF7DCC4B-5152-4C6B-8E58-5DB8592C0AFD}" destId="{969FA144-7833-488F-A55A-1F624475AC0E}" srcOrd="1" destOrd="0" presId="urn:microsoft.com/office/officeart/2005/8/layout/process3"/>
    <dgm:cxn modelId="{88621AAE-E380-4D0C-A4F7-07183E0B090C}" type="presParOf" srcId="{BF7DCC4B-5152-4C6B-8E58-5DB8592C0AFD}" destId="{86F3F724-5FD4-4993-A935-D47E380DF994}" srcOrd="2" destOrd="0" presId="urn:microsoft.com/office/officeart/2005/8/layout/process3"/>
    <dgm:cxn modelId="{CC0FDC25-9B84-4F27-8895-942AE3296C27}" type="presParOf" srcId="{A6753091-0F0B-40A2-B531-F79E9C078A38}" destId="{0E3CEF6E-9B86-46C4-9854-03CB70332758}" srcOrd="7" destOrd="0" presId="urn:microsoft.com/office/officeart/2005/8/layout/process3"/>
    <dgm:cxn modelId="{741945C0-54CC-4AD4-84D7-56F24345C3FA}" type="presParOf" srcId="{0E3CEF6E-9B86-46C4-9854-03CB70332758}" destId="{FA45E3AE-F034-43A7-9A65-2BEB0596C55E}" srcOrd="0" destOrd="0" presId="urn:microsoft.com/office/officeart/2005/8/layout/process3"/>
    <dgm:cxn modelId="{9B399643-160F-4366-BB79-A9BF4CE4C5F3}" type="presParOf" srcId="{A6753091-0F0B-40A2-B531-F79E9C078A38}" destId="{B981A847-3F92-4A07-AE45-9F5D18B8920A}" srcOrd="8" destOrd="0" presId="urn:microsoft.com/office/officeart/2005/8/layout/process3"/>
    <dgm:cxn modelId="{E9E45FD8-F8CD-4954-B5B2-71A5DF2EBC2D}" type="presParOf" srcId="{B981A847-3F92-4A07-AE45-9F5D18B8920A}" destId="{E0492135-C5C1-45CA-BA4E-6CA49361A48F}" srcOrd="0" destOrd="0" presId="urn:microsoft.com/office/officeart/2005/8/layout/process3"/>
    <dgm:cxn modelId="{A8618CBD-DB48-4F8C-AB7A-F068D520755A}" type="presParOf" srcId="{B981A847-3F92-4A07-AE45-9F5D18B8920A}" destId="{A67D30E2-05ED-4949-B9CB-52F7AD647B2B}" srcOrd="1" destOrd="0" presId="urn:microsoft.com/office/officeart/2005/8/layout/process3"/>
    <dgm:cxn modelId="{26F8B4A4-C082-4E6B-A00C-8F37007D70C1}" type="presParOf" srcId="{B981A847-3F92-4A07-AE45-9F5D18B8920A}" destId="{52124CBC-0F76-48B5-9E0E-3FE2EB0F1567}"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9CB7661-DAB8-414B-8F4A-C609C92C3CD7}" type="doc">
      <dgm:prSet loTypeId="urn:microsoft.com/office/officeart/2005/8/layout/hList9" loCatId="list" qsTypeId="urn:microsoft.com/office/officeart/2005/8/quickstyle/simple1" qsCatId="simple" csTypeId="urn:microsoft.com/office/officeart/2005/8/colors/accent5_2" csCatId="accent5" phldr="1"/>
      <dgm:spPr/>
      <dgm:t>
        <a:bodyPr/>
        <a:lstStyle/>
        <a:p>
          <a:endParaRPr lang="en-US"/>
        </a:p>
      </dgm:t>
    </dgm:pt>
    <dgm:pt modelId="{9B890105-9BCC-4DA8-9B86-E883EF8F4712}">
      <dgm:prSet phldrT="[Text]" phldr="0"/>
      <dgm:spPr/>
      <dgm:t>
        <a:bodyPr/>
        <a:lstStyle/>
        <a:p>
          <a:r>
            <a:rPr lang="en-US" dirty="0"/>
            <a:t>58%</a:t>
          </a:r>
        </a:p>
      </dgm:t>
    </dgm:pt>
    <dgm:pt modelId="{AA39FD0B-EDCD-4019-81F5-187D116A26A8}" type="parTrans" cxnId="{70BB576A-53AA-4FE0-8C5A-8F1417149E31}">
      <dgm:prSet/>
      <dgm:spPr/>
      <dgm:t>
        <a:bodyPr/>
        <a:lstStyle/>
        <a:p>
          <a:endParaRPr lang="en-US"/>
        </a:p>
      </dgm:t>
    </dgm:pt>
    <dgm:pt modelId="{FDB948C0-6FE0-4ADA-97E5-B036F4BC0B8B}" type="sibTrans" cxnId="{70BB576A-53AA-4FE0-8C5A-8F1417149E31}">
      <dgm:prSet/>
      <dgm:spPr/>
      <dgm:t>
        <a:bodyPr/>
        <a:lstStyle/>
        <a:p>
          <a:endParaRPr lang="en-US"/>
        </a:p>
      </dgm:t>
    </dgm:pt>
    <dgm:pt modelId="{466E0F26-3699-4948-8515-60B34655726D}">
      <dgm:prSet phldrT="[Text]" phldr="0"/>
      <dgm:spPr/>
      <dgm:t>
        <a:bodyPr/>
        <a:lstStyle/>
        <a:p>
          <a:r>
            <a:rPr lang="en-US" dirty="0"/>
            <a:t>Expertise Match Rate</a:t>
          </a:r>
        </a:p>
      </dgm:t>
    </dgm:pt>
    <dgm:pt modelId="{6D08726D-BA8C-471F-8AC1-BC701A023A7B}" type="parTrans" cxnId="{58016890-4928-4209-BAE5-9C46CF7EEDF5}">
      <dgm:prSet/>
      <dgm:spPr/>
      <dgm:t>
        <a:bodyPr/>
        <a:lstStyle/>
        <a:p>
          <a:endParaRPr lang="en-US"/>
        </a:p>
      </dgm:t>
    </dgm:pt>
    <dgm:pt modelId="{8995977F-8E66-429E-900E-FCD9AD1D87EF}" type="sibTrans" cxnId="{58016890-4928-4209-BAE5-9C46CF7EEDF5}">
      <dgm:prSet/>
      <dgm:spPr/>
      <dgm:t>
        <a:bodyPr/>
        <a:lstStyle/>
        <a:p>
          <a:endParaRPr lang="en-US"/>
        </a:p>
      </dgm:t>
    </dgm:pt>
    <dgm:pt modelId="{23E1AB7F-10A6-4C94-A4EB-C88D4F4A56BF}">
      <dgm:prSet phldrT="[Text]" phldr="0"/>
      <dgm:spPr/>
      <dgm:t>
        <a:bodyPr/>
        <a:lstStyle/>
        <a:p>
          <a:r>
            <a:rPr lang="en-US" dirty="0"/>
            <a:t>58%</a:t>
          </a:r>
        </a:p>
      </dgm:t>
    </dgm:pt>
    <dgm:pt modelId="{D0C140FB-6E64-417F-94E9-4BB6B4799048}" type="parTrans" cxnId="{A29203DE-623E-47F8-B61D-B860967A7252}">
      <dgm:prSet/>
      <dgm:spPr/>
      <dgm:t>
        <a:bodyPr/>
        <a:lstStyle/>
        <a:p>
          <a:endParaRPr lang="en-US"/>
        </a:p>
      </dgm:t>
    </dgm:pt>
    <dgm:pt modelId="{57CFC390-2E52-438C-BBDD-ADEFCD682BE0}" type="sibTrans" cxnId="{A29203DE-623E-47F8-B61D-B860967A7252}">
      <dgm:prSet/>
      <dgm:spPr/>
      <dgm:t>
        <a:bodyPr/>
        <a:lstStyle/>
        <a:p>
          <a:endParaRPr lang="en-US"/>
        </a:p>
      </dgm:t>
    </dgm:pt>
    <dgm:pt modelId="{4708DF07-021F-4981-ABCB-A70066070206}">
      <dgm:prSet phldrT="[Text]" phldr="0"/>
      <dgm:spPr/>
      <dgm:t>
        <a:bodyPr/>
        <a:lstStyle/>
        <a:p>
          <a:r>
            <a:rPr lang="en-US" dirty="0"/>
            <a:t>Task Completion Rate</a:t>
          </a:r>
        </a:p>
      </dgm:t>
    </dgm:pt>
    <dgm:pt modelId="{20EB457C-00BB-4F1F-BE6D-946E670AFFB9}" type="parTrans" cxnId="{255FAD0E-580D-4005-BC41-45CAFA066732}">
      <dgm:prSet/>
      <dgm:spPr/>
      <dgm:t>
        <a:bodyPr/>
        <a:lstStyle/>
        <a:p>
          <a:endParaRPr lang="en-US"/>
        </a:p>
      </dgm:t>
    </dgm:pt>
    <dgm:pt modelId="{F5D53BE2-0071-46E8-9555-28CB28C55FD2}" type="sibTrans" cxnId="{255FAD0E-580D-4005-BC41-45CAFA066732}">
      <dgm:prSet/>
      <dgm:spPr/>
      <dgm:t>
        <a:bodyPr/>
        <a:lstStyle/>
        <a:p>
          <a:endParaRPr lang="en-US"/>
        </a:p>
      </dgm:t>
    </dgm:pt>
    <dgm:pt modelId="{F7128399-F944-4DA6-93A5-840F859FC468}">
      <dgm:prSet phldrT="[Text]" phldr="0" custT="1"/>
      <dgm:spPr/>
      <dgm:t>
        <a:bodyPr/>
        <a:lstStyle/>
        <a:p>
          <a:r>
            <a:rPr lang="en-US" sz="1600" dirty="0"/>
            <a:t>$16.8K</a:t>
          </a:r>
        </a:p>
      </dgm:t>
    </dgm:pt>
    <dgm:pt modelId="{E0520F21-00B2-4E2C-B251-07F2829EB93F}" type="parTrans" cxnId="{DF285D76-F377-4461-A007-BBFB3DF3A86C}">
      <dgm:prSet/>
      <dgm:spPr/>
      <dgm:t>
        <a:bodyPr/>
        <a:lstStyle/>
        <a:p>
          <a:endParaRPr lang="en-US"/>
        </a:p>
      </dgm:t>
    </dgm:pt>
    <dgm:pt modelId="{565C83FF-386F-4AA8-8E99-13C50727939A}" type="sibTrans" cxnId="{DF285D76-F377-4461-A007-BBFB3DF3A86C}">
      <dgm:prSet/>
      <dgm:spPr/>
      <dgm:t>
        <a:bodyPr/>
        <a:lstStyle/>
        <a:p>
          <a:endParaRPr lang="en-US"/>
        </a:p>
      </dgm:t>
    </dgm:pt>
    <dgm:pt modelId="{A5FBBBE8-180E-49C3-B67F-15117EC363AC}">
      <dgm:prSet phldrT="[Text]" phldr="0"/>
      <dgm:spPr/>
      <dgm:t>
        <a:bodyPr/>
        <a:lstStyle/>
        <a:p>
          <a:r>
            <a:rPr lang="en-US" dirty="0"/>
            <a:t>Total Penalty Cost for Delays</a:t>
          </a:r>
        </a:p>
      </dgm:t>
    </dgm:pt>
    <dgm:pt modelId="{156C6BFA-AA18-4065-949E-60958003BA62}" type="parTrans" cxnId="{7FF7913C-053A-4469-934A-F3994D4BB76D}">
      <dgm:prSet/>
      <dgm:spPr/>
      <dgm:t>
        <a:bodyPr/>
        <a:lstStyle/>
        <a:p>
          <a:endParaRPr lang="en-US"/>
        </a:p>
      </dgm:t>
    </dgm:pt>
    <dgm:pt modelId="{22B551CC-7E8C-45FA-A636-FE3436843ADA}" type="sibTrans" cxnId="{7FF7913C-053A-4469-934A-F3994D4BB76D}">
      <dgm:prSet/>
      <dgm:spPr/>
      <dgm:t>
        <a:bodyPr/>
        <a:lstStyle/>
        <a:p>
          <a:endParaRPr lang="en-US"/>
        </a:p>
      </dgm:t>
    </dgm:pt>
    <dgm:pt modelId="{87C056D4-01A6-4EC7-BF9B-A1EE8002F67A}">
      <dgm:prSet phldrT="[Text]" phldr="0"/>
      <dgm:spPr/>
      <dgm:t>
        <a:bodyPr/>
        <a:lstStyle/>
        <a:p>
          <a:r>
            <a:rPr lang="en-US" dirty="0"/>
            <a:t>3.06</a:t>
          </a:r>
        </a:p>
      </dgm:t>
    </dgm:pt>
    <dgm:pt modelId="{A7639F87-3BE7-41A4-B58E-34B01440DC37}" type="parTrans" cxnId="{B56B6349-A105-4BF1-A576-6C8916E5E7EC}">
      <dgm:prSet/>
      <dgm:spPr/>
      <dgm:t>
        <a:bodyPr/>
        <a:lstStyle/>
        <a:p>
          <a:endParaRPr lang="en-US"/>
        </a:p>
      </dgm:t>
    </dgm:pt>
    <dgm:pt modelId="{FB086569-BC4C-455F-8E29-C90332112B28}" type="sibTrans" cxnId="{B56B6349-A105-4BF1-A576-6C8916E5E7EC}">
      <dgm:prSet/>
      <dgm:spPr/>
      <dgm:t>
        <a:bodyPr/>
        <a:lstStyle/>
        <a:p>
          <a:endParaRPr lang="en-US"/>
        </a:p>
      </dgm:t>
    </dgm:pt>
    <dgm:pt modelId="{150D63B3-8E2E-47BF-9F15-5100418BB6B2}">
      <dgm:prSet phldrT="[Text]" phldr="0"/>
      <dgm:spPr/>
      <dgm:t>
        <a:bodyPr/>
        <a:lstStyle/>
        <a:p>
          <a:r>
            <a:rPr lang="en-US" dirty="0"/>
            <a:t>Customer Satisfaction Score</a:t>
          </a:r>
        </a:p>
      </dgm:t>
    </dgm:pt>
    <dgm:pt modelId="{6FE33608-4F4E-46A3-A234-9CAB7BA9D48E}" type="parTrans" cxnId="{C115BC34-037F-4126-A19D-5175D037ED68}">
      <dgm:prSet/>
      <dgm:spPr/>
      <dgm:t>
        <a:bodyPr/>
        <a:lstStyle/>
        <a:p>
          <a:endParaRPr lang="en-US"/>
        </a:p>
      </dgm:t>
    </dgm:pt>
    <dgm:pt modelId="{D02E1C58-4D15-40B1-83A7-ACC39C5CCD39}" type="sibTrans" cxnId="{C115BC34-037F-4126-A19D-5175D037ED68}">
      <dgm:prSet/>
      <dgm:spPr/>
      <dgm:t>
        <a:bodyPr/>
        <a:lstStyle/>
        <a:p>
          <a:endParaRPr lang="en-US"/>
        </a:p>
      </dgm:t>
    </dgm:pt>
    <dgm:pt modelId="{556CD5AB-64AB-4B82-A2C7-B04018276FD1}" type="pres">
      <dgm:prSet presAssocID="{19CB7661-DAB8-414B-8F4A-C609C92C3CD7}" presName="list" presStyleCnt="0">
        <dgm:presLayoutVars>
          <dgm:dir/>
          <dgm:animLvl val="lvl"/>
        </dgm:presLayoutVars>
      </dgm:prSet>
      <dgm:spPr/>
    </dgm:pt>
    <dgm:pt modelId="{21A04068-8697-4BE5-9372-632CAA24170F}" type="pres">
      <dgm:prSet presAssocID="{9B890105-9BCC-4DA8-9B86-E883EF8F4712}" presName="posSpace" presStyleCnt="0"/>
      <dgm:spPr/>
    </dgm:pt>
    <dgm:pt modelId="{EC26946D-A54F-4A63-A888-2C3BDCE7E2DD}" type="pres">
      <dgm:prSet presAssocID="{9B890105-9BCC-4DA8-9B86-E883EF8F4712}" presName="vertFlow" presStyleCnt="0"/>
      <dgm:spPr/>
    </dgm:pt>
    <dgm:pt modelId="{49786B0F-93F0-4E76-A120-A2609F54E7C9}" type="pres">
      <dgm:prSet presAssocID="{9B890105-9BCC-4DA8-9B86-E883EF8F4712}" presName="topSpace" presStyleCnt="0"/>
      <dgm:spPr/>
    </dgm:pt>
    <dgm:pt modelId="{610E9DF5-A621-47CB-AF75-2EEA6F36BF2B}" type="pres">
      <dgm:prSet presAssocID="{9B890105-9BCC-4DA8-9B86-E883EF8F4712}" presName="firstComp" presStyleCnt="0"/>
      <dgm:spPr/>
    </dgm:pt>
    <dgm:pt modelId="{12868EE7-0729-4387-ACC6-AA97F145B758}" type="pres">
      <dgm:prSet presAssocID="{9B890105-9BCC-4DA8-9B86-E883EF8F4712}" presName="firstChild" presStyleLbl="bgAccFollowNode1" presStyleIdx="0" presStyleCnt="4"/>
      <dgm:spPr/>
    </dgm:pt>
    <dgm:pt modelId="{AA770CCB-9A58-480A-B547-4DD12A0B6201}" type="pres">
      <dgm:prSet presAssocID="{9B890105-9BCC-4DA8-9B86-E883EF8F4712}" presName="firstChildTx" presStyleLbl="bgAccFollowNode1" presStyleIdx="0" presStyleCnt="4">
        <dgm:presLayoutVars>
          <dgm:bulletEnabled val="1"/>
        </dgm:presLayoutVars>
      </dgm:prSet>
      <dgm:spPr/>
    </dgm:pt>
    <dgm:pt modelId="{4DF60D06-E871-4F38-8619-F171E630C170}" type="pres">
      <dgm:prSet presAssocID="{9B890105-9BCC-4DA8-9B86-E883EF8F4712}" presName="negSpace" presStyleCnt="0"/>
      <dgm:spPr/>
    </dgm:pt>
    <dgm:pt modelId="{FE7F598B-6C42-43BD-9C70-F775B81E9E7B}" type="pres">
      <dgm:prSet presAssocID="{9B890105-9BCC-4DA8-9B86-E883EF8F4712}" presName="circle" presStyleLbl="node1" presStyleIdx="0" presStyleCnt="4"/>
      <dgm:spPr/>
    </dgm:pt>
    <dgm:pt modelId="{845422DE-FDEF-420F-B8D6-C382953E7CB7}" type="pres">
      <dgm:prSet presAssocID="{FDB948C0-6FE0-4ADA-97E5-B036F4BC0B8B}" presName="transSpace" presStyleCnt="0"/>
      <dgm:spPr/>
    </dgm:pt>
    <dgm:pt modelId="{F74CB4FF-55DF-4961-829C-10D4EDCBA4F2}" type="pres">
      <dgm:prSet presAssocID="{23E1AB7F-10A6-4C94-A4EB-C88D4F4A56BF}" presName="posSpace" presStyleCnt="0"/>
      <dgm:spPr/>
    </dgm:pt>
    <dgm:pt modelId="{101E4141-BE47-4B02-88E4-DFCBE1382D07}" type="pres">
      <dgm:prSet presAssocID="{23E1AB7F-10A6-4C94-A4EB-C88D4F4A56BF}" presName="vertFlow" presStyleCnt="0"/>
      <dgm:spPr/>
    </dgm:pt>
    <dgm:pt modelId="{6B3AF31B-7D9C-4EBC-BD05-9BC91BC85704}" type="pres">
      <dgm:prSet presAssocID="{23E1AB7F-10A6-4C94-A4EB-C88D4F4A56BF}" presName="topSpace" presStyleCnt="0"/>
      <dgm:spPr/>
    </dgm:pt>
    <dgm:pt modelId="{6B1EBC4B-8C2E-4451-A4CB-8B6DFFDCC3F2}" type="pres">
      <dgm:prSet presAssocID="{23E1AB7F-10A6-4C94-A4EB-C88D4F4A56BF}" presName="firstComp" presStyleCnt="0"/>
      <dgm:spPr/>
    </dgm:pt>
    <dgm:pt modelId="{8815A827-B2A2-46C2-B9A4-209F2720CC8D}" type="pres">
      <dgm:prSet presAssocID="{23E1AB7F-10A6-4C94-A4EB-C88D4F4A56BF}" presName="firstChild" presStyleLbl="bgAccFollowNode1" presStyleIdx="1" presStyleCnt="4"/>
      <dgm:spPr/>
    </dgm:pt>
    <dgm:pt modelId="{8A9BA674-FAAA-45E9-982F-481B94B5F6AB}" type="pres">
      <dgm:prSet presAssocID="{23E1AB7F-10A6-4C94-A4EB-C88D4F4A56BF}" presName="firstChildTx" presStyleLbl="bgAccFollowNode1" presStyleIdx="1" presStyleCnt="4">
        <dgm:presLayoutVars>
          <dgm:bulletEnabled val="1"/>
        </dgm:presLayoutVars>
      </dgm:prSet>
      <dgm:spPr/>
    </dgm:pt>
    <dgm:pt modelId="{A17BD3FB-0CE9-4FA2-8168-7B987CCABF81}" type="pres">
      <dgm:prSet presAssocID="{23E1AB7F-10A6-4C94-A4EB-C88D4F4A56BF}" presName="negSpace" presStyleCnt="0"/>
      <dgm:spPr/>
    </dgm:pt>
    <dgm:pt modelId="{7B717EE1-3C95-4008-8FDE-1B647F94D66F}" type="pres">
      <dgm:prSet presAssocID="{23E1AB7F-10A6-4C94-A4EB-C88D4F4A56BF}" presName="circle" presStyleLbl="node1" presStyleIdx="1" presStyleCnt="4"/>
      <dgm:spPr/>
    </dgm:pt>
    <dgm:pt modelId="{85421A9F-0534-4174-B972-73FBC52301FD}" type="pres">
      <dgm:prSet presAssocID="{57CFC390-2E52-438C-BBDD-ADEFCD682BE0}" presName="transSpace" presStyleCnt="0"/>
      <dgm:spPr/>
    </dgm:pt>
    <dgm:pt modelId="{AA60141A-DF61-4356-B0F6-2EA892013B1A}" type="pres">
      <dgm:prSet presAssocID="{F7128399-F944-4DA6-93A5-840F859FC468}" presName="posSpace" presStyleCnt="0"/>
      <dgm:spPr/>
    </dgm:pt>
    <dgm:pt modelId="{B02B821F-0E19-44D2-88B7-DB43142BE6DB}" type="pres">
      <dgm:prSet presAssocID="{F7128399-F944-4DA6-93A5-840F859FC468}" presName="vertFlow" presStyleCnt="0"/>
      <dgm:spPr/>
    </dgm:pt>
    <dgm:pt modelId="{100556E8-88AC-43C8-8C7C-C609A8F4727C}" type="pres">
      <dgm:prSet presAssocID="{F7128399-F944-4DA6-93A5-840F859FC468}" presName="topSpace" presStyleCnt="0"/>
      <dgm:spPr/>
    </dgm:pt>
    <dgm:pt modelId="{3897DB62-BAC1-411A-B963-D2B086DEF33E}" type="pres">
      <dgm:prSet presAssocID="{F7128399-F944-4DA6-93A5-840F859FC468}" presName="firstComp" presStyleCnt="0"/>
      <dgm:spPr/>
    </dgm:pt>
    <dgm:pt modelId="{C725CD0C-7382-4E71-8825-8D7F2868B5C2}" type="pres">
      <dgm:prSet presAssocID="{F7128399-F944-4DA6-93A5-840F859FC468}" presName="firstChild" presStyleLbl="bgAccFollowNode1" presStyleIdx="2" presStyleCnt="4"/>
      <dgm:spPr/>
    </dgm:pt>
    <dgm:pt modelId="{BA5EB2CB-DCE7-4739-BAC3-4E4060B6FAF0}" type="pres">
      <dgm:prSet presAssocID="{F7128399-F944-4DA6-93A5-840F859FC468}" presName="firstChildTx" presStyleLbl="bgAccFollowNode1" presStyleIdx="2" presStyleCnt="4">
        <dgm:presLayoutVars>
          <dgm:bulletEnabled val="1"/>
        </dgm:presLayoutVars>
      </dgm:prSet>
      <dgm:spPr/>
    </dgm:pt>
    <dgm:pt modelId="{1AAC9D97-0310-4E23-BF0C-D48EE82ECA78}" type="pres">
      <dgm:prSet presAssocID="{F7128399-F944-4DA6-93A5-840F859FC468}" presName="negSpace" presStyleCnt="0"/>
      <dgm:spPr/>
    </dgm:pt>
    <dgm:pt modelId="{2AFF3D1C-16C6-4285-9446-AA45439E44A8}" type="pres">
      <dgm:prSet presAssocID="{F7128399-F944-4DA6-93A5-840F859FC468}" presName="circle" presStyleLbl="node1" presStyleIdx="2" presStyleCnt="4" custScaleX="107198" custLinFactNeighborX="-4150" custLinFactNeighborY="-4756"/>
      <dgm:spPr/>
    </dgm:pt>
    <dgm:pt modelId="{93C95C23-B448-4EEC-A395-9DF8AC849078}" type="pres">
      <dgm:prSet presAssocID="{565C83FF-386F-4AA8-8E99-13C50727939A}" presName="transSpace" presStyleCnt="0"/>
      <dgm:spPr/>
    </dgm:pt>
    <dgm:pt modelId="{CD017CE6-6310-4E27-9CEB-F73B4B8E718D}" type="pres">
      <dgm:prSet presAssocID="{87C056D4-01A6-4EC7-BF9B-A1EE8002F67A}" presName="posSpace" presStyleCnt="0"/>
      <dgm:spPr/>
    </dgm:pt>
    <dgm:pt modelId="{FE8A7A80-8316-4D9A-9DF2-DF063963B6B4}" type="pres">
      <dgm:prSet presAssocID="{87C056D4-01A6-4EC7-BF9B-A1EE8002F67A}" presName="vertFlow" presStyleCnt="0"/>
      <dgm:spPr/>
    </dgm:pt>
    <dgm:pt modelId="{D50455E2-5CB3-4D7F-AF92-2EE4D432378F}" type="pres">
      <dgm:prSet presAssocID="{87C056D4-01A6-4EC7-BF9B-A1EE8002F67A}" presName="topSpace" presStyleCnt="0"/>
      <dgm:spPr/>
    </dgm:pt>
    <dgm:pt modelId="{5DB8C171-A4F7-47A6-88AE-5E58CBC11132}" type="pres">
      <dgm:prSet presAssocID="{87C056D4-01A6-4EC7-BF9B-A1EE8002F67A}" presName="firstComp" presStyleCnt="0"/>
      <dgm:spPr/>
    </dgm:pt>
    <dgm:pt modelId="{F280C316-3B76-4BCE-9C73-202EDEA4C93D}" type="pres">
      <dgm:prSet presAssocID="{87C056D4-01A6-4EC7-BF9B-A1EE8002F67A}" presName="firstChild" presStyleLbl="bgAccFollowNode1" presStyleIdx="3" presStyleCnt="4"/>
      <dgm:spPr/>
    </dgm:pt>
    <dgm:pt modelId="{7EE6EBBA-FAE5-4B4D-B487-11118F7C8566}" type="pres">
      <dgm:prSet presAssocID="{87C056D4-01A6-4EC7-BF9B-A1EE8002F67A}" presName="firstChildTx" presStyleLbl="bgAccFollowNode1" presStyleIdx="3" presStyleCnt="4">
        <dgm:presLayoutVars>
          <dgm:bulletEnabled val="1"/>
        </dgm:presLayoutVars>
      </dgm:prSet>
      <dgm:spPr/>
    </dgm:pt>
    <dgm:pt modelId="{82C833CD-6DBD-4295-95BB-EAFF34E1D584}" type="pres">
      <dgm:prSet presAssocID="{87C056D4-01A6-4EC7-BF9B-A1EE8002F67A}" presName="negSpace" presStyleCnt="0"/>
      <dgm:spPr/>
    </dgm:pt>
    <dgm:pt modelId="{D521A7E5-A2BB-4BB0-A5BA-ACBEC632E650}" type="pres">
      <dgm:prSet presAssocID="{87C056D4-01A6-4EC7-BF9B-A1EE8002F67A}" presName="circle" presStyleLbl="node1" presStyleIdx="3" presStyleCnt="4"/>
      <dgm:spPr/>
    </dgm:pt>
  </dgm:ptLst>
  <dgm:cxnLst>
    <dgm:cxn modelId="{8D8A810B-154E-4905-843F-3312E3AC26E7}" type="presOf" srcId="{A5FBBBE8-180E-49C3-B67F-15117EC363AC}" destId="{BA5EB2CB-DCE7-4739-BAC3-4E4060B6FAF0}" srcOrd="1" destOrd="0" presId="urn:microsoft.com/office/officeart/2005/8/layout/hList9"/>
    <dgm:cxn modelId="{255FAD0E-580D-4005-BC41-45CAFA066732}" srcId="{23E1AB7F-10A6-4C94-A4EB-C88D4F4A56BF}" destId="{4708DF07-021F-4981-ABCB-A70066070206}" srcOrd="0" destOrd="0" parTransId="{20EB457C-00BB-4F1F-BE6D-946E670AFFB9}" sibTransId="{F5D53BE2-0071-46E8-9555-28CB28C55FD2}"/>
    <dgm:cxn modelId="{D91EF726-ED2D-4787-A0B5-23A0946A537D}" type="presOf" srcId="{4708DF07-021F-4981-ABCB-A70066070206}" destId="{8815A827-B2A2-46C2-B9A4-209F2720CC8D}" srcOrd="0" destOrd="0" presId="urn:microsoft.com/office/officeart/2005/8/layout/hList9"/>
    <dgm:cxn modelId="{911EC02D-5CA2-417B-946F-D27B177044A2}" type="presOf" srcId="{A5FBBBE8-180E-49C3-B67F-15117EC363AC}" destId="{C725CD0C-7382-4E71-8825-8D7F2868B5C2}" srcOrd="0" destOrd="0" presId="urn:microsoft.com/office/officeart/2005/8/layout/hList9"/>
    <dgm:cxn modelId="{A1198931-B76C-47F3-B012-D9AD3EDBAFDD}" type="presOf" srcId="{87C056D4-01A6-4EC7-BF9B-A1EE8002F67A}" destId="{D521A7E5-A2BB-4BB0-A5BA-ACBEC632E650}" srcOrd="0" destOrd="0" presId="urn:microsoft.com/office/officeart/2005/8/layout/hList9"/>
    <dgm:cxn modelId="{C115BC34-037F-4126-A19D-5175D037ED68}" srcId="{87C056D4-01A6-4EC7-BF9B-A1EE8002F67A}" destId="{150D63B3-8E2E-47BF-9F15-5100418BB6B2}" srcOrd="0" destOrd="0" parTransId="{6FE33608-4F4E-46A3-A234-9CAB7BA9D48E}" sibTransId="{D02E1C58-4D15-40B1-83A7-ACC39C5CCD39}"/>
    <dgm:cxn modelId="{7FF7913C-053A-4469-934A-F3994D4BB76D}" srcId="{F7128399-F944-4DA6-93A5-840F859FC468}" destId="{A5FBBBE8-180E-49C3-B67F-15117EC363AC}" srcOrd="0" destOrd="0" parTransId="{156C6BFA-AA18-4065-949E-60958003BA62}" sibTransId="{22B551CC-7E8C-45FA-A636-FE3436843ADA}"/>
    <dgm:cxn modelId="{A672BB3C-D0E6-47EB-B186-C7449AC7C1FB}" type="presOf" srcId="{466E0F26-3699-4948-8515-60B34655726D}" destId="{12868EE7-0729-4387-ACC6-AA97F145B758}" srcOrd="0" destOrd="0" presId="urn:microsoft.com/office/officeart/2005/8/layout/hList9"/>
    <dgm:cxn modelId="{8EF3EB62-4052-4F38-A770-4286C532E2BE}" type="presOf" srcId="{466E0F26-3699-4948-8515-60B34655726D}" destId="{AA770CCB-9A58-480A-B547-4DD12A0B6201}" srcOrd="1" destOrd="0" presId="urn:microsoft.com/office/officeart/2005/8/layout/hList9"/>
    <dgm:cxn modelId="{B56B6349-A105-4BF1-A576-6C8916E5E7EC}" srcId="{19CB7661-DAB8-414B-8F4A-C609C92C3CD7}" destId="{87C056D4-01A6-4EC7-BF9B-A1EE8002F67A}" srcOrd="3" destOrd="0" parTransId="{A7639F87-3BE7-41A4-B58E-34B01440DC37}" sibTransId="{FB086569-BC4C-455F-8E29-C90332112B28}"/>
    <dgm:cxn modelId="{70BB576A-53AA-4FE0-8C5A-8F1417149E31}" srcId="{19CB7661-DAB8-414B-8F4A-C609C92C3CD7}" destId="{9B890105-9BCC-4DA8-9B86-E883EF8F4712}" srcOrd="0" destOrd="0" parTransId="{AA39FD0B-EDCD-4019-81F5-187D116A26A8}" sibTransId="{FDB948C0-6FE0-4ADA-97E5-B036F4BC0B8B}"/>
    <dgm:cxn modelId="{AA459D71-F62E-4C95-9505-34662F45BC14}" type="presOf" srcId="{9B890105-9BCC-4DA8-9B86-E883EF8F4712}" destId="{FE7F598B-6C42-43BD-9C70-F775B81E9E7B}" srcOrd="0" destOrd="0" presId="urn:microsoft.com/office/officeart/2005/8/layout/hList9"/>
    <dgm:cxn modelId="{DF285D76-F377-4461-A007-BBFB3DF3A86C}" srcId="{19CB7661-DAB8-414B-8F4A-C609C92C3CD7}" destId="{F7128399-F944-4DA6-93A5-840F859FC468}" srcOrd="2" destOrd="0" parTransId="{E0520F21-00B2-4E2C-B251-07F2829EB93F}" sibTransId="{565C83FF-386F-4AA8-8E99-13C50727939A}"/>
    <dgm:cxn modelId="{00955389-52FE-438A-BD81-C89F017FDB10}" type="presOf" srcId="{150D63B3-8E2E-47BF-9F15-5100418BB6B2}" destId="{7EE6EBBA-FAE5-4B4D-B487-11118F7C8566}" srcOrd="1" destOrd="0" presId="urn:microsoft.com/office/officeart/2005/8/layout/hList9"/>
    <dgm:cxn modelId="{58016890-4928-4209-BAE5-9C46CF7EEDF5}" srcId="{9B890105-9BCC-4DA8-9B86-E883EF8F4712}" destId="{466E0F26-3699-4948-8515-60B34655726D}" srcOrd="0" destOrd="0" parTransId="{6D08726D-BA8C-471F-8AC1-BC701A023A7B}" sibTransId="{8995977F-8E66-429E-900E-FCD9AD1D87EF}"/>
    <dgm:cxn modelId="{72E11495-AC7C-42B1-A78C-2DCF2479E1A4}" type="presOf" srcId="{150D63B3-8E2E-47BF-9F15-5100418BB6B2}" destId="{F280C316-3B76-4BCE-9C73-202EDEA4C93D}" srcOrd="0" destOrd="0" presId="urn:microsoft.com/office/officeart/2005/8/layout/hList9"/>
    <dgm:cxn modelId="{BACCCCC0-C863-42E4-ACE9-10AF54FB08C3}" type="presOf" srcId="{19CB7661-DAB8-414B-8F4A-C609C92C3CD7}" destId="{556CD5AB-64AB-4B82-A2C7-B04018276FD1}" srcOrd="0" destOrd="0" presId="urn:microsoft.com/office/officeart/2005/8/layout/hList9"/>
    <dgm:cxn modelId="{CE91D5D6-6BFC-43FA-97E7-4231CC986F43}" type="presOf" srcId="{4708DF07-021F-4981-ABCB-A70066070206}" destId="{8A9BA674-FAAA-45E9-982F-481B94B5F6AB}" srcOrd="1" destOrd="0" presId="urn:microsoft.com/office/officeart/2005/8/layout/hList9"/>
    <dgm:cxn modelId="{A29203DE-623E-47F8-B61D-B860967A7252}" srcId="{19CB7661-DAB8-414B-8F4A-C609C92C3CD7}" destId="{23E1AB7F-10A6-4C94-A4EB-C88D4F4A56BF}" srcOrd="1" destOrd="0" parTransId="{D0C140FB-6E64-417F-94E9-4BB6B4799048}" sibTransId="{57CFC390-2E52-438C-BBDD-ADEFCD682BE0}"/>
    <dgm:cxn modelId="{2C09F8DE-26CA-4387-A946-682CCA466268}" type="presOf" srcId="{F7128399-F944-4DA6-93A5-840F859FC468}" destId="{2AFF3D1C-16C6-4285-9446-AA45439E44A8}" srcOrd="0" destOrd="0" presId="urn:microsoft.com/office/officeart/2005/8/layout/hList9"/>
    <dgm:cxn modelId="{95246FF7-FCD2-4E33-8DD5-FA4D7385C24E}" type="presOf" srcId="{23E1AB7F-10A6-4C94-A4EB-C88D4F4A56BF}" destId="{7B717EE1-3C95-4008-8FDE-1B647F94D66F}" srcOrd="0" destOrd="0" presId="urn:microsoft.com/office/officeart/2005/8/layout/hList9"/>
    <dgm:cxn modelId="{0933C70A-7872-479C-A214-175B2340F4A0}" type="presParOf" srcId="{556CD5AB-64AB-4B82-A2C7-B04018276FD1}" destId="{21A04068-8697-4BE5-9372-632CAA24170F}" srcOrd="0" destOrd="0" presId="urn:microsoft.com/office/officeart/2005/8/layout/hList9"/>
    <dgm:cxn modelId="{74DCB4E7-053D-45DB-9166-89D080A62885}" type="presParOf" srcId="{556CD5AB-64AB-4B82-A2C7-B04018276FD1}" destId="{EC26946D-A54F-4A63-A888-2C3BDCE7E2DD}" srcOrd="1" destOrd="0" presId="urn:microsoft.com/office/officeart/2005/8/layout/hList9"/>
    <dgm:cxn modelId="{06E9A2B9-22A7-468E-8359-6D79915E063C}" type="presParOf" srcId="{EC26946D-A54F-4A63-A888-2C3BDCE7E2DD}" destId="{49786B0F-93F0-4E76-A120-A2609F54E7C9}" srcOrd="0" destOrd="0" presId="urn:microsoft.com/office/officeart/2005/8/layout/hList9"/>
    <dgm:cxn modelId="{55D2F4DC-3959-4743-AA63-8213861E1C6D}" type="presParOf" srcId="{EC26946D-A54F-4A63-A888-2C3BDCE7E2DD}" destId="{610E9DF5-A621-47CB-AF75-2EEA6F36BF2B}" srcOrd="1" destOrd="0" presId="urn:microsoft.com/office/officeart/2005/8/layout/hList9"/>
    <dgm:cxn modelId="{C67B2E0F-CD6A-47F2-A40D-3CCA70765802}" type="presParOf" srcId="{610E9DF5-A621-47CB-AF75-2EEA6F36BF2B}" destId="{12868EE7-0729-4387-ACC6-AA97F145B758}" srcOrd="0" destOrd="0" presId="urn:microsoft.com/office/officeart/2005/8/layout/hList9"/>
    <dgm:cxn modelId="{BB9421A3-6164-487E-A725-72029BB2DE70}" type="presParOf" srcId="{610E9DF5-A621-47CB-AF75-2EEA6F36BF2B}" destId="{AA770CCB-9A58-480A-B547-4DD12A0B6201}" srcOrd="1" destOrd="0" presId="urn:microsoft.com/office/officeart/2005/8/layout/hList9"/>
    <dgm:cxn modelId="{A452A90B-1ED0-451D-A1D7-B3A24C3A083B}" type="presParOf" srcId="{556CD5AB-64AB-4B82-A2C7-B04018276FD1}" destId="{4DF60D06-E871-4F38-8619-F171E630C170}" srcOrd="2" destOrd="0" presId="urn:microsoft.com/office/officeart/2005/8/layout/hList9"/>
    <dgm:cxn modelId="{15BEFD7C-329F-4B06-A7DB-72481157AD52}" type="presParOf" srcId="{556CD5AB-64AB-4B82-A2C7-B04018276FD1}" destId="{FE7F598B-6C42-43BD-9C70-F775B81E9E7B}" srcOrd="3" destOrd="0" presId="urn:microsoft.com/office/officeart/2005/8/layout/hList9"/>
    <dgm:cxn modelId="{0754938C-5BE7-4031-9538-E77A42B3CEB8}" type="presParOf" srcId="{556CD5AB-64AB-4B82-A2C7-B04018276FD1}" destId="{845422DE-FDEF-420F-B8D6-C382953E7CB7}" srcOrd="4" destOrd="0" presId="urn:microsoft.com/office/officeart/2005/8/layout/hList9"/>
    <dgm:cxn modelId="{A217BA65-C72C-4BC2-A2CC-4373C91D6068}" type="presParOf" srcId="{556CD5AB-64AB-4B82-A2C7-B04018276FD1}" destId="{F74CB4FF-55DF-4961-829C-10D4EDCBA4F2}" srcOrd="5" destOrd="0" presId="urn:microsoft.com/office/officeart/2005/8/layout/hList9"/>
    <dgm:cxn modelId="{0564B737-6CB1-4D5E-A966-83FB6DAA5C64}" type="presParOf" srcId="{556CD5AB-64AB-4B82-A2C7-B04018276FD1}" destId="{101E4141-BE47-4B02-88E4-DFCBE1382D07}" srcOrd="6" destOrd="0" presId="urn:microsoft.com/office/officeart/2005/8/layout/hList9"/>
    <dgm:cxn modelId="{22FB7D2B-6004-4BF1-B837-F433DD7110AE}" type="presParOf" srcId="{101E4141-BE47-4B02-88E4-DFCBE1382D07}" destId="{6B3AF31B-7D9C-4EBC-BD05-9BC91BC85704}" srcOrd="0" destOrd="0" presId="urn:microsoft.com/office/officeart/2005/8/layout/hList9"/>
    <dgm:cxn modelId="{93F11159-F1FC-45B7-8305-1143C15E39E8}" type="presParOf" srcId="{101E4141-BE47-4B02-88E4-DFCBE1382D07}" destId="{6B1EBC4B-8C2E-4451-A4CB-8B6DFFDCC3F2}" srcOrd="1" destOrd="0" presId="urn:microsoft.com/office/officeart/2005/8/layout/hList9"/>
    <dgm:cxn modelId="{1D3A5BDB-3982-4EA3-9C2D-ED6B8092467A}" type="presParOf" srcId="{6B1EBC4B-8C2E-4451-A4CB-8B6DFFDCC3F2}" destId="{8815A827-B2A2-46C2-B9A4-209F2720CC8D}" srcOrd="0" destOrd="0" presId="urn:microsoft.com/office/officeart/2005/8/layout/hList9"/>
    <dgm:cxn modelId="{185E8108-3513-43EC-8509-396A43DF203F}" type="presParOf" srcId="{6B1EBC4B-8C2E-4451-A4CB-8B6DFFDCC3F2}" destId="{8A9BA674-FAAA-45E9-982F-481B94B5F6AB}" srcOrd="1" destOrd="0" presId="urn:microsoft.com/office/officeart/2005/8/layout/hList9"/>
    <dgm:cxn modelId="{CC7E5C26-73B2-49C2-BDC6-D30C60A73DF6}" type="presParOf" srcId="{556CD5AB-64AB-4B82-A2C7-B04018276FD1}" destId="{A17BD3FB-0CE9-4FA2-8168-7B987CCABF81}" srcOrd="7" destOrd="0" presId="urn:microsoft.com/office/officeart/2005/8/layout/hList9"/>
    <dgm:cxn modelId="{8BAE5CF7-1BD1-40FD-A8D5-7A0001547D44}" type="presParOf" srcId="{556CD5AB-64AB-4B82-A2C7-B04018276FD1}" destId="{7B717EE1-3C95-4008-8FDE-1B647F94D66F}" srcOrd="8" destOrd="0" presId="urn:microsoft.com/office/officeart/2005/8/layout/hList9"/>
    <dgm:cxn modelId="{02E7C73B-0E80-4C46-8C45-4E03814B9BBD}" type="presParOf" srcId="{556CD5AB-64AB-4B82-A2C7-B04018276FD1}" destId="{85421A9F-0534-4174-B972-73FBC52301FD}" srcOrd="9" destOrd="0" presId="urn:microsoft.com/office/officeart/2005/8/layout/hList9"/>
    <dgm:cxn modelId="{53112E8E-34DC-4506-BDA6-E4B317DAD976}" type="presParOf" srcId="{556CD5AB-64AB-4B82-A2C7-B04018276FD1}" destId="{AA60141A-DF61-4356-B0F6-2EA892013B1A}" srcOrd="10" destOrd="0" presId="urn:microsoft.com/office/officeart/2005/8/layout/hList9"/>
    <dgm:cxn modelId="{94BC76EB-663B-4F1C-8FD4-9A3BB267569B}" type="presParOf" srcId="{556CD5AB-64AB-4B82-A2C7-B04018276FD1}" destId="{B02B821F-0E19-44D2-88B7-DB43142BE6DB}" srcOrd="11" destOrd="0" presId="urn:microsoft.com/office/officeart/2005/8/layout/hList9"/>
    <dgm:cxn modelId="{88ED256F-3D52-4B98-A544-71B885603258}" type="presParOf" srcId="{B02B821F-0E19-44D2-88B7-DB43142BE6DB}" destId="{100556E8-88AC-43C8-8C7C-C609A8F4727C}" srcOrd="0" destOrd="0" presId="urn:microsoft.com/office/officeart/2005/8/layout/hList9"/>
    <dgm:cxn modelId="{5E8C2031-C1C6-43EF-A4D8-E7463564471F}" type="presParOf" srcId="{B02B821F-0E19-44D2-88B7-DB43142BE6DB}" destId="{3897DB62-BAC1-411A-B963-D2B086DEF33E}" srcOrd="1" destOrd="0" presId="urn:microsoft.com/office/officeart/2005/8/layout/hList9"/>
    <dgm:cxn modelId="{83E28C09-75B1-423E-986D-E39766ABE3DD}" type="presParOf" srcId="{3897DB62-BAC1-411A-B963-D2B086DEF33E}" destId="{C725CD0C-7382-4E71-8825-8D7F2868B5C2}" srcOrd="0" destOrd="0" presId="urn:microsoft.com/office/officeart/2005/8/layout/hList9"/>
    <dgm:cxn modelId="{04F412B7-F65E-4C35-8C09-B93D105A9B53}" type="presParOf" srcId="{3897DB62-BAC1-411A-B963-D2B086DEF33E}" destId="{BA5EB2CB-DCE7-4739-BAC3-4E4060B6FAF0}" srcOrd="1" destOrd="0" presId="urn:microsoft.com/office/officeart/2005/8/layout/hList9"/>
    <dgm:cxn modelId="{6A48AFFC-A2C6-482A-AAC5-282CD613BBF8}" type="presParOf" srcId="{556CD5AB-64AB-4B82-A2C7-B04018276FD1}" destId="{1AAC9D97-0310-4E23-BF0C-D48EE82ECA78}" srcOrd="12" destOrd="0" presId="urn:microsoft.com/office/officeart/2005/8/layout/hList9"/>
    <dgm:cxn modelId="{0FC3FDC0-BEE0-489D-AFD7-A446631BB0FC}" type="presParOf" srcId="{556CD5AB-64AB-4B82-A2C7-B04018276FD1}" destId="{2AFF3D1C-16C6-4285-9446-AA45439E44A8}" srcOrd="13" destOrd="0" presId="urn:microsoft.com/office/officeart/2005/8/layout/hList9"/>
    <dgm:cxn modelId="{BD955892-06D7-47EA-86C3-708C446A6B60}" type="presParOf" srcId="{556CD5AB-64AB-4B82-A2C7-B04018276FD1}" destId="{93C95C23-B448-4EEC-A395-9DF8AC849078}" srcOrd="14" destOrd="0" presId="urn:microsoft.com/office/officeart/2005/8/layout/hList9"/>
    <dgm:cxn modelId="{D6669B1B-BFFC-424D-9A7F-DF1B951FC6AC}" type="presParOf" srcId="{556CD5AB-64AB-4B82-A2C7-B04018276FD1}" destId="{CD017CE6-6310-4E27-9CEB-F73B4B8E718D}" srcOrd="15" destOrd="0" presId="urn:microsoft.com/office/officeart/2005/8/layout/hList9"/>
    <dgm:cxn modelId="{B7524E25-507D-445C-9428-CB9B3492C9AE}" type="presParOf" srcId="{556CD5AB-64AB-4B82-A2C7-B04018276FD1}" destId="{FE8A7A80-8316-4D9A-9DF2-DF063963B6B4}" srcOrd="16" destOrd="0" presId="urn:microsoft.com/office/officeart/2005/8/layout/hList9"/>
    <dgm:cxn modelId="{DD637EED-5BC7-4226-BDFC-D5DDB0604046}" type="presParOf" srcId="{FE8A7A80-8316-4D9A-9DF2-DF063963B6B4}" destId="{D50455E2-5CB3-4D7F-AF92-2EE4D432378F}" srcOrd="0" destOrd="0" presId="urn:microsoft.com/office/officeart/2005/8/layout/hList9"/>
    <dgm:cxn modelId="{3D20CE27-40FB-460C-8A6C-B2F91DD2339A}" type="presParOf" srcId="{FE8A7A80-8316-4D9A-9DF2-DF063963B6B4}" destId="{5DB8C171-A4F7-47A6-88AE-5E58CBC11132}" srcOrd="1" destOrd="0" presId="urn:microsoft.com/office/officeart/2005/8/layout/hList9"/>
    <dgm:cxn modelId="{187C90AA-EEDC-4C95-8136-76D4DB7CE43F}" type="presParOf" srcId="{5DB8C171-A4F7-47A6-88AE-5E58CBC11132}" destId="{F280C316-3B76-4BCE-9C73-202EDEA4C93D}" srcOrd="0" destOrd="0" presId="urn:microsoft.com/office/officeart/2005/8/layout/hList9"/>
    <dgm:cxn modelId="{8A741167-D590-48A7-B6C2-8CB1F3B30BF7}" type="presParOf" srcId="{5DB8C171-A4F7-47A6-88AE-5E58CBC11132}" destId="{7EE6EBBA-FAE5-4B4D-B487-11118F7C8566}" srcOrd="1" destOrd="0" presId="urn:microsoft.com/office/officeart/2005/8/layout/hList9"/>
    <dgm:cxn modelId="{A633EC7E-95E5-41E4-86DB-5F9BFDA2F6A3}" type="presParOf" srcId="{556CD5AB-64AB-4B82-A2C7-B04018276FD1}" destId="{82C833CD-6DBD-4295-95BB-EAFF34E1D584}" srcOrd="17" destOrd="0" presId="urn:microsoft.com/office/officeart/2005/8/layout/hList9"/>
    <dgm:cxn modelId="{3CC998BF-6CB6-4263-A6BD-89C4324BBBF1}" type="presParOf" srcId="{556CD5AB-64AB-4B82-A2C7-B04018276FD1}" destId="{D521A7E5-A2BB-4BB0-A5BA-ACBEC632E650}" srcOrd="18" destOrd="0" presId="urn:microsoft.com/office/officeart/2005/8/layout/hList9"/>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B3B6316-4DBB-4BF8-B9D9-A6B7CA293FDC}" type="doc">
      <dgm:prSet loTypeId="urn:microsoft.com/office/officeart/2005/8/layout/lProcess2" loCatId="list" qsTypeId="urn:microsoft.com/office/officeart/2005/8/quickstyle/simple1" qsCatId="simple" csTypeId="urn:microsoft.com/office/officeart/2005/8/colors/accent4_2" csCatId="accent4" phldr="1"/>
      <dgm:spPr/>
      <dgm:t>
        <a:bodyPr/>
        <a:lstStyle/>
        <a:p>
          <a:endParaRPr lang="en-US"/>
        </a:p>
      </dgm:t>
    </dgm:pt>
    <dgm:pt modelId="{E3CD6BB2-29E7-4AB4-B8FB-05D5335A58DD}">
      <dgm:prSet phldrT="[Text]"/>
      <dgm:spPr/>
      <dgm:t>
        <a:bodyPr/>
        <a:lstStyle/>
        <a:p>
          <a:r>
            <a:rPr lang="en-US" dirty="0"/>
            <a:t>Financial</a:t>
          </a:r>
        </a:p>
      </dgm:t>
    </dgm:pt>
    <dgm:pt modelId="{D4410D8F-5A06-4662-B8D4-00DA76987782}" type="parTrans" cxnId="{F30EDCDD-39DF-410F-B16C-B9DF39DF9DD2}">
      <dgm:prSet/>
      <dgm:spPr/>
      <dgm:t>
        <a:bodyPr/>
        <a:lstStyle/>
        <a:p>
          <a:endParaRPr lang="en-US"/>
        </a:p>
      </dgm:t>
    </dgm:pt>
    <dgm:pt modelId="{35F2F9E9-514B-4BE4-9013-4D66ADB49AAE}" type="sibTrans" cxnId="{F30EDCDD-39DF-410F-B16C-B9DF39DF9DD2}">
      <dgm:prSet/>
      <dgm:spPr/>
      <dgm:t>
        <a:bodyPr/>
        <a:lstStyle/>
        <a:p>
          <a:endParaRPr lang="en-US"/>
        </a:p>
      </dgm:t>
    </dgm:pt>
    <dgm:pt modelId="{9D2D7FAA-4D47-4A24-B1F8-4B7CCDD140FF}">
      <dgm:prSet phldrT="[Text]"/>
      <dgm:spPr/>
      <dgm:t>
        <a:bodyPr/>
        <a:lstStyle/>
        <a:p>
          <a:pPr>
            <a:buFontTx/>
            <a:buChar char="-"/>
          </a:pPr>
          <a:r>
            <a:rPr lang="en-US" b="1" dirty="0"/>
            <a:t>Rework costs</a:t>
          </a:r>
          <a:r>
            <a:rPr lang="en-US" dirty="0"/>
            <a:t> from failed assignments</a:t>
          </a:r>
        </a:p>
      </dgm:t>
    </dgm:pt>
    <dgm:pt modelId="{5B233D32-C313-4B72-AD79-D2A64548D69F}" type="parTrans" cxnId="{24D067B1-84D4-421D-82C6-9F4D0CA8B55E}">
      <dgm:prSet/>
      <dgm:spPr/>
      <dgm:t>
        <a:bodyPr/>
        <a:lstStyle/>
        <a:p>
          <a:endParaRPr lang="en-US"/>
        </a:p>
      </dgm:t>
    </dgm:pt>
    <dgm:pt modelId="{134A7904-F7F3-4F52-A76C-40E9B5814643}" type="sibTrans" cxnId="{24D067B1-84D4-421D-82C6-9F4D0CA8B55E}">
      <dgm:prSet/>
      <dgm:spPr/>
      <dgm:t>
        <a:bodyPr/>
        <a:lstStyle/>
        <a:p>
          <a:endParaRPr lang="en-US"/>
        </a:p>
      </dgm:t>
    </dgm:pt>
    <dgm:pt modelId="{51DA60F4-1A28-45EC-A721-69BBEE8985C4}">
      <dgm:prSet phldrT="[Text]"/>
      <dgm:spPr/>
      <dgm:t>
        <a:bodyPr/>
        <a:lstStyle/>
        <a:p>
          <a:pPr>
            <a:buFontTx/>
            <a:buChar char="-"/>
          </a:pPr>
          <a:r>
            <a:rPr lang="en-US" dirty="0"/>
            <a:t>Revenue loss due to </a:t>
          </a:r>
          <a:r>
            <a:rPr lang="en-US" b="1" dirty="0"/>
            <a:t>missed SLAs and churn</a:t>
          </a:r>
          <a:r>
            <a:rPr lang="en-US" dirty="0"/>
            <a:t> from dissatisfied customers</a:t>
          </a:r>
        </a:p>
      </dgm:t>
    </dgm:pt>
    <dgm:pt modelId="{CC07A4AC-E3B9-4A76-A1F8-9DE2472FE0D4}" type="parTrans" cxnId="{EBD4F0A3-A21D-422F-A4D1-0D1393AB95C4}">
      <dgm:prSet/>
      <dgm:spPr/>
      <dgm:t>
        <a:bodyPr/>
        <a:lstStyle/>
        <a:p>
          <a:endParaRPr lang="en-US"/>
        </a:p>
      </dgm:t>
    </dgm:pt>
    <dgm:pt modelId="{AAA83BF7-81BA-4DAE-8CEC-7531500B098C}" type="sibTrans" cxnId="{EBD4F0A3-A21D-422F-A4D1-0D1393AB95C4}">
      <dgm:prSet/>
      <dgm:spPr/>
      <dgm:t>
        <a:bodyPr/>
        <a:lstStyle/>
        <a:p>
          <a:endParaRPr lang="en-US"/>
        </a:p>
      </dgm:t>
    </dgm:pt>
    <dgm:pt modelId="{5E430B76-B9D1-4A35-980B-8466363D6564}">
      <dgm:prSet phldrT="[Text]"/>
      <dgm:spPr/>
      <dgm:t>
        <a:bodyPr/>
        <a:lstStyle/>
        <a:p>
          <a:r>
            <a:rPr lang="en-US" dirty="0"/>
            <a:t>Operational</a:t>
          </a:r>
        </a:p>
      </dgm:t>
    </dgm:pt>
    <dgm:pt modelId="{65741E11-2C46-4DE3-954A-AD8FABB4159F}" type="parTrans" cxnId="{7303EEB1-0254-4DB4-A536-208BCBBD4132}">
      <dgm:prSet/>
      <dgm:spPr/>
      <dgm:t>
        <a:bodyPr/>
        <a:lstStyle/>
        <a:p>
          <a:endParaRPr lang="en-US"/>
        </a:p>
      </dgm:t>
    </dgm:pt>
    <dgm:pt modelId="{B8AE4C59-7B4D-49E4-BC18-752DD81FEA39}" type="sibTrans" cxnId="{7303EEB1-0254-4DB4-A536-208BCBBD4132}">
      <dgm:prSet/>
      <dgm:spPr/>
      <dgm:t>
        <a:bodyPr/>
        <a:lstStyle/>
        <a:p>
          <a:endParaRPr lang="en-US"/>
        </a:p>
      </dgm:t>
    </dgm:pt>
    <dgm:pt modelId="{66C41EEA-F6EA-4959-B32C-DDF43595E6E6}">
      <dgm:prSet phldrT="[Text]"/>
      <dgm:spPr/>
      <dgm:t>
        <a:bodyPr/>
        <a:lstStyle/>
        <a:p>
          <a:pPr>
            <a:buFontTx/>
            <a:buChar char="-"/>
          </a:pPr>
          <a:r>
            <a:rPr lang="en-US" b="1" dirty="0"/>
            <a:t>Inefficient scheduling</a:t>
          </a:r>
          <a:r>
            <a:rPr lang="en-US" dirty="0"/>
            <a:t> → technician idle time and misallocations</a:t>
          </a:r>
        </a:p>
      </dgm:t>
    </dgm:pt>
    <dgm:pt modelId="{C44937B4-6939-42D5-9CF0-CA3242BFCF28}" type="parTrans" cxnId="{A417E8A7-E017-4C39-9ED9-D2C18D2871F7}">
      <dgm:prSet/>
      <dgm:spPr/>
      <dgm:t>
        <a:bodyPr/>
        <a:lstStyle/>
        <a:p>
          <a:endParaRPr lang="en-US"/>
        </a:p>
      </dgm:t>
    </dgm:pt>
    <dgm:pt modelId="{AB5D1531-D0C3-4FDA-AB84-7182B4459283}" type="sibTrans" cxnId="{A417E8A7-E017-4C39-9ED9-D2C18D2871F7}">
      <dgm:prSet/>
      <dgm:spPr/>
      <dgm:t>
        <a:bodyPr/>
        <a:lstStyle/>
        <a:p>
          <a:endParaRPr lang="en-US"/>
        </a:p>
      </dgm:t>
    </dgm:pt>
    <dgm:pt modelId="{BCE2B3A6-8511-4792-9A0A-2F19FAFB07E5}">
      <dgm:prSet phldrT="[Text]"/>
      <dgm:spPr/>
      <dgm:t>
        <a:bodyPr/>
        <a:lstStyle/>
        <a:p>
          <a:pPr>
            <a:buFontTx/>
            <a:buChar char="-"/>
          </a:pPr>
          <a:r>
            <a:rPr lang="en-US" dirty="0"/>
            <a:t>Increased </a:t>
          </a:r>
          <a:r>
            <a:rPr lang="en-US" b="1" dirty="0"/>
            <a:t>turnover and burnout</a:t>
          </a:r>
          <a:endParaRPr lang="en-US" dirty="0"/>
        </a:p>
      </dgm:t>
    </dgm:pt>
    <dgm:pt modelId="{C8F5E0F4-1A4C-4672-814F-C0A9ECB4D207}" type="parTrans" cxnId="{4573D2D1-A3C2-42AB-91C5-38B7FCA47D35}">
      <dgm:prSet/>
      <dgm:spPr/>
      <dgm:t>
        <a:bodyPr/>
        <a:lstStyle/>
        <a:p>
          <a:endParaRPr lang="en-US"/>
        </a:p>
      </dgm:t>
    </dgm:pt>
    <dgm:pt modelId="{1ACE7241-BD23-4E82-9489-6704B9D1FB72}" type="sibTrans" cxnId="{4573D2D1-A3C2-42AB-91C5-38B7FCA47D35}">
      <dgm:prSet/>
      <dgm:spPr/>
      <dgm:t>
        <a:bodyPr/>
        <a:lstStyle/>
        <a:p>
          <a:endParaRPr lang="en-US"/>
        </a:p>
      </dgm:t>
    </dgm:pt>
    <dgm:pt modelId="{CB830B92-7747-4164-AB49-D94FB19339ED}">
      <dgm:prSet phldrT="[Text]"/>
      <dgm:spPr/>
      <dgm:t>
        <a:bodyPr/>
        <a:lstStyle/>
        <a:p>
          <a:pPr>
            <a:buFontTx/>
            <a:buChar char="-"/>
          </a:pPr>
          <a:r>
            <a:rPr lang="en-US" dirty="0"/>
            <a:t>Decline in </a:t>
          </a:r>
          <a:r>
            <a:rPr lang="en-US" b="1" dirty="0"/>
            <a:t>customer trust </a:t>
          </a:r>
          <a:r>
            <a:rPr lang="en-US" dirty="0"/>
            <a:t>and satisfaction scores</a:t>
          </a:r>
        </a:p>
      </dgm:t>
    </dgm:pt>
    <dgm:pt modelId="{04E4DADB-3000-4156-AACF-C05A0AA769D2}" type="parTrans" cxnId="{81C1279F-EC57-42E6-8F28-78001D4763DE}">
      <dgm:prSet/>
      <dgm:spPr/>
      <dgm:t>
        <a:bodyPr/>
        <a:lstStyle/>
        <a:p>
          <a:endParaRPr lang="en-US"/>
        </a:p>
      </dgm:t>
    </dgm:pt>
    <dgm:pt modelId="{367141A6-B9E4-497F-BDFD-4B5007A05FAB}" type="sibTrans" cxnId="{81C1279F-EC57-42E6-8F28-78001D4763DE}">
      <dgm:prSet/>
      <dgm:spPr/>
      <dgm:t>
        <a:bodyPr/>
        <a:lstStyle/>
        <a:p>
          <a:endParaRPr lang="en-US"/>
        </a:p>
      </dgm:t>
    </dgm:pt>
    <dgm:pt modelId="{186811BF-CCF0-42B8-82C8-960FA59AD4A4}">
      <dgm:prSet phldrT="[Text]"/>
      <dgm:spPr/>
      <dgm:t>
        <a:bodyPr/>
        <a:lstStyle/>
        <a:p>
          <a:pPr>
            <a:buFontTx/>
            <a:buChar char="-"/>
          </a:pPr>
          <a:r>
            <a:rPr lang="en-US" dirty="0"/>
            <a:t>Risk </a:t>
          </a:r>
          <a:r>
            <a:rPr lang="en-US" b="1" dirty="0"/>
            <a:t>of negative reviews</a:t>
          </a:r>
          <a:r>
            <a:rPr lang="en-US" dirty="0"/>
            <a:t>, regulatory scrutiny,</a:t>
          </a:r>
          <a:r>
            <a:rPr lang="en-US" b="1" dirty="0"/>
            <a:t> </a:t>
          </a:r>
          <a:r>
            <a:rPr lang="en-US" b="0" dirty="0"/>
            <a:t>or </a:t>
          </a:r>
          <a:r>
            <a:rPr lang="en-US" b="1" dirty="0"/>
            <a:t>union action</a:t>
          </a:r>
          <a:endParaRPr lang="en-US" dirty="0"/>
        </a:p>
      </dgm:t>
    </dgm:pt>
    <dgm:pt modelId="{CBAE8961-8EA7-4F04-8BED-02CABB802BAA}" type="parTrans" cxnId="{F48AFC4C-FC43-4200-AC87-E9ECEE818AF4}">
      <dgm:prSet/>
      <dgm:spPr/>
      <dgm:t>
        <a:bodyPr/>
        <a:lstStyle/>
        <a:p>
          <a:endParaRPr lang="en-US"/>
        </a:p>
      </dgm:t>
    </dgm:pt>
    <dgm:pt modelId="{3FD4CA78-4A3D-45BB-BB7E-21B9509C7A8A}" type="sibTrans" cxnId="{F48AFC4C-FC43-4200-AC87-E9ECEE818AF4}">
      <dgm:prSet/>
      <dgm:spPr/>
      <dgm:t>
        <a:bodyPr/>
        <a:lstStyle/>
        <a:p>
          <a:endParaRPr lang="en-US"/>
        </a:p>
      </dgm:t>
    </dgm:pt>
    <dgm:pt modelId="{ABFB0AC3-7C3F-4280-A6C7-3997F2277DD9}">
      <dgm:prSet phldrT="[Text]"/>
      <dgm:spPr/>
      <dgm:t>
        <a:bodyPr/>
        <a:lstStyle/>
        <a:p>
          <a:pPr>
            <a:buFontTx/>
            <a:buChar char="-"/>
          </a:pPr>
          <a:r>
            <a:rPr lang="en-US" dirty="0"/>
            <a:t>Inability to scale </a:t>
          </a:r>
          <a:r>
            <a:rPr lang="en-US" b="0" dirty="0"/>
            <a:t>and</a:t>
          </a:r>
          <a:r>
            <a:rPr lang="en-US" b="1" dirty="0"/>
            <a:t> lose industry competitiveness</a:t>
          </a:r>
          <a:endParaRPr lang="en-US" dirty="0"/>
        </a:p>
      </dgm:t>
    </dgm:pt>
    <dgm:pt modelId="{5C49319C-6705-43BF-8AB5-CE2D28555087}" type="parTrans" cxnId="{04910BD3-12DB-4559-BC66-16D9F9E8D33F}">
      <dgm:prSet/>
      <dgm:spPr/>
      <dgm:t>
        <a:bodyPr/>
        <a:lstStyle/>
        <a:p>
          <a:endParaRPr lang="en-US"/>
        </a:p>
      </dgm:t>
    </dgm:pt>
    <dgm:pt modelId="{E4F1CC9D-9A08-4E8E-8D10-3355F7F10641}" type="sibTrans" cxnId="{04910BD3-12DB-4559-BC66-16D9F9E8D33F}">
      <dgm:prSet/>
      <dgm:spPr/>
      <dgm:t>
        <a:bodyPr/>
        <a:lstStyle/>
        <a:p>
          <a:endParaRPr lang="en-US"/>
        </a:p>
      </dgm:t>
    </dgm:pt>
    <dgm:pt modelId="{E5F1C0E1-2913-4FDC-9615-F228CDB124C4}">
      <dgm:prSet phldrT="[Text]"/>
      <dgm:spPr/>
      <dgm:t>
        <a:bodyPr/>
        <a:lstStyle/>
        <a:p>
          <a:pPr>
            <a:buFontTx/>
            <a:buChar char="-"/>
          </a:pPr>
          <a:r>
            <a:rPr lang="en-US" b="1" dirty="0"/>
            <a:t>Stagnant service capacity</a:t>
          </a:r>
          <a:r>
            <a:rPr lang="en-US" dirty="0"/>
            <a:t> </a:t>
          </a:r>
        </a:p>
      </dgm:t>
    </dgm:pt>
    <dgm:pt modelId="{67E501E1-E302-40B7-BFA9-3E7BFB9EF06B}" type="parTrans" cxnId="{778E2BB4-3CD0-4530-BE15-DAB7B690779F}">
      <dgm:prSet/>
      <dgm:spPr/>
      <dgm:t>
        <a:bodyPr/>
        <a:lstStyle/>
        <a:p>
          <a:endParaRPr lang="en-US"/>
        </a:p>
      </dgm:t>
    </dgm:pt>
    <dgm:pt modelId="{1956810D-0D72-4D95-9AC4-6BDD72C1EB39}" type="sibTrans" cxnId="{778E2BB4-3CD0-4530-BE15-DAB7B690779F}">
      <dgm:prSet/>
      <dgm:spPr/>
      <dgm:t>
        <a:bodyPr/>
        <a:lstStyle/>
        <a:p>
          <a:endParaRPr lang="en-US"/>
        </a:p>
      </dgm:t>
    </dgm:pt>
    <dgm:pt modelId="{464746A4-ABDD-4990-B5A6-C25B28D6D896}">
      <dgm:prSet phldrT="[Text]"/>
      <dgm:spPr/>
      <dgm:t>
        <a:bodyPr/>
        <a:lstStyle/>
        <a:p>
          <a:r>
            <a:rPr lang="en-US" dirty="0"/>
            <a:t>Reputational</a:t>
          </a:r>
        </a:p>
      </dgm:t>
    </dgm:pt>
    <dgm:pt modelId="{9E734037-8D19-4DB4-8850-43F41AF969D4}" type="parTrans" cxnId="{E50A8F72-761D-42E6-A24B-FB04250602B8}">
      <dgm:prSet/>
      <dgm:spPr/>
      <dgm:t>
        <a:bodyPr/>
        <a:lstStyle/>
        <a:p>
          <a:endParaRPr lang="en-US"/>
        </a:p>
      </dgm:t>
    </dgm:pt>
    <dgm:pt modelId="{202A2171-D387-4174-8726-3CE468CFF54E}" type="sibTrans" cxnId="{E50A8F72-761D-42E6-A24B-FB04250602B8}">
      <dgm:prSet/>
      <dgm:spPr/>
      <dgm:t>
        <a:bodyPr/>
        <a:lstStyle/>
        <a:p>
          <a:endParaRPr lang="en-US"/>
        </a:p>
      </dgm:t>
    </dgm:pt>
    <dgm:pt modelId="{6B3854C3-D154-4263-93DC-E1A6A51BDB79}" type="pres">
      <dgm:prSet presAssocID="{5B3B6316-4DBB-4BF8-B9D9-A6B7CA293FDC}" presName="theList" presStyleCnt="0">
        <dgm:presLayoutVars>
          <dgm:dir/>
          <dgm:animLvl val="lvl"/>
          <dgm:resizeHandles val="exact"/>
        </dgm:presLayoutVars>
      </dgm:prSet>
      <dgm:spPr/>
    </dgm:pt>
    <dgm:pt modelId="{B128CAE0-714B-4C08-B87F-BA7B8075893A}" type="pres">
      <dgm:prSet presAssocID="{E3CD6BB2-29E7-4AB4-B8FB-05D5335A58DD}" presName="compNode" presStyleCnt="0"/>
      <dgm:spPr/>
    </dgm:pt>
    <dgm:pt modelId="{9AE6E9E7-2AC4-42E1-B8C3-EBA31F4B53FE}" type="pres">
      <dgm:prSet presAssocID="{E3CD6BB2-29E7-4AB4-B8FB-05D5335A58DD}" presName="aNode" presStyleLbl="bgShp" presStyleIdx="0" presStyleCnt="3"/>
      <dgm:spPr/>
    </dgm:pt>
    <dgm:pt modelId="{0FFD156E-3136-4194-800B-B1D0A42347E2}" type="pres">
      <dgm:prSet presAssocID="{E3CD6BB2-29E7-4AB4-B8FB-05D5335A58DD}" presName="textNode" presStyleLbl="bgShp" presStyleIdx="0" presStyleCnt="3"/>
      <dgm:spPr/>
    </dgm:pt>
    <dgm:pt modelId="{9172D1F9-955F-44B8-9739-72E44F5B1068}" type="pres">
      <dgm:prSet presAssocID="{E3CD6BB2-29E7-4AB4-B8FB-05D5335A58DD}" presName="compChildNode" presStyleCnt="0"/>
      <dgm:spPr/>
    </dgm:pt>
    <dgm:pt modelId="{B4CEE808-07AB-4894-8415-EF76A29CD623}" type="pres">
      <dgm:prSet presAssocID="{E3CD6BB2-29E7-4AB4-B8FB-05D5335A58DD}" presName="theInnerList" presStyleCnt="0"/>
      <dgm:spPr/>
    </dgm:pt>
    <dgm:pt modelId="{AC28C1E0-E8FD-47D7-8E57-78E0B2192CDD}" type="pres">
      <dgm:prSet presAssocID="{9D2D7FAA-4D47-4A24-B1F8-4B7CCDD140FF}" presName="childNode" presStyleLbl="node1" presStyleIdx="0" presStyleCnt="8">
        <dgm:presLayoutVars>
          <dgm:bulletEnabled val="1"/>
        </dgm:presLayoutVars>
      </dgm:prSet>
      <dgm:spPr/>
    </dgm:pt>
    <dgm:pt modelId="{0EC06D85-A185-4A08-B0A0-FE0900E8C972}" type="pres">
      <dgm:prSet presAssocID="{9D2D7FAA-4D47-4A24-B1F8-4B7CCDD140FF}" presName="aSpace2" presStyleCnt="0"/>
      <dgm:spPr/>
    </dgm:pt>
    <dgm:pt modelId="{6EC631FA-DB0C-49B2-B647-D077F8FD855D}" type="pres">
      <dgm:prSet presAssocID="{51DA60F4-1A28-45EC-A721-69BBEE8985C4}" presName="childNode" presStyleLbl="node1" presStyleIdx="1" presStyleCnt="8">
        <dgm:presLayoutVars>
          <dgm:bulletEnabled val="1"/>
        </dgm:presLayoutVars>
      </dgm:prSet>
      <dgm:spPr/>
    </dgm:pt>
    <dgm:pt modelId="{A3198F22-2AB4-4777-B14D-96EE5257E512}" type="pres">
      <dgm:prSet presAssocID="{51DA60F4-1A28-45EC-A721-69BBEE8985C4}" presName="aSpace2" presStyleCnt="0"/>
      <dgm:spPr/>
    </dgm:pt>
    <dgm:pt modelId="{91E16534-DB26-40F9-815C-3D6AB6F0D9D8}" type="pres">
      <dgm:prSet presAssocID="{ABFB0AC3-7C3F-4280-A6C7-3997F2277DD9}" presName="childNode" presStyleLbl="node1" presStyleIdx="2" presStyleCnt="8">
        <dgm:presLayoutVars>
          <dgm:bulletEnabled val="1"/>
        </dgm:presLayoutVars>
      </dgm:prSet>
      <dgm:spPr/>
    </dgm:pt>
    <dgm:pt modelId="{C32631A9-E7CE-482A-8415-8AFF4EA8F1CF}" type="pres">
      <dgm:prSet presAssocID="{E3CD6BB2-29E7-4AB4-B8FB-05D5335A58DD}" presName="aSpace" presStyleCnt="0"/>
      <dgm:spPr/>
    </dgm:pt>
    <dgm:pt modelId="{311A5362-FD75-4E8C-A5E9-D9B40F291CD0}" type="pres">
      <dgm:prSet presAssocID="{5E430B76-B9D1-4A35-980B-8466363D6564}" presName="compNode" presStyleCnt="0"/>
      <dgm:spPr/>
    </dgm:pt>
    <dgm:pt modelId="{FDA1D751-0A16-4956-942D-F42D94E50972}" type="pres">
      <dgm:prSet presAssocID="{5E430B76-B9D1-4A35-980B-8466363D6564}" presName="aNode" presStyleLbl="bgShp" presStyleIdx="1" presStyleCnt="3"/>
      <dgm:spPr/>
    </dgm:pt>
    <dgm:pt modelId="{08B23201-8405-44E4-88BA-6D1D3E57DEF6}" type="pres">
      <dgm:prSet presAssocID="{5E430B76-B9D1-4A35-980B-8466363D6564}" presName="textNode" presStyleLbl="bgShp" presStyleIdx="1" presStyleCnt="3"/>
      <dgm:spPr/>
    </dgm:pt>
    <dgm:pt modelId="{769758CF-AD2E-4C61-884E-3CD3C118B6A1}" type="pres">
      <dgm:prSet presAssocID="{5E430B76-B9D1-4A35-980B-8466363D6564}" presName="compChildNode" presStyleCnt="0"/>
      <dgm:spPr/>
    </dgm:pt>
    <dgm:pt modelId="{CA3BC0B8-7AF7-459F-9C11-3C877449D815}" type="pres">
      <dgm:prSet presAssocID="{5E430B76-B9D1-4A35-980B-8466363D6564}" presName="theInnerList" presStyleCnt="0"/>
      <dgm:spPr/>
    </dgm:pt>
    <dgm:pt modelId="{85B8FB2C-7491-48EB-8AF8-923632D5CA52}" type="pres">
      <dgm:prSet presAssocID="{66C41EEA-F6EA-4959-B32C-DDF43595E6E6}" presName="childNode" presStyleLbl="node1" presStyleIdx="3" presStyleCnt="8">
        <dgm:presLayoutVars>
          <dgm:bulletEnabled val="1"/>
        </dgm:presLayoutVars>
      </dgm:prSet>
      <dgm:spPr/>
    </dgm:pt>
    <dgm:pt modelId="{89C74225-C836-4FD7-8176-9DADAEF176B9}" type="pres">
      <dgm:prSet presAssocID="{66C41EEA-F6EA-4959-B32C-DDF43595E6E6}" presName="aSpace2" presStyleCnt="0"/>
      <dgm:spPr/>
    </dgm:pt>
    <dgm:pt modelId="{D83BDF92-E922-4211-A911-D70E8FAE146C}" type="pres">
      <dgm:prSet presAssocID="{BCE2B3A6-8511-4792-9A0A-2F19FAFB07E5}" presName="childNode" presStyleLbl="node1" presStyleIdx="4" presStyleCnt="8">
        <dgm:presLayoutVars>
          <dgm:bulletEnabled val="1"/>
        </dgm:presLayoutVars>
      </dgm:prSet>
      <dgm:spPr/>
    </dgm:pt>
    <dgm:pt modelId="{56D07C59-59FE-47AC-AFA1-720664F342BA}" type="pres">
      <dgm:prSet presAssocID="{BCE2B3A6-8511-4792-9A0A-2F19FAFB07E5}" presName="aSpace2" presStyleCnt="0"/>
      <dgm:spPr/>
    </dgm:pt>
    <dgm:pt modelId="{D729EA07-F73E-4F55-9735-952CA26F3491}" type="pres">
      <dgm:prSet presAssocID="{E5F1C0E1-2913-4FDC-9615-F228CDB124C4}" presName="childNode" presStyleLbl="node1" presStyleIdx="5" presStyleCnt="8">
        <dgm:presLayoutVars>
          <dgm:bulletEnabled val="1"/>
        </dgm:presLayoutVars>
      </dgm:prSet>
      <dgm:spPr/>
    </dgm:pt>
    <dgm:pt modelId="{3853DAA8-6674-4EDB-92D9-AD7D14E90C78}" type="pres">
      <dgm:prSet presAssocID="{5E430B76-B9D1-4A35-980B-8466363D6564}" presName="aSpace" presStyleCnt="0"/>
      <dgm:spPr/>
    </dgm:pt>
    <dgm:pt modelId="{F7564B41-AFB1-4461-9738-A38807E41D3E}" type="pres">
      <dgm:prSet presAssocID="{464746A4-ABDD-4990-B5A6-C25B28D6D896}" presName="compNode" presStyleCnt="0"/>
      <dgm:spPr/>
    </dgm:pt>
    <dgm:pt modelId="{2ECAA9B4-E0BA-49C3-92DB-93F14044E9C9}" type="pres">
      <dgm:prSet presAssocID="{464746A4-ABDD-4990-B5A6-C25B28D6D896}" presName="aNode" presStyleLbl="bgShp" presStyleIdx="2" presStyleCnt="3" custLinFactX="17528" custLinFactNeighborX="100000" custLinFactNeighborY="53028"/>
      <dgm:spPr/>
    </dgm:pt>
    <dgm:pt modelId="{21E53E42-27B6-4E28-BFF4-F847AE16CC62}" type="pres">
      <dgm:prSet presAssocID="{464746A4-ABDD-4990-B5A6-C25B28D6D896}" presName="textNode" presStyleLbl="bgShp" presStyleIdx="2" presStyleCnt="3"/>
      <dgm:spPr/>
    </dgm:pt>
    <dgm:pt modelId="{3ECC4053-F2B2-4EB8-BAEC-CE72FF67A1E5}" type="pres">
      <dgm:prSet presAssocID="{464746A4-ABDD-4990-B5A6-C25B28D6D896}" presName="compChildNode" presStyleCnt="0"/>
      <dgm:spPr/>
    </dgm:pt>
    <dgm:pt modelId="{9309240C-7BE2-4765-BFD7-B6C1F8E9C8C5}" type="pres">
      <dgm:prSet presAssocID="{464746A4-ABDD-4990-B5A6-C25B28D6D896}" presName="theInnerList" presStyleCnt="0"/>
      <dgm:spPr/>
    </dgm:pt>
    <dgm:pt modelId="{5F04DBFE-84B6-4A92-B059-25A26F9CDB55}" type="pres">
      <dgm:prSet presAssocID="{CB830B92-7747-4164-AB49-D94FB19339ED}" presName="childNode" presStyleLbl="node1" presStyleIdx="6" presStyleCnt="8">
        <dgm:presLayoutVars>
          <dgm:bulletEnabled val="1"/>
        </dgm:presLayoutVars>
      </dgm:prSet>
      <dgm:spPr/>
    </dgm:pt>
    <dgm:pt modelId="{A6605431-4552-466F-B776-250C8FD0630D}" type="pres">
      <dgm:prSet presAssocID="{CB830B92-7747-4164-AB49-D94FB19339ED}" presName="aSpace2" presStyleCnt="0"/>
      <dgm:spPr/>
    </dgm:pt>
    <dgm:pt modelId="{A0020B70-7823-49A6-A3CC-E5C371B7324D}" type="pres">
      <dgm:prSet presAssocID="{186811BF-CCF0-42B8-82C8-960FA59AD4A4}" presName="childNode" presStyleLbl="node1" presStyleIdx="7" presStyleCnt="8">
        <dgm:presLayoutVars>
          <dgm:bulletEnabled val="1"/>
        </dgm:presLayoutVars>
      </dgm:prSet>
      <dgm:spPr/>
    </dgm:pt>
  </dgm:ptLst>
  <dgm:cxnLst>
    <dgm:cxn modelId="{998E0E04-F704-4FD4-8A5F-7FB7DE1339E6}" type="presOf" srcId="{9D2D7FAA-4D47-4A24-B1F8-4B7CCDD140FF}" destId="{AC28C1E0-E8FD-47D7-8E57-78E0B2192CDD}" srcOrd="0" destOrd="0" presId="urn:microsoft.com/office/officeart/2005/8/layout/lProcess2"/>
    <dgm:cxn modelId="{85EDC20C-C79D-4F11-8C34-32CC85F34190}" type="presOf" srcId="{464746A4-ABDD-4990-B5A6-C25B28D6D896}" destId="{21E53E42-27B6-4E28-BFF4-F847AE16CC62}" srcOrd="1" destOrd="0" presId="urn:microsoft.com/office/officeart/2005/8/layout/lProcess2"/>
    <dgm:cxn modelId="{188EFE22-03DA-4691-B047-F60474E20F1C}" type="presOf" srcId="{5E430B76-B9D1-4A35-980B-8466363D6564}" destId="{FDA1D751-0A16-4956-942D-F42D94E50972}" srcOrd="0" destOrd="0" presId="urn:microsoft.com/office/officeart/2005/8/layout/lProcess2"/>
    <dgm:cxn modelId="{AFA2A72F-07A3-4255-B440-62843A2BDBFC}" type="presOf" srcId="{E3CD6BB2-29E7-4AB4-B8FB-05D5335A58DD}" destId="{0FFD156E-3136-4194-800B-B1D0A42347E2}" srcOrd="1" destOrd="0" presId="urn:microsoft.com/office/officeart/2005/8/layout/lProcess2"/>
    <dgm:cxn modelId="{5B3ADD32-321D-4F50-818E-4E154325689B}" type="presOf" srcId="{66C41EEA-F6EA-4959-B32C-DDF43595E6E6}" destId="{85B8FB2C-7491-48EB-8AF8-923632D5CA52}" srcOrd="0" destOrd="0" presId="urn:microsoft.com/office/officeart/2005/8/layout/lProcess2"/>
    <dgm:cxn modelId="{D2B6553B-685D-4BA1-B26D-DDCC3AB2019B}" type="presOf" srcId="{E3CD6BB2-29E7-4AB4-B8FB-05D5335A58DD}" destId="{9AE6E9E7-2AC4-42E1-B8C3-EBA31F4B53FE}" srcOrd="0" destOrd="0" presId="urn:microsoft.com/office/officeart/2005/8/layout/lProcess2"/>
    <dgm:cxn modelId="{B7CD866A-A362-4D96-88B3-27311292A103}" type="presOf" srcId="{464746A4-ABDD-4990-B5A6-C25B28D6D896}" destId="{2ECAA9B4-E0BA-49C3-92DB-93F14044E9C9}" srcOrd="0" destOrd="0" presId="urn:microsoft.com/office/officeart/2005/8/layout/lProcess2"/>
    <dgm:cxn modelId="{F48AFC4C-FC43-4200-AC87-E9ECEE818AF4}" srcId="{464746A4-ABDD-4990-B5A6-C25B28D6D896}" destId="{186811BF-CCF0-42B8-82C8-960FA59AD4A4}" srcOrd="1" destOrd="0" parTransId="{CBAE8961-8EA7-4F04-8BED-02CABB802BAA}" sibTransId="{3FD4CA78-4A3D-45BB-BB7E-21B9509C7A8A}"/>
    <dgm:cxn modelId="{E50A8F72-761D-42E6-A24B-FB04250602B8}" srcId="{5B3B6316-4DBB-4BF8-B9D9-A6B7CA293FDC}" destId="{464746A4-ABDD-4990-B5A6-C25B28D6D896}" srcOrd="2" destOrd="0" parTransId="{9E734037-8D19-4DB4-8850-43F41AF969D4}" sibTransId="{202A2171-D387-4174-8726-3CE468CFF54E}"/>
    <dgm:cxn modelId="{5509728A-2589-4A31-8739-D2C1614F24CA}" type="presOf" srcId="{ABFB0AC3-7C3F-4280-A6C7-3997F2277DD9}" destId="{91E16534-DB26-40F9-815C-3D6AB6F0D9D8}" srcOrd="0" destOrd="0" presId="urn:microsoft.com/office/officeart/2005/8/layout/lProcess2"/>
    <dgm:cxn modelId="{0E98A492-B8E3-4845-B3A2-4DEBBBE81659}" type="presOf" srcId="{51DA60F4-1A28-45EC-A721-69BBEE8985C4}" destId="{6EC631FA-DB0C-49B2-B647-D077F8FD855D}" srcOrd="0" destOrd="0" presId="urn:microsoft.com/office/officeart/2005/8/layout/lProcess2"/>
    <dgm:cxn modelId="{81C1279F-EC57-42E6-8F28-78001D4763DE}" srcId="{464746A4-ABDD-4990-B5A6-C25B28D6D896}" destId="{CB830B92-7747-4164-AB49-D94FB19339ED}" srcOrd="0" destOrd="0" parTransId="{04E4DADB-3000-4156-AACF-C05A0AA769D2}" sibTransId="{367141A6-B9E4-497F-BDFD-4B5007A05FAB}"/>
    <dgm:cxn modelId="{EBD4F0A3-A21D-422F-A4D1-0D1393AB95C4}" srcId="{E3CD6BB2-29E7-4AB4-B8FB-05D5335A58DD}" destId="{51DA60F4-1A28-45EC-A721-69BBEE8985C4}" srcOrd="1" destOrd="0" parTransId="{CC07A4AC-E3B9-4A76-A1F8-9DE2472FE0D4}" sibTransId="{AAA83BF7-81BA-4DAE-8CEC-7531500B098C}"/>
    <dgm:cxn modelId="{A417E8A7-E017-4C39-9ED9-D2C18D2871F7}" srcId="{5E430B76-B9D1-4A35-980B-8466363D6564}" destId="{66C41EEA-F6EA-4959-B32C-DDF43595E6E6}" srcOrd="0" destOrd="0" parTransId="{C44937B4-6939-42D5-9CF0-CA3242BFCF28}" sibTransId="{AB5D1531-D0C3-4FDA-AB84-7182B4459283}"/>
    <dgm:cxn modelId="{24D067B1-84D4-421D-82C6-9F4D0CA8B55E}" srcId="{E3CD6BB2-29E7-4AB4-B8FB-05D5335A58DD}" destId="{9D2D7FAA-4D47-4A24-B1F8-4B7CCDD140FF}" srcOrd="0" destOrd="0" parTransId="{5B233D32-C313-4B72-AD79-D2A64548D69F}" sibTransId="{134A7904-F7F3-4F52-A76C-40E9B5814643}"/>
    <dgm:cxn modelId="{7303EEB1-0254-4DB4-A536-208BCBBD4132}" srcId="{5B3B6316-4DBB-4BF8-B9D9-A6B7CA293FDC}" destId="{5E430B76-B9D1-4A35-980B-8466363D6564}" srcOrd="1" destOrd="0" parTransId="{65741E11-2C46-4DE3-954A-AD8FABB4159F}" sibTransId="{B8AE4C59-7B4D-49E4-BC18-752DD81FEA39}"/>
    <dgm:cxn modelId="{778E2BB4-3CD0-4530-BE15-DAB7B690779F}" srcId="{5E430B76-B9D1-4A35-980B-8466363D6564}" destId="{E5F1C0E1-2913-4FDC-9615-F228CDB124C4}" srcOrd="2" destOrd="0" parTransId="{67E501E1-E302-40B7-BFA9-3E7BFB9EF06B}" sibTransId="{1956810D-0D72-4D95-9AC4-6BDD72C1EB39}"/>
    <dgm:cxn modelId="{63ADE5B5-66D4-4772-A4AC-7CCEB27D0E51}" type="presOf" srcId="{E5F1C0E1-2913-4FDC-9615-F228CDB124C4}" destId="{D729EA07-F73E-4F55-9735-952CA26F3491}" srcOrd="0" destOrd="0" presId="urn:microsoft.com/office/officeart/2005/8/layout/lProcess2"/>
    <dgm:cxn modelId="{41823DC3-DE4C-49EF-8406-26A72D1A1AA7}" type="presOf" srcId="{186811BF-CCF0-42B8-82C8-960FA59AD4A4}" destId="{A0020B70-7823-49A6-A3CC-E5C371B7324D}" srcOrd="0" destOrd="0" presId="urn:microsoft.com/office/officeart/2005/8/layout/lProcess2"/>
    <dgm:cxn modelId="{4573D2D1-A3C2-42AB-91C5-38B7FCA47D35}" srcId="{5E430B76-B9D1-4A35-980B-8466363D6564}" destId="{BCE2B3A6-8511-4792-9A0A-2F19FAFB07E5}" srcOrd="1" destOrd="0" parTransId="{C8F5E0F4-1A4C-4672-814F-C0A9ECB4D207}" sibTransId="{1ACE7241-BD23-4E82-9489-6704B9D1FB72}"/>
    <dgm:cxn modelId="{04910BD3-12DB-4559-BC66-16D9F9E8D33F}" srcId="{E3CD6BB2-29E7-4AB4-B8FB-05D5335A58DD}" destId="{ABFB0AC3-7C3F-4280-A6C7-3997F2277DD9}" srcOrd="2" destOrd="0" parTransId="{5C49319C-6705-43BF-8AB5-CE2D28555087}" sibTransId="{E4F1CC9D-9A08-4E8E-8D10-3355F7F10641}"/>
    <dgm:cxn modelId="{56D3EADC-441E-4B2C-822C-CF3600FEE3C2}" type="presOf" srcId="{5B3B6316-4DBB-4BF8-B9D9-A6B7CA293FDC}" destId="{6B3854C3-D154-4263-93DC-E1A6A51BDB79}" srcOrd="0" destOrd="0" presId="urn:microsoft.com/office/officeart/2005/8/layout/lProcess2"/>
    <dgm:cxn modelId="{F30EDCDD-39DF-410F-B16C-B9DF39DF9DD2}" srcId="{5B3B6316-4DBB-4BF8-B9D9-A6B7CA293FDC}" destId="{E3CD6BB2-29E7-4AB4-B8FB-05D5335A58DD}" srcOrd="0" destOrd="0" parTransId="{D4410D8F-5A06-4662-B8D4-00DA76987782}" sibTransId="{35F2F9E9-514B-4BE4-9013-4D66ADB49AAE}"/>
    <dgm:cxn modelId="{9600D5E0-A2D6-4CF1-AE29-568DFCFE3C21}" type="presOf" srcId="{BCE2B3A6-8511-4792-9A0A-2F19FAFB07E5}" destId="{D83BDF92-E922-4211-A911-D70E8FAE146C}" srcOrd="0" destOrd="0" presId="urn:microsoft.com/office/officeart/2005/8/layout/lProcess2"/>
    <dgm:cxn modelId="{44D1F6EF-8AA0-479A-94BE-375AD636E30E}" type="presOf" srcId="{CB830B92-7747-4164-AB49-D94FB19339ED}" destId="{5F04DBFE-84B6-4A92-B059-25A26F9CDB55}" srcOrd="0" destOrd="0" presId="urn:microsoft.com/office/officeart/2005/8/layout/lProcess2"/>
    <dgm:cxn modelId="{E66B96FB-03DE-4BA1-9347-DCFE8302D12A}" type="presOf" srcId="{5E430B76-B9D1-4A35-980B-8466363D6564}" destId="{08B23201-8405-44E4-88BA-6D1D3E57DEF6}" srcOrd="1" destOrd="0" presId="urn:microsoft.com/office/officeart/2005/8/layout/lProcess2"/>
    <dgm:cxn modelId="{1751F18D-2B76-4BF7-96F0-E92DC776B97D}" type="presParOf" srcId="{6B3854C3-D154-4263-93DC-E1A6A51BDB79}" destId="{B128CAE0-714B-4C08-B87F-BA7B8075893A}" srcOrd="0" destOrd="0" presId="urn:microsoft.com/office/officeart/2005/8/layout/lProcess2"/>
    <dgm:cxn modelId="{9F9FA75E-6A4E-4744-BFE4-84925C18887B}" type="presParOf" srcId="{B128CAE0-714B-4C08-B87F-BA7B8075893A}" destId="{9AE6E9E7-2AC4-42E1-B8C3-EBA31F4B53FE}" srcOrd="0" destOrd="0" presId="urn:microsoft.com/office/officeart/2005/8/layout/lProcess2"/>
    <dgm:cxn modelId="{BA0FC32B-6D7A-4953-944D-42E9AC5981A3}" type="presParOf" srcId="{B128CAE0-714B-4C08-B87F-BA7B8075893A}" destId="{0FFD156E-3136-4194-800B-B1D0A42347E2}" srcOrd="1" destOrd="0" presId="urn:microsoft.com/office/officeart/2005/8/layout/lProcess2"/>
    <dgm:cxn modelId="{B2E72229-0A78-4021-997C-A3C18E00CB63}" type="presParOf" srcId="{B128CAE0-714B-4C08-B87F-BA7B8075893A}" destId="{9172D1F9-955F-44B8-9739-72E44F5B1068}" srcOrd="2" destOrd="0" presId="urn:microsoft.com/office/officeart/2005/8/layout/lProcess2"/>
    <dgm:cxn modelId="{0C9FC80D-6422-4DE9-A195-568D597CE79B}" type="presParOf" srcId="{9172D1F9-955F-44B8-9739-72E44F5B1068}" destId="{B4CEE808-07AB-4894-8415-EF76A29CD623}" srcOrd="0" destOrd="0" presId="urn:microsoft.com/office/officeart/2005/8/layout/lProcess2"/>
    <dgm:cxn modelId="{BA52ED85-B45A-4426-AAE9-30A92EB77E3E}" type="presParOf" srcId="{B4CEE808-07AB-4894-8415-EF76A29CD623}" destId="{AC28C1E0-E8FD-47D7-8E57-78E0B2192CDD}" srcOrd="0" destOrd="0" presId="urn:microsoft.com/office/officeart/2005/8/layout/lProcess2"/>
    <dgm:cxn modelId="{55296210-F417-4D1B-92EA-7B8718B30339}" type="presParOf" srcId="{B4CEE808-07AB-4894-8415-EF76A29CD623}" destId="{0EC06D85-A185-4A08-B0A0-FE0900E8C972}" srcOrd="1" destOrd="0" presId="urn:microsoft.com/office/officeart/2005/8/layout/lProcess2"/>
    <dgm:cxn modelId="{62D80C8E-28E6-41CE-8285-589B64A8BC0F}" type="presParOf" srcId="{B4CEE808-07AB-4894-8415-EF76A29CD623}" destId="{6EC631FA-DB0C-49B2-B647-D077F8FD855D}" srcOrd="2" destOrd="0" presId="urn:microsoft.com/office/officeart/2005/8/layout/lProcess2"/>
    <dgm:cxn modelId="{04AD48FD-6507-47F8-B3B5-D59DD782C2FA}" type="presParOf" srcId="{B4CEE808-07AB-4894-8415-EF76A29CD623}" destId="{A3198F22-2AB4-4777-B14D-96EE5257E512}" srcOrd="3" destOrd="0" presId="urn:microsoft.com/office/officeart/2005/8/layout/lProcess2"/>
    <dgm:cxn modelId="{106C8B4D-1EA9-4B1E-B97F-F557EB3A1ECC}" type="presParOf" srcId="{B4CEE808-07AB-4894-8415-EF76A29CD623}" destId="{91E16534-DB26-40F9-815C-3D6AB6F0D9D8}" srcOrd="4" destOrd="0" presId="urn:microsoft.com/office/officeart/2005/8/layout/lProcess2"/>
    <dgm:cxn modelId="{A52303F0-7352-49CF-9EE2-8FE4F71FB62D}" type="presParOf" srcId="{6B3854C3-D154-4263-93DC-E1A6A51BDB79}" destId="{C32631A9-E7CE-482A-8415-8AFF4EA8F1CF}" srcOrd="1" destOrd="0" presId="urn:microsoft.com/office/officeart/2005/8/layout/lProcess2"/>
    <dgm:cxn modelId="{D8E5FE03-E508-4D26-BA03-6D5BD7CADFF3}" type="presParOf" srcId="{6B3854C3-D154-4263-93DC-E1A6A51BDB79}" destId="{311A5362-FD75-4E8C-A5E9-D9B40F291CD0}" srcOrd="2" destOrd="0" presId="urn:microsoft.com/office/officeart/2005/8/layout/lProcess2"/>
    <dgm:cxn modelId="{F02ACC43-2DBB-43CE-A661-83EDAA4C04E5}" type="presParOf" srcId="{311A5362-FD75-4E8C-A5E9-D9B40F291CD0}" destId="{FDA1D751-0A16-4956-942D-F42D94E50972}" srcOrd="0" destOrd="0" presId="urn:microsoft.com/office/officeart/2005/8/layout/lProcess2"/>
    <dgm:cxn modelId="{EE8391B5-1050-4707-9C14-CA1574B759A1}" type="presParOf" srcId="{311A5362-FD75-4E8C-A5E9-D9B40F291CD0}" destId="{08B23201-8405-44E4-88BA-6D1D3E57DEF6}" srcOrd="1" destOrd="0" presId="urn:microsoft.com/office/officeart/2005/8/layout/lProcess2"/>
    <dgm:cxn modelId="{88E6D3A1-095B-4D63-A0B2-0132CB0CEDED}" type="presParOf" srcId="{311A5362-FD75-4E8C-A5E9-D9B40F291CD0}" destId="{769758CF-AD2E-4C61-884E-3CD3C118B6A1}" srcOrd="2" destOrd="0" presId="urn:microsoft.com/office/officeart/2005/8/layout/lProcess2"/>
    <dgm:cxn modelId="{0C0B5E5B-59F1-4AC5-9214-E33E99B99BC2}" type="presParOf" srcId="{769758CF-AD2E-4C61-884E-3CD3C118B6A1}" destId="{CA3BC0B8-7AF7-459F-9C11-3C877449D815}" srcOrd="0" destOrd="0" presId="urn:microsoft.com/office/officeart/2005/8/layout/lProcess2"/>
    <dgm:cxn modelId="{20797B95-3567-4DBE-88B2-FCE0557912C6}" type="presParOf" srcId="{CA3BC0B8-7AF7-459F-9C11-3C877449D815}" destId="{85B8FB2C-7491-48EB-8AF8-923632D5CA52}" srcOrd="0" destOrd="0" presId="urn:microsoft.com/office/officeart/2005/8/layout/lProcess2"/>
    <dgm:cxn modelId="{92D55286-E383-432B-A25D-0DA43A272A1C}" type="presParOf" srcId="{CA3BC0B8-7AF7-459F-9C11-3C877449D815}" destId="{89C74225-C836-4FD7-8176-9DADAEF176B9}" srcOrd="1" destOrd="0" presId="urn:microsoft.com/office/officeart/2005/8/layout/lProcess2"/>
    <dgm:cxn modelId="{8DEFA3D6-44B9-4840-9A2B-6721B2C244C1}" type="presParOf" srcId="{CA3BC0B8-7AF7-459F-9C11-3C877449D815}" destId="{D83BDF92-E922-4211-A911-D70E8FAE146C}" srcOrd="2" destOrd="0" presId="urn:microsoft.com/office/officeart/2005/8/layout/lProcess2"/>
    <dgm:cxn modelId="{75CD14D1-752F-4909-B9B0-DADFC12D75D2}" type="presParOf" srcId="{CA3BC0B8-7AF7-459F-9C11-3C877449D815}" destId="{56D07C59-59FE-47AC-AFA1-720664F342BA}" srcOrd="3" destOrd="0" presId="urn:microsoft.com/office/officeart/2005/8/layout/lProcess2"/>
    <dgm:cxn modelId="{AC58EE2A-14DB-4D62-98FF-36AABFC569D0}" type="presParOf" srcId="{CA3BC0B8-7AF7-459F-9C11-3C877449D815}" destId="{D729EA07-F73E-4F55-9735-952CA26F3491}" srcOrd="4" destOrd="0" presId="urn:microsoft.com/office/officeart/2005/8/layout/lProcess2"/>
    <dgm:cxn modelId="{1E3C6358-B12D-4997-8B6F-84BCDA44153D}" type="presParOf" srcId="{6B3854C3-D154-4263-93DC-E1A6A51BDB79}" destId="{3853DAA8-6674-4EDB-92D9-AD7D14E90C78}" srcOrd="3" destOrd="0" presId="urn:microsoft.com/office/officeart/2005/8/layout/lProcess2"/>
    <dgm:cxn modelId="{9E719814-7BE4-492C-89D3-5FB26803D271}" type="presParOf" srcId="{6B3854C3-D154-4263-93DC-E1A6A51BDB79}" destId="{F7564B41-AFB1-4461-9738-A38807E41D3E}" srcOrd="4" destOrd="0" presId="urn:microsoft.com/office/officeart/2005/8/layout/lProcess2"/>
    <dgm:cxn modelId="{03EE5E76-4D46-43E4-9412-044C852406F8}" type="presParOf" srcId="{F7564B41-AFB1-4461-9738-A38807E41D3E}" destId="{2ECAA9B4-E0BA-49C3-92DB-93F14044E9C9}" srcOrd="0" destOrd="0" presId="urn:microsoft.com/office/officeart/2005/8/layout/lProcess2"/>
    <dgm:cxn modelId="{752DFC96-E0BB-4E8B-93C8-08255BD3A437}" type="presParOf" srcId="{F7564B41-AFB1-4461-9738-A38807E41D3E}" destId="{21E53E42-27B6-4E28-BFF4-F847AE16CC62}" srcOrd="1" destOrd="0" presId="urn:microsoft.com/office/officeart/2005/8/layout/lProcess2"/>
    <dgm:cxn modelId="{A0C33F68-DB32-466E-8B99-080CF57D13D8}" type="presParOf" srcId="{F7564B41-AFB1-4461-9738-A38807E41D3E}" destId="{3ECC4053-F2B2-4EB8-BAEC-CE72FF67A1E5}" srcOrd="2" destOrd="0" presId="urn:microsoft.com/office/officeart/2005/8/layout/lProcess2"/>
    <dgm:cxn modelId="{CC598215-68EB-4540-B194-C80578436BD6}" type="presParOf" srcId="{3ECC4053-F2B2-4EB8-BAEC-CE72FF67A1E5}" destId="{9309240C-7BE2-4765-BFD7-B6C1F8E9C8C5}" srcOrd="0" destOrd="0" presId="urn:microsoft.com/office/officeart/2005/8/layout/lProcess2"/>
    <dgm:cxn modelId="{957843C4-91B8-48C6-9F2A-3B150F67B40B}" type="presParOf" srcId="{9309240C-7BE2-4765-BFD7-B6C1F8E9C8C5}" destId="{5F04DBFE-84B6-4A92-B059-25A26F9CDB55}" srcOrd="0" destOrd="0" presId="urn:microsoft.com/office/officeart/2005/8/layout/lProcess2"/>
    <dgm:cxn modelId="{133DF76A-48FE-454B-B7B7-B188D3027891}" type="presParOf" srcId="{9309240C-7BE2-4765-BFD7-B6C1F8E9C8C5}" destId="{A6605431-4552-466F-B776-250C8FD0630D}" srcOrd="1" destOrd="0" presId="urn:microsoft.com/office/officeart/2005/8/layout/lProcess2"/>
    <dgm:cxn modelId="{9E653491-16E7-45F5-8580-CC04EAA01806}" type="presParOf" srcId="{9309240C-7BE2-4765-BFD7-B6C1F8E9C8C5}" destId="{A0020B70-7823-49A6-A3CC-E5C371B7324D}"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39F2F8B-D8D8-436A-9499-61368C47D1CE}" type="doc">
      <dgm:prSet loTypeId="urn:microsoft.com/office/officeart/2008/layout/RadialCluster" loCatId="relationship" qsTypeId="urn:microsoft.com/office/officeart/2005/8/quickstyle/simple1" qsCatId="simple" csTypeId="urn:microsoft.com/office/officeart/2005/8/colors/accent4_2" csCatId="accent4" phldr="1"/>
      <dgm:spPr/>
      <dgm:t>
        <a:bodyPr/>
        <a:lstStyle/>
        <a:p>
          <a:endParaRPr lang="en-US"/>
        </a:p>
      </dgm:t>
    </dgm:pt>
    <dgm:pt modelId="{46C66DB7-CD1C-42DE-8012-10367E053F62}">
      <dgm:prSet phldrT="[Text]" phldr="0"/>
      <dgm:spPr>
        <a:solidFill>
          <a:schemeClr val="tx2">
            <a:lumMod val="20000"/>
            <a:lumOff val="80000"/>
          </a:schemeClr>
        </a:solidFill>
      </dgm:spPr>
      <dgm:t>
        <a:bodyPr/>
        <a:lstStyle/>
        <a:p>
          <a:r>
            <a:rPr lang="en-US" dirty="0">
              <a:solidFill>
                <a:schemeClr val="bg1"/>
              </a:solidFill>
            </a:rPr>
            <a:t>Automated Task Assignment System</a:t>
          </a:r>
        </a:p>
      </dgm:t>
    </dgm:pt>
    <dgm:pt modelId="{51095FC6-1F3B-4D08-8050-862F34FF5DF2}" type="parTrans" cxnId="{904660C4-DBCA-4B4C-ACA8-DCD40DF02265}">
      <dgm:prSet/>
      <dgm:spPr/>
      <dgm:t>
        <a:bodyPr/>
        <a:lstStyle/>
        <a:p>
          <a:endParaRPr lang="en-US"/>
        </a:p>
      </dgm:t>
    </dgm:pt>
    <dgm:pt modelId="{56A31FCB-CEE2-4B5F-9A65-CAFD5119258B}" type="sibTrans" cxnId="{904660C4-DBCA-4B4C-ACA8-DCD40DF02265}">
      <dgm:prSet/>
      <dgm:spPr/>
      <dgm:t>
        <a:bodyPr/>
        <a:lstStyle/>
        <a:p>
          <a:endParaRPr lang="en-US"/>
        </a:p>
      </dgm:t>
    </dgm:pt>
    <dgm:pt modelId="{294339B4-FACE-4A7C-9C94-575261D2DE5E}">
      <dgm:prSet phldrT="[Text]" phldr="0"/>
      <dgm:spPr/>
      <dgm:t>
        <a:bodyPr/>
        <a:lstStyle/>
        <a:p>
          <a:r>
            <a:rPr lang="en-US" b="0" dirty="0">
              <a:solidFill>
                <a:schemeClr val="bg1"/>
              </a:solidFill>
            </a:rPr>
            <a:t>Improved UI</a:t>
          </a:r>
        </a:p>
      </dgm:t>
    </dgm:pt>
    <dgm:pt modelId="{A78FA98C-E888-43A5-B36E-2A2D17AB460F}" type="parTrans" cxnId="{B841609A-FB6F-4697-AB5D-C912F17FADD0}">
      <dgm:prSet/>
      <dgm:spPr/>
      <dgm:t>
        <a:bodyPr/>
        <a:lstStyle/>
        <a:p>
          <a:endParaRPr lang="en-US"/>
        </a:p>
      </dgm:t>
    </dgm:pt>
    <dgm:pt modelId="{8D17BC2D-0465-448C-B728-13ED87B6EDFC}" type="sibTrans" cxnId="{B841609A-FB6F-4697-AB5D-C912F17FADD0}">
      <dgm:prSet/>
      <dgm:spPr/>
      <dgm:t>
        <a:bodyPr/>
        <a:lstStyle/>
        <a:p>
          <a:endParaRPr lang="en-US"/>
        </a:p>
      </dgm:t>
    </dgm:pt>
    <dgm:pt modelId="{9EB56B87-AE32-46F2-BB4A-06B06FD3038D}">
      <dgm:prSet phldrT="[Text]" phldr="0"/>
      <dgm:spPr/>
      <dgm:t>
        <a:bodyPr/>
        <a:lstStyle/>
        <a:p>
          <a:pPr>
            <a:buNone/>
          </a:pPr>
          <a:r>
            <a:rPr lang="en-US" b="0" dirty="0">
              <a:solidFill>
                <a:schemeClr val="bg1"/>
              </a:solidFill>
            </a:rPr>
            <a:t>Automation</a:t>
          </a:r>
        </a:p>
      </dgm:t>
    </dgm:pt>
    <dgm:pt modelId="{10045CBB-D666-4A40-B16B-42E9ABD12A56}" type="parTrans" cxnId="{36BD3A12-0276-404A-9C2D-B0DED30A7985}">
      <dgm:prSet/>
      <dgm:spPr/>
      <dgm:t>
        <a:bodyPr/>
        <a:lstStyle/>
        <a:p>
          <a:endParaRPr lang="en-US"/>
        </a:p>
      </dgm:t>
    </dgm:pt>
    <dgm:pt modelId="{C405222B-6413-41C0-9418-7AA88C04C183}" type="sibTrans" cxnId="{36BD3A12-0276-404A-9C2D-B0DED30A7985}">
      <dgm:prSet/>
      <dgm:spPr/>
      <dgm:t>
        <a:bodyPr/>
        <a:lstStyle/>
        <a:p>
          <a:endParaRPr lang="en-US"/>
        </a:p>
      </dgm:t>
    </dgm:pt>
    <dgm:pt modelId="{CEC0DABB-C2A7-411C-A3FC-92073A59FC2A}">
      <dgm:prSet phldrT="[Text]" phldr="0"/>
      <dgm:spPr/>
      <dgm:t>
        <a:bodyPr/>
        <a:lstStyle/>
        <a:p>
          <a:r>
            <a:rPr lang="en-US" b="0" dirty="0">
              <a:solidFill>
                <a:schemeClr val="bg1"/>
              </a:solidFill>
            </a:rPr>
            <a:t>Robust Database &amp; Pipeline</a:t>
          </a:r>
        </a:p>
      </dgm:t>
    </dgm:pt>
    <dgm:pt modelId="{FDF4A39C-599E-473F-BC33-00C36FAB3F33}" type="parTrans" cxnId="{1FA69026-65B6-4C0B-B7A6-681F89EF3080}">
      <dgm:prSet/>
      <dgm:spPr/>
      <dgm:t>
        <a:bodyPr/>
        <a:lstStyle/>
        <a:p>
          <a:endParaRPr lang="en-US"/>
        </a:p>
      </dgm:t>
    </dgm:pt>
    <dgm:pt modelId="{6EAB1E00-FA17-491F-8954-B9A4F9CE96D1}" type="sibTrans" cxnId="{1FA69026-65B6-4C0B-B7A6-681F89EF3080}">
      <dgm:prSet/>
      <dgm:spPr/>
      <dgm:t>
        <a:bodyPr/>
        <a:lstStyle/>
        <a:p>
          <a:endParaRPr lang="en-US"/>
        </a:p>
      </dgm:t>
    </dgm:pt>
    <dgm:pt modelId="{163B8299-6FC5-4370-AA5F-C0C343175E4D}">
      <dgm:prSet phldrT="[Text]" phldr="0"/>
      <dgm:spPr/>
      <dgm:t>
        <a:bodyPr/>
        <a:lstStyle/>
        <a:p>
          <a:r>
            <a:rPr lang="en-US" b="0" dirty="0">
              <a:solidFill>
                <a:schemeClr val="bg1"/>
              </a:solidFill>
            </a:rPr>
            <a:t>ML Matching Algorithm</a:t>
          </a:r>
        </a:p>
      </dgm:t>
    </dgm:pt>
    <dgm:pt modelId="{1FFDBB61-30F2-4E8F-9908-EFC868CB369E}" type="parTrans" cxnId="{91372214-5734-41C2-B74D-9441A87E13D8}">
      <dgm:prSet/>
      <dgm:spPr/>
      <dgm:t>
        <a:bodyPr/>
        <a:lstStyle/>
        <a:p>
          <a:endParaRPr lang="en-US"/>
        </a:p>
      </dgm:t>
    </dgm:pt>
    <dgm:pt modelId="{9BE9EDEE-E9DC-413F-B788-DF8748E27792}" type="sibTrans" cxnId="{91372214-5734-41C2-B74D-9441A87E13D8}">
      <dgm:prSet/>
      <dgm:spPr/>
      <dgm:t>
        <a:bodyPr/>
        <a:lstStyle/>
        <a:p>
          <a:endParaRPr lang="en-US"/>
        </a:p>
      </dgm:t>
    </dgm:pt>
    <dgm:pt modelId="{A4BEE9B6-8C09-4C03-8C60-612CBA116808}">
      <dgm:prSet phldrT="[Text]" phldr="0"/>
      <dgm:spPr/>
      <dgm:t>
        <a:bodyPr/>
        <a:lstStyle/>
        <a:p>
          <a:pPr>
            <a:buNone/>
          </a:pPr>
          <a:endParaRPr lang="en-US" b="0" dirty="0">
            <a:solidFill>
              <a:schemeClr val="bg1"/>
            </a:solidFill>
          </a:endParaRPr>
        </a:p>
      </dgm:t>
    </dgm:pt>
    <dgm:pt modelId="{DD8DACA9-1DAA-40B4-BAA4-774243027DDC}" type="parTrans" cxnId="{2D694A99-F17F-4A47-8A31-F83EB4553CAB}">
      <dgm:prSet/>
      <dgm:spPr/>
      <dgm:t>
        <a:bodyPr/>
        <a:lstStyle/>
        <a:p>
          <a:endParaRPr lang="en-US"/>
        </a:p>
      </dgm:t>
    </dgm:pt>
    <dgm:pt modelId="{74722295-1E1F-4585-9BF0-5DDE98259603}" type="sibTrans" cxnId="{2D694A99-F17F-4A47-8A31-F83EB4553CAB}">
      <dgm:prSet/>
      <dgm:spPr/>
      <dgm:t>
        <a:bodyPr/>
        <a:lstStyle/>
        <a:p>
          <a:endParaRPr lang="en-US"/>
        </a:p>
      </dgm:t>
    </dgm:pt>
    <dgm:pt modelId="{BD3BCB9F-6570-4180-A6DD-ECAED3DAA5A6}" type="pres">
      <dgm:prSet presAssocID="{939F2F8B-D8D8-436A-9499-61368C47D1CE}" presName="Name0" presStyleCnt="0">
        <dgm:presLayoutVars>
          <dgm:chMax val="1"/>
          <dgm:chPref val="1"/>
          <dgm:dir/>
          <dgm:animOne val="branch"/>
          <dgm:animLvl val="lvl"/>
        </dgm:presLayoutVars>
      </dgm:prSet>
      <dgm:spPr/>
    </dgm:pt>
    <dgm:pt modelId="{C925B2F5-4D27-429F-A63C-F0D53E609D03}" type="pres">
      <dgm:prSet presAssocID="{46C66DB7-CD1C-42DE-8012-10367E053F62}" presName="singleCycle" presStyleCnt="0"/>
      <dgm:spPr/>
    </dgm:pt>
    <dgm:pt modelId="{4FF3BF49-A404-4084-88D9-B4564F8134AD}" type="pres">
      <dgm:prSet presAssocID="{46C66DB7-CD1C-42DE-8012-10367E053F62}" presName="singleCenter" presStyleLbl="node1" presStyleIdx="0" presStyleCnt="5" custScaleX="159133" custLinFactNeighborX="-4169" custLinFactNeighborY="-2402">
        <dgm:presLayoutVars>
          <dgm:chMax val="7"/>
          <dgm:chPref val="7"/>
        </dgm:presLayoutVars>
      </dgm:prSet>
      <dgm:spPr/>
    </dgm:pt>
    <dgm:pt modelId="{C21BD58D-3282-4918-B3E2-D242D16B4D44}" type="pres">
      <dgm:prSet presAssocID="{A78FA98C-E888-43A5-B36E-2A2D17AB460F}" presName="Name56" presStyleLbl="parChTrans1D2" presStyleIdx="0" presStyleCnt="4"/>
      <dgm:spPr/>
    </dgm:pt>
    <dgm:pt modelId="{D4E39B0C-FC33-44DF-A7BE-B6596D629637}" type="pres">
      <dgm:prSet presAssocID="{294339B4-FACE-4A7C-9C94-575261D2DE5E}" presName="text0" presStyleLbl="node1" presStyleIdx="1" presStyleCnt="5" custScaleX="163831" custScaleY="47675" custRadScaleRad="153651" custRadScaleInc="-242379">
        <dgm:presLayoutVars>
          <dgm:bulletEnabled val="1"/>
        </dgm:presLayoutVars>
      </dgm:prSet>
      <dgm:spPr/>
    </dgm:pt>
    <dgm:pt modelId="{9332C759-E85E-4E97-B569-C2CE3A86D95C}" type="pres">
      <dgm:prSet presAssocID="{1FFDBB61-30F2-4E8F-9908-EFC868CB369E}" presName="Name56" presStyleLbl="parChTrans1D2" presStyleIdx="1" presStyleCnt="4"/>
      <dgm:spPr/>
    </dgm:pt>
    <dgm:pt modelId="{6FDF3780-96DC-4DD7-A1BE-3AE8EFE1C0D3}" type="pres">
      <dgm:prSet presAssocID="{163B8299-6FC5-4370-AA5F-C0C343175E4D}" presName="text0" presStyleLbl="node1" presStyleIdx="2" presStyleCnt="5" custScaleX="171197" custScaleY="75625" custRadScaleRad="152451" custRadScaleInc="-366929">
        <dgm:presLayoutVars>
          <dgm:bulletEnabled val="1"/>
        </dgm:presLayoutVars>
      </dgm:prSet>
      <dgm:spPr/>
    </dgm:pt>
    <dgm:pt modelId="{F9ABF9A7-2A47-4085-9D4B-4E7700E2A760}" type="pres">
      <dgm:prSet presAssocID="{FDF4A39C-599E-473F-BC33-00C36FAB3F33}" presName="Name56" presStyleLbl="parChTrans1D2" presStyleIdx="2" presStyleCnt="4"/>
      <dgm:spPr/>
    </dgm:pt>
    <dgm:pt modelId="{7F9463A5-FFA3-4E71-A7DD-EE9F884B4A9B}" type="pres">
      <dgm:prSet presAssocID="{CEC0DABB-C2A7-411C-A3FC-92073A59FC2A}" presName="text0" presStyleLbl="node1" presStyleIdx="3" presStyleCnt="5" custScaleX="220068" custScaleY="74584" custRadScaleRad="92173" custRadScaleInc="383087">
        <dgm:presLayoutVars>
          <dgm:bulletEnabled val="1"/>
        </dgm:presLayoutVars>
      </dgm:prSet>
      <dgm:spPr/>
    </dgm:pt>
    <dgm:pt modelId="{7475F6C8-0C4B-4B14-917D-A6FD892265CE}" type="pres">
      <dgm:prSet presAssocID="{10045CBB-D666-4A40-B16B-42E9ABD12A56}" presName="Name56" presStyleLbl="parChTrans1D2" presStyleIdx="3" presStyleCnt="4"/>
      <dgm:spPr/>
    </dgm:pt>
    <dgm:pt modelId="{6CB9A409-254F-454C-ADA2-4245D46829F5}" type="pres">
      <dgm:prSet presAssocID="{9EB56B87-AE32-46F2-BB4A-06B06FD3038D}" presName="text0" presStyleLbl="node1" presStyleIdx="4" presStyleCnt="5" custScaleX="180761" custScaleY="52219" custRadScaleRad="85221" custRadScaleInc="-189163">
        <dgm:presLayoutVars>
          <dgm:bulletEnabled val="1"/>
        </dgm:presLayoutVars>
      </dgm:prSet>
      <dgm:spPr/>
    </dgm:pt>
  </dgm:ptLst>
  <dgm:cxnLst>
    <dgm:cxn modelId="{E2AB6706-F5C0-42AD-9C0A-34F410618396}" type="presOf" srcId="{46C66DB7-CD1C-42DE-8012-10367E053F62}" destId="{4FF3BF49-A404-4084-88D9-B4564F8134AD}" srcOrd="0" destOrd="0" presId="urn:microsoft.com/office/officeart/2008/layout/RadialCluster"/>
    <dgm:cxn modelId="{36BD3A12-0276-404A-9C2D-B0DED30A7985}" srcId="{46C66DB7-CD1C-42DE-8012-10367E053F62}" destId="{9EB56B87-AE32-46F2-BB4A-06B06FD3038D}" srcOrd="3" destOrd="0" parTransId="{10045CBB-D666-4A40-B16B-42E9ABD12A56}" sibTransId="{C405222B-6413-41C0-9418-7AA88C04C183}"/>
    <dgm:cxn modelId="{91372214-5734-41C2-B74D-9441A87E13D8}" srcId="{46C66DB7-CD1C-42DE-8012-10367E053F62}" destId="{163B8299-6FC5-4370-AA5F-C0C343175E4D}" srcOrd="1" destOrd="0" parTransId="{1FFDBB61-30F2-4E8F-9908-EFC868CB369E}" sibTransId="{9BE9EDEE-E9DC-413F-B788-DF8748E27792}"/>
    <dgm:cxn modelId="{1FA69026-65B6-4C0B-B7A6-681F89EF3080}" srcId="{46C66DB7-CD1C-42DE-8012-10367E053F62}" destId="{CEC0DABB-C2A7-411C-A3FC-92073A59FC2A}" srcOrd="2" destOrd="0" parTransId="{FDF4A39C-599E-473F-BC33-00C36FAB3F33}" sibTransId="{6EAB1E00-FA17-491F-8954-B9A4F9CE96D1}"/>
    <dgm:cxn modelId="{D20ADB26-BC37-4841-AA11-55CC73530DD4}" type="presOf" srcId="{10045CBB-D666-4A40-B16B-42E9ABD12A56}" destId="{7475F6C8-0C4B-4B14-917D-A6FD892265CE}" srcOrd="0" destOrd="0" presId="urn:microsoft.com/office/officeart/2008/layout/RadialCluster"/>
    <dgm:cxn modelId="{221E2F40-A5BA-4961-B038-838C11614504}" type="presOf" srcId="{FDF4A39C-599E-473F-BC33-00C36FAB3F33}" destId="{F9ABF9A7-2A47-4085-9D4B-4E7700E2A760}" srcOrd="0" destOrd="0" presId="urn:microsoft.com/office/officeart/2008/layout/RadialCluster"/>
    <dgm:cxn modelId="{F964234C-6D4B-403A-AFCB-1925A9A2F3D6}" type="presOf" srcId="{A78FA98C-E888-43A5-B36E-2A2D17AB460F}" destId="{C21BD58D-3282-4918-B3E2-D242D16B4D44}" srcOrd="0" destOrd="0" presId="urn:microsoft.com/office/officeart/2008/layout/RadialCluster"/>
    <dgm:cxn modelId="{2D694A99-F17F-4A47-8A31-F83EB4553CAB}" srcId="{939F2F8B-D8D8-436A-9499-61368C47D1CE}" destId="{A4BEE9B6-8C09-4C03-8C60-612CBA116808}" srcOrd="1" destOrd="0" parTransId="{DD8DACA9-1DAA-40B4-BAA4-774243027DDC}" sibTransId="{74722295-1E1F-4585-9BF0-5DDE98259603}"/>
    <dgm:cxn modelId="{B841609A-FB6F-4697-AB5D-C912F17FADD0}" srcId="{46C66DB7-CD1C-42DE-8012-10367E053F62}" destId="{294339B4-FACE-4A7C-9C94-575261D2DE5E}" srcOrd="0" destOrd="0" parTransId="{A78FA98C-E888-43A5-B36E-2A2D17AB460F}" sibTransId="{8D17BC2D-0465-448C-B728-13ED87B6EDFC}"/>
    <dgm:cxn modelId="{4275319B-7051-49A7-95D1-9EB360EF2D76}" type="presOf" srcId="{163B8299-6FC5-4370-AA5F-C0C343175E4D}" destId="{6FDF3780-96DC-4DD7-A1BE-3AE8EFE1C0D3}" srcOrd="0" destOrd="0" presId="urn:microsoft.com/office/officeart/2008/layout/RadialCluster"/>
    <dgm:cxn modelId="{7871CEA7-BA11-455D-A27E-F5AAE3C01BA8}" type="presOf" srcId="{294339B4-FACE-4A7C-9C94-575261D2DE5E}" destId="{D4E39B0C-FC33-44DF-A7BE-B6596D629637}" srcOrd="0" destOrd="0" presId="urn:microsoft.com/office/officeart/2008/layout/RadialCluster"/>
    <dgm:cxn modelId="{293411BD-2C0F-456A-B0C7-1F707BAFCFB5}" type="presOf" srcId="{939F2F8B-D8D8-436A-9499-61368C47D1CE}" destId="{BD3BCB9F-6570-4180-A6DD-ECAED3DAA5A6}" srcOrd="0" destOrd="0" presId="urn:microsoft.com/office/officeart/2008/layout/RadialCluster"/>
    <dgm:cxn modelId="{904660C4-DBCA-4B4C-ACA8-DCD40DF02265}" srcId="{939F2F8B-D8D8-436A-9499-61368C47D1CE}" destId="{46C66DB7-CD1C-42DE-8012-10367E053F62}" srcOrd="0" destOrd="0" parTransId="{51095FC6-1F3B-4D08-8050-862F34FF5DF2}" sibTransId="{56A31FCB-CEE2-4B5F-9A65-CAFD5119258B}"/>
    <dgm:cxn modelId="{DAF743EE-0D2D-4191-BEAD-58E601540906}" type="presOf" srcId="{1FFDBB61-30F2-4E8F-9908-EFC868CB369E}" destId="{9332C759-E85E-4E97-B569-C2CE3A86D95C}" srcOrd="0" destOrd="0" presId="urn:microsoft.com/office/officeart/2008/layout/RadialCluster"/>
    <dgm:cxn modelId="{289C49F0-1948-4022-A465-C13F4B18F886}" type="presOf" srcId="{9EB56B87-AE32-46F2-BB4A-06B06FD3038D}" destId="{6CB9A409-254F-454C-ADA2-4245D46829F5}" srcOrd="0" destOrd="0" presId="urn:microsoft.com/office/officeart/2008/layout/RadialCluster"/>
    <dgm:cxn modelId="{8D4AB7F8-13C9-4DC0-BF10-24EF265F5ACE}" type="presOf" srcId="{CEC0DABB-C2A7-411C-A3FC-92073A59FC2A}" destId="{7F9463A5-FFA3-4E71-A7DD-EE9F884B4A9B}" srcOrd="0" destOrd="0" presId="urn:microsoft.com/office/officeart/2008/layout/RadialCluster"/>
    <dgm:cxn modelId="{92588B8F-BE6E-423E-BC0E-33D8280B84B2}" type="presParOf" srcId="{BD3BCB9F-6570-4180-A6DD-ECAED3DAA5A6}" destId="{C925B2F5-4D27-429F-A63C-F0D53E609D03}" srcOrd="0" destOrd="0" presId="urn:microsoft.com/office/officeart/2008/layout/RadialCluster"/>
    <dgm:cxn modelId="{D0AE84A5-401B-4BA6-9ED9-554E89DCC1B8}" type="presParOf" srcId="{C925B2F5-4D27-429F-A63C-F0D53E609D03}" destId="{4FF3BF49-A404-4084-88D9-B4564F8134AD}" srcOrd="0" destOrd="0" presId="urn:microsoft.com/office/officeart/2008/layout/RadialCluster"/>
    <dgm:cxn modelId="{60BF141A-06E6-42BD-B3B3-AB3CEA671D91}" type="presParOf" srcId="{C925B2F5-4D27-429F-A63C-F0D53E609D03}" destId="{C21BD58D-3282-4918-B3E2-D242D16B4D44}" srcOrd="1" destOrd="0" presId="urn:microsoft.com/office/officeart/2008/layout/RadialCluster"/>
    <dgm:cxn modelId="{13E53454-EC57-40C9-B4DA-01267CB47BE5}" type="presParOf" srcId="{C925B2F5-4D27-429F-A63C-F0D53E609D03}" destId="{D4E39B0C-FC33-44DF-A7BE-B6596D629637}" srcOrd="2" destOrd="0" presId="urn:microsoft.com/office/officeart/2008/layout/RadialCluster"/>
    <dgm:cxn modelId="{972B4360-1EF3-4B8A-92DF-9DC671312AFB}" type="presParOf" srcId="{C925B2F5-4D27-429F-A63C-F0D53E609D03}" destId="{9332C759-E85E-4E97-B569-C2CE3A86D95C}" srcOrd="3" destOrd="0" presId="urn:microsoft.com/office/officeart/2008/layout/RadialCluster"/>
    <dgm:cxn modelId="{8B036685-5191-4B55-8BD7-D00DBF3BA83E}" type="presParOf" srcId="{C925B2F5-4D27-429F-A63C-F0D53E609D03}" destId="{6FDF3780-96DC-4DD7-A1BE-3AE8EFE1C0D3}" srcOrd="4" destOrd="0" presId="urn:microsoft.com/office/officeart/2008/layout/RadialCluster"/>
    <dgm:cxn modelId="{C5669C83-0B8F-436F-9C64-977270B62C2F}" type="presParOf" srcId="{C925B2F5-4D27-429F-A63C-F0D53E609D03}" destId="{F9ABF9A7-2A47-4085-9D4B-4E7700E2A760}" srcOrd="5" destOrd="0" presId="urn:microsoft.com/office/officeart/2008/layout/RadialCluster"/>
    <dgm:cxn modelId="{AE0515A1-B83F-42DF-9563-DFD091179BD7}" type="presParOf" srcId="{C925B2F5-4D27-429F-A63C-F0D53E609D03}" destId="{7F9463A5-FFA3-4E71-A7DD-EE9F884B4A9B}" srcOrd="6" destOrd="0" presId="urn:microsoft.com/office/officeart/2008/layout/RadialCluster"/>
    <dgm:cxn modelId="{4E43553A-AE87-49D1-AA04-FE1278E4AE94}" type="presParOf" srcId="{C925B2F5-4D27-429F-A63C-F0D53E609D03}" destId="{7475F6C8-0C4B-4B14-917D-A6FD892265CE}" srcOrd="7" destOrd="0" presId="urn:microsoft.com/office/officeart/2008/layout/RadialCluster"/>
    <dgm:cxn modelId="{AE7212D8-FED0-449A-8867-76B2E31FB5E0}" type="presParOf" srcId="{C925B2F5-4D27-429F-A63C-F0D53E609D03}" destId="{6CB9A409-254F-454C-ADA2-4245D46829F5}" srcOrd="8" destOrd="0" presId="urn:microsoft.com/office/officeart/2008/layout/RadialCluster"/>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DF09600-3E2F-481B-82C7-395C3C91F4A7}" type="doc">
      <dgm:prSet loTypeId="urn:microsoft.com/office/officeart/2005/8/layout/default" loCatId="list" qsTypeId="urn:microsoft.com/office/officeart/2005/8/quickstyle/simple1" qsCatId="simple" csTypeId="urn:microsoft.com/office/officeart/2005/8/colors/accent4_4" csCatId="accent4" phldr="1"/>
      <dgm:spPr/>
      <dgm:t>
        <a:bodyPr/>
        <a:lstStyle/>
        <a:p>
          <a:endParaRPr lang="en-US"/>
        </a:p>
      </dgm:t>
    </dgm:pt>
    <dgm:pt modelId="{A5BD7752-75C4-40C0-BF8E-20EB49436BC8}">
      <dgm:prSet phldrT="[Text]" phldr="0"/>
      <dgm:spPr/>
      <dgm:t>
        <a:bodyPr/>
        <a:lstStyle/>
        <a:p>
          <a:r>
            <a:rPr lang="en-US" b="1" dirty="0"/>
            <a:t>Join</a:t>
          </a:r>
        </a:p>
      </dgm:t>
    </dgm:pt>
    <dgm:pt modelId="{1C54ED6D-EB19-46AF-9179-2A8990EE417E}" type="parTrans" cxnId="{ABD700FB-DB43-4F3F-ABAA-8D595F3391D1}">
      <dgm:prSet/>
      <dgm:spPr/>
      <dgm:t>
        <a:bodyPr/>
        <a:lstStyle/>
        <a:p>
          <a:endParaRPr lang="en-US"/>
        </a:p>
      </dgm:t>
    </dgm:pt>
    <dgm:pt modelId="{188904B8-0917-432E-B5A6-993091A4A44C}" type="sibTrans" cxnId="{ABD700FB-DB43-4F3F-ABAA-8D595F3391D1}">
      <dgm:prSet/>
      <dgm:spPr/>
      <dgm:t>
        <a:bodyPr/>
        <a:lstStyle/>
        <a:p>
          <a:endParaRPr lang="en-US"/>
        </a:p>
      </dgm:t>
    </dgm:pt>
    <dgm:pt modelId="{3A77462F-9E0B-4B26-A8DE-8E17CA0C28BE}">
      <dgm:prSet phldrT="[Text]" phldr="0"/>
      <dgm:spPr/>
      <dgm:t>
        <a:bodyPr/>
        <a:lstStyle/>
        <a:p>
          <a:r>
            <a:rPr lang="en-US" b="1" dirty="0"/>
            <a:t>Imputation</a:t>
          </a:r>
        </a:p>
      </dgm:t>
    </dgm:pt>
    <dgm:pt modelId="{2422BF56-A5A5-4E51-BFCA-68E9B2464497}" type="parTrans" cxnId="{927849BC-48B5-4536-AA97-66FDD529F7A3}">
      <dgm:prSet/>
      <dgm:spPr/>
      <dgm:t>
        <a:bodyPr/>
        <a:lstStyle/>
        <a:p>
          <a:endParaRPr lang="en-US"/>
        </a:p>
      </dgm:t>
    </dgm:pt>
    <dgm:pt modelId="{1685AAA0-93D4-4A89-8E9D-B0F78ABE57AC}" type="sibTrans" cxnId="{927849BC-48B5-4536-AA97-66FDD529F7A3}">
      <dgm:prSet/>
      <dgm:spPr/>
      <dgm:t>
        <a:bodyPr/>
        <a:lstStyle/>
        <a:p>
          <a:endParaRPr lang="en-US"/>
        </a:p>
      </dgm:t>
    </dgm:pt>
    <dgm:pt modelId="{9B258CA6-9E75-4060-8A97-C90337D9783C}">
      <dgm:prSet phldrT="[Text]" phldr="0"/>
      <dgm:spPr/>
      <dgm:t>
        <a:bodyPr/>
        <a:lstStyle/>
        <a:p>
          <a:r>
            <a:rPr lang="en-US" b="1" dirty="0"/>
            <a:t>Feature Engineering</a:t>
          </a:r>
        </a:p>
      </dgm:t>
    </dgm:pt>
    <dgm:pt modelId="{BA4B4B37-254D-4E68-97D9-8F9B996BCA1C}" type="parTrans" cxnId="{A9F584AD-1402-4F5B-B562-E984BC978B73}">
      <dgm:prSet/>
      <dgm:spPr/>
      <dgm:t>
        <a:bodyPr/>
        <a:lstStyle/>
        <a:p>
          <a:endParaRPr lang="en-US"/>
        </a:p>
      </dgm:t>
    </dgm:pt>
    <dgm:pt modelId="{F43C6EA0-D101-4C58-8607-1F7B23F2E273}" type="sibTrans" cxnId="{A9F584AD-1402-4F5B-B562-E984BC978B73}">
      <dgm:prSet/>
      <dgm:spPr/>
      <dgm:t>
        <a:bodyPr/>
        <a:lstStyle/>
        <a:p>
          <a:endParaRPr lang="en-US"/>
        </a:p>
      </dgm:t>
    </dgm:pt>
    <dgm:pt modelId="{F7BA0878-801E-4FA8-9E47-FAAAEE922D89}">
      <dgm:prSet phldrT="[Text]" phldr="0"/>
      <dgm:spPr/>
      <dgm:t>
        <a:bodyPr/>
        <a:lstStyle/>
        <a:p>
          <a:r>
            <a:rPr lang="en-US" i="1" dirty="0"/>
            <a:t>Task Complexity</a:t>
          </a:r>
        </a:p>
      </dgm:t>
    </dgm:pt>
    <dgm:pt modelId="{9E23FA41-99B3-4688-BD86-547F428FD8B1}" type="parTrans" cxnId="{DA88E687-366B-4258-9DAD-B160BDB55C04}">
      <dgm:prSet/>
      <dgm:spPr/>
      <dgm:t>
        <a:bodyPr/>
        <a:lstStyle/>
        <a:p>
          <a:endParaRPr lang="en-US"/>
        </a:p>
      </dgm:t>
    </dgm:pt>
    <dgm:pt modelId="{F317A394-E435-41D3-9760-853A80531FB3}" type="sibTrans" cxnId="{DA88E687-366B-4258-9DAD-B160BDB55C04}">
      <dgm:prSet/>
      <dgm:spPr/>
      <dgm:t>
        <a:bodyPr/>
        <a:lstStyle/>
        <a:p>
          <a:endParaRPr lang="en-US"/>
        </a:p>
      </dgm:t>
    </dgm:pt>
    <dgm:pt modelId="{AA96EFEC-EAD0-4BC2-AEC4-27DE6BE062B7}">
      <dgm:prSet phldrT="[Text]" phldr="0"/>
      <dgm:spPr/>
      <dgm:t>
        <a:bodyPr/>
        <a:lstStyle/>
        <a:p>
          <a:r>
            <a:rPr lang="en-US" i="1" dirty="0"/>
            <a:t>Penalty Cost</a:t>
          </a:r>
        </a:p>
      </dgm:t>
    </dgm:pt>
    <dgm:pt modelId="{28A38835-4D66-44C8-8BA6-7665414FE787}" type="parTrans" cxnId="{22231E40-85CB-49D1-9B39-3D988504B1F8}">
      <dgm:prSet/>
      <dgm:spPr/>
      <dgm:t>
        <a:bodyPr/>
        <a:lstStyle/>
        <a:p>
          <a:endParaRPr lang="en-US"/>
        </a:p>
      </dgm:t>
    </dgm:pt>
    <dgm:pt modelId="{0430A49D-28ED-4616-A90A-D7DE912AC2D5}" type="sibTrans" cxnId="{22231E40-85CB-49D1-9B39-3D988504B1F8}">
      <dgm:prSet/>
      <dgm:spPr/>
      <dgm:t>
        <a:bodyPr/>
        <a:lstStyle/>
        <a:p>
          <a:endParaRPr lang="en-US"/>
        </a:p>
      </dgm:t>
    </dgm:pt>
    <dgm:pt modelId="{AEDF2346-7351-48AB-B36E-2BED8142C9CA}">
      <dgm:prSet phldrT="[Text]" phldr="0"/>
      <dgm:spPr/>
      <dgm:t>
        <a:bodyPr/>
        <a:lstStyle/>
        <a:p>
          <a:r>
            <a:rPr lang="en-US" dirty="0"/>
            <a:t>Based on the task techs have worked on, what does it say about their skillset?</a:t>
          </a:r>
          <a:endParaRPr lang="en-US" i="1" dirty="0"/>
        </a:p>
      </dgm:t>
    </dgm:pt>
    <dgm:pt modelId="{2BD18E7C-6BDB-41D5-953F-FC1ADC27F9D6}" type="parTrans" cxnId="{1A9F5B63-EBD8-4A1E-9D16-EC38D54388D6}">
      <dgm:prSet/>
      <dgm:spPr/>
      <dgm:t>
        <a:bodyPr/>
        <a:lstStyle/>
        <a:p>
          <a:endParaRPr lang="en-US"/>
        </a:p>
      </dgm:t>
    </dgm:pt>
    <dgm:pt modelId="{05BACD83-671A-4DC7-BEE9-9207346F39A2}" type="sibTrans" cxnId="{1A9F5B63-EBD8-4A1E-9D16-EC38D54388D6}">
      <dgm:prSet/>
      <dgm:spPr/>
      <dgm:t>
        <a:bodyPr/>
        <a:lstStyle/>
        <a:p>
          <a:endParaRPr lang="en-US"/>
        </a:p>
      </dgm:t>
    </dgm:pt>
    <dgm:pt modelId="{923A08C1-D6C4-4297-A13F-95876531D949}">
      <dgm:prSet phldrT="[Text]" phldr="0"/>
      <dgm:spPr/>
      <dgm:t>
        <a:bodyPr/>
        <a:lstStyle/>
        <a:p>
          <a:r>
            <a:rPr lang="en-US" i="1" dirty="0"/>
            <a:t>Eqpt Required</a:t>
          </a:r>
        </a:p>
      </dgm:t>
    </dgm:pt>
    <dgm:pt modelId="{83509945-42BA-4716-A5CC-1265C001718B}" type="parTrans" cxnId="{2B2D27F6-095B-4CA4-BCAB-F9B1B7760B87}">
      <dgm:prSet/>
      <dgm:spPr/>
      <dgm:t>
        <a:bodyPr/>
        <a:lstStyle/>
        <a:p>
          <a:endParaRPr lang="en-US"/>
        </a:p>
      </dgm:t>
    </dgm:pt>
    <dgm:pt modelId="{329467AF-63F8-4399-8DC9-05810767BEDF}" type="sibTrans" cxnId="{2B2D27F6-095B-4CA4-BCAB-F9B1B7760B87}">
      <dgm:prSet/>
      <dgm:spPr/>
      <dgm:t>
        <a:bodyPr/>
        <a:lstStyle/>
        <a:p>
          <a:endParaRPr lang="en-US"/>
        </a:p>
      </dgm:t>
    </dgm:pt>
    <dgm:pt modelId="{5797F77F-BDD6-4F23-BC54-7F5715B488F7}">
      <dgm:prSet phldrT="[Text]" phldr="0"/>
      <dgm:spPr/>
      <dgm:t>
        <a:bodyPr/>
        <a:lstStyle/>
        <a:p>
          <a:r>
            <a:rPr lang="en-US" i="1" dirty="0"/>
            <a:t>Customer Rating</a:t>
          </a:r>
        </a:p>
      </dgm:t>
    </dgm:pt>
    <dgm:pt modelId="{C2A0EE55-8066-4629-BB31-841F7B0B6284}" type="parTrans" cxnId="{C224E118-729E-4397-AE87-F36BB499F100}">
      <dgm:prSet/>
      <dgm:spPr/>
      <dgm:t>
        <a:bodyPr/>
        <a:lstStyle/>
        <a:p>
          <a:endParaRPr lang="en-US"/>
        </a:p>
      </dgm:t>
    </dgm:pt>
    <dgm:pt modelId="{5D5CF3C7-E0B7-4DF5-A985-39DB4124F8A6}" type="sibTrans" cxnId="{C224E118-729E-4397-AE87-F36BB499F100}">
      <dgm:prSet/>
      <dgm:spPr/>
      <dgm:t>
        <a:bodyPr/>
        <a:lstStyle/>
        <a:p>
          <a:endParaRPr lang="en-US"/>
        </a:p>
      </dgm:t>
    </dgm:pt>
    <dgm:pt modelId="{2F161EFD-1B2F-48AD-9ED1-9EBA3BEAA0A1}">
      <dgm:prSet phldrT="[Text]" phldr="0"/>
      <dgm:spPr/>
      <dgm:t>
        <a:bodyPr/>
        <a:lstStyle/>
        <a:p>
          <a:r>
            <a:rPr lang="en-US" i="0" dirty="0"/>
            <a:t>Based on </a:t>
          </a:r>
          <a:r>
            <a:rPr lang="en-US" i="1" dirty="0"/>
            <a:t>Task Priority</a:t>
          </a:r>
          <a:endParaRPr lang="en-US" i="0" dirty="0"/>
        </a:p>
      </dgm:t>
    </dgm:pt>
    <dgm:pt modelId="{9D0F7611-0771-474D-AFB5-5B9A8AD65569}" type="parTrans" cxnId="{68E7D5AD-4158-463E-B2C1-98CCFEE9EAF8}">
      <dgm:prSet/>
      <dgm:spPr/>
      <dgm:t>
        <a:bodyPr/>
        <a:lstStyle/>
        <a:p>
          <a:endParaRPr lang="en-US"/>
        </a:p>
      </dgm:t>
    </dgm:pt>
    <dgm:pt modelId="{32144286-A994-4B14-9CAE-36AF435CDBA2}" type="sibTrans" cxnId="{68E7D5AD-4158-463E-B2C1-98CCFEE9EAF8}">
      <dgm:prSet/>
      <dgm:spPr/>
      <dgm:t>
        <a:bodyPr/>
        <a:lstStyle/>
        <a:p>
          <a:endParaRPr lang="en-US"/>
        </a:p>
      </dgm:t>
    </dgm:pt>
    <dgm:pt modelId="{CD405006-BC75-49BD-AA2D-204F093E11D0}">
      <dgm:prSet phldrT="[Text]" phldr="0"/>
      <dgm:spPr/>
      <dgm:t>
        <a:bodyPr/>
        <a:lstStyle/>
        <a:p>
          <a:r>
            <a:rPr lang="en-US" i="0" dirty="0"/>
            <a:t>Create </a:t>
          </a:r>
          <a:r>
            <a:rPr lang="en-US" i="1" dirty="0"/>
            <a:t>Eqpt Trained </a:t>
          </a:r>
          <a:r>
            <a:rPr lang="en-US" i="0" dirty="0"/>
            <a:t>+ </a:t>
          </a:r>
          <a:r>
            <a:rPr lang="en-US" i="1" dirty="0"/>
            <a:t>Tech Complexity</a:t>
          </a:r>
        </a:p>
      </dgm:t>
    </dgm:pt>
    <dgm:pt modelId="{56B2D56E-F75C-48B2-B60C-16471DFA8E86}" type="parTrans" cxnId="{D47EFF86-0600-4354-8BDB-C25B29950815}">
      <dgm:prSet/>
      <dgm:spPr/>
      <dgm:t>
        <a:bodyPr/>
        <a:lstStyle/>
        <a:p>
          <a:endParaRPr lang="en-US"/>
        </a:p>
      </dgm:t>
    </dgm:pt>
    <dgm:pt modelId="{47235167-42F7-4CD7-926C-21BD689B96FF}" type="sibTrans" cxnId="{D47EFF86-0600-4354-8BDB-C25B29950815}">
      <dgm:prSet/>
      <dgm:spPr/>
      <dgm:t>
        <a:bodyPr/>
        <a:lstStyle/>
        <a:p>
          <a:endParaRPr lang="en-US"/>
        </a:p>
      </dgm:t>
    </dgm:pt>
    <dgm:pt modelId="{F7815A0A-1234-4CF2-A71A-3EFC9A9B83E3}">
      <dgm:prSet phldrT="[Text]" phldr="0"/>
      <dgm:spPr/>
      <dgm:t>
        <a:bodyPr/>
        <a:lstStyle/>
        <a:p>
          <a:r>
            <a:rPr lang="en-US" i="0" dirty="0"/>
            <a:t>Recalibrate </a:t>
          </a:r>
          <a:r>
            <a:rPr lang="en-US" i="1" dirty="0"/>
            <a:t>Expertise Match</a:t>
          </a:r>
        </a:p>
      </dgm:t>
    </dgm:pt>
    <dgm:pt modelId="{72F7E06D-CA1E-4BD8-9FE6-8CF59EF50542}" type="parTrans" cxnId="{3C83DB85-B00F-4FDB-BEF3-AC0178096B94}">
      <dgm:prSet/>
      <dgm:spPr/>
      <dgm:t>
        <a:bodyPr/>
        <a:lstStyle/>
        <a:p>
          <a:endParaRPr lang="en-US"/>
        </a:p>
      </dgm:t>
    </dgm:pt>
    <dgm:pt modelId="{CAD6DE7B-E9B3-45A0-AF7B-11E26BEB066A}" type="sibTrans" cxnId="{3C83DB85-B00F-4FDB-BEF3-AC0178096B94}">
      <dgm:prSet/>
      <dgm:spPr/>
      <dgm:t>
        <a:bodyPr/>
        <a:lstStyle/>
        <a:p>
          <a:endParaRPr lang="en-US"/>
        </a:p>
      </dgm:t>
    </dgm:pt>
    <dgm:pt modelId="{4C0994D2-FB35-4636-8011-AE2B7ECBA4D4}">
      <dgm:prSet phldrT="[Text]" phldr="0"/>
      <dgm:spPr/>
      <dgm:t>
        <a:bodyPr/>
        <a:lstStyle/>
        <a:p>
          <a:r>
            <a:rPr lang="en-US" i="1" dirty="0"/>
            <a:t>Expertise Match </a:t>
          </a:r>
          <a:r>
            <a:rPr lang="en-US" dirty="0"/>
            <a:t>+</a:t>
          </a:r>
          <a:r>
            <a:rPr lang="en-US" i="1" dirty="0"/>
            <a:t> Eqpt Required </a:t>
          </a:r>
          <a:r>
            <a:rPr lang="en-US" dirty="0"/>
            <a:t>+ </a:t>
          </a:r>
          <a:r>
            <a:rPr lang="en-US" i="1" dirty="0"/>
            <a:t>Task Complexity</a:t>
          </a:r>
        </a:p>
      </dgm:t>
    </dgm:pt>
    <dgm:pt modelId="{A12414E4-4427-4B9E-8725-F6EE6B629C6D}" type="parTrans" cxnId="{4E4CF662-02DF-4D67-997D-7F5C3FFA2170}">
      <dgm:prSet/>
      <dgm:spPr/>
      <dgm:t>
        <a:bodyPr/>
        <a:lstStyle/>
        <a:p>
          <a:endParaRPr lang="en-US"/>
        </a:p>
      </dgm:t>
    </dgm:pt>
    <dgm:pt modelId="{5609B633-8E19-424D-ADD3-E82362C45B47}" type="sibTrans" cxnId="{4E4CF662-02DF-4D67-997D-7F5C3FFA2170}">
      <dgm:prSet/>
      <dgm:spPr/>
      <dgm:t>
        <a:bodyPr/>
        <a:lstStyle/>
        <a:p>
          <a:endParaRPr lang="en-US"/>
        </a:p>
      </dgm:t>
    </dgm:pt>
    <dgm:pt modelId="{94601393-59C4-40D8-A01E-7465946BD8EE}">
      <dgm:prSet phldrT="[Text]" phldr="0"/>
      <dgm:spPr/>
      <dgm:t>
        <a:bodyPr/>
        <a:lstStyle/>
        <a:p>
          <a:endParaRPr lang="en-US" i="1" dirty="0"/>
        </a:p>
      </dgm:t>
    </dgm:pt>
    <dgm:pt modelId="{889ED3BE-C2EA-42D8-A839-A71ABE8635B5}" type="parTrans" cxnId="{782BEE25-29C1-402A-BDC3-880C6CFC7FBE}">
      <dgm:prSet/>
      <dgm:spPr/>
      <dgm:t>
        <a:bodyPr/>
        <a:lstStyle/>
        <a:p>
          <a:endParaRPr lang="en-US"/>
        </a:p>
      </dgm:t>
    </dgm:pt>
    <dgm:pt modelId="{52345FB5-68A4-4113-AD94-26A1EE0702A2}" type="sibTrans" cxnId="{782BEE25-29C1-402A-BDC3-880C6CFC7FBE}">
      <dgm:prSet/>
      <dgm:spPr/>
      <dgm:t>
        <a:bodyPr/>
        <a:lstStyle/>
        <a:p>
          <a:endParaRPr lang="en-US"/>
        </a:p>
      </dgm:t>
    </dgm:pt>
    <dgm:pt modelId="{B80A17D8-FAEB-4515-9FDD-E545951F8A90}">
      <dgm:prSet phldrT="[Text]" phldr="0"/>
      <dgm:spPr/>
      <dgm:t>
        <a:bodyPr/>
        <a:lstStyle/>
        <a:p>
          <a:r>
            <a:rPr lang="en-US" i="0" dirty="0"/>
            <a:t>Assumption: Expertise Match looks at equipment requirement and complexity level</a:t>
          </a:r>
        </a:p>
      </dgm:t>
    </dgm:pt>
    <dgm:pt modelId="{56F95AEB-D023-4F36-B273-40E478C473D3}" type="parTrans" cxnId="{25397B19-2DAF-48B8-B957-0032F54C999E}">
      <dgm:prSet/>
      <dgm:spPr/>
      <dgm:t>
        <a:bodyPr/>
        <a:lstStyle/>
        <a:p>
          <a:endParaRPr lang="en-US"/>
        </a:p>
      </dgm:t>
    </dgm:pt>
    <dgm:pt modelId="{719F4016-9F12-4787-82B2-EDCC9BB3FD50}" type="sibTrans" cxnId="{25397B19-2DAF-48B8-B957-0032F54C999E}">
      <dgm:prSet/>
      <dgm:spPr/>
      <dgm:t>
        <a:bodyPr/>
        <a:lstStyle/>
        <a:p>
          <a:endParaRPr lang="en-US"/>
        </a:p>
      </dgm:t>
    </dgm:pt>
    <dgm:pt modelId="{BE66CD62-7761-41A0-A4D3-906EE390A8E4}">
      <dgm:prSet phldrT="[Text]" phldr="0"/>
      <dgm:spPr/>
      <dgm:t>
        <a:bodyPr/>
        <a:lstStyle/>
        <a:p>
          <a:r>
            <a:rPr lang="en-US" i="0" dirty="0"/>
            <a:t>Are you QUALIFIED or not?</a:t>
          </a:r>
        </a:p>
      </dgm:t>
    </dgm:pt>
    <dgm:pt modelId="{1B43476A-F8AA-4041-B5E0-DDEB90CF5B97}" type="parTrans" cxnId="{043B5689-9B21-4AD2-8153-FBA5D8550AE2}">
      <dgm:prSet/>
      <dgm:spPr/>
      <dgm:t>
        <a:bodyPr/>
        <a:lstStyle/>
        <a:p>
          <a:endParaRPr lang="en-US"/>
        </a:p>
      </dgm:t>
    </dgm:pt>
    <dgm:pt modelId="{654C7121-92EF-467B-BF2E-92C77DB34D15}" type="sibTrans" cxnId="{043B5689-9B21-4AD2-8153-FBA5D8550AE2}">
      <dgm:prSet/>
      <dgm:spPr/>
      <dgm:t>
        <a:bodyPr/>
        <a:lstStyle/>
        <a:p>
          <a:endParaRPr lang="en-US"/>
        </a:p>
      </dgm:t>
    </dgm:pt>
    <dgm:pt modelId="{E3E6A194-F141-4417-9C96-71BAF46521B5}" type="pres">
      <dgm:prSet presAssocID="{8DF09600-3E2F-481B-82C7-395C3C91F4A7}" presName="diagram" presStyleCnt="0">
        <dgm:presLayoutVars>
          <dgm:dir/>
          <dgm:resizeHandles val="exact"/>
        </dgm:presLayoutVars>
      </dgm:prSet>
      <dgm:spPr/>
    </dgm:pt>
    <dgm:pt modelId="{F7CABA8C-F68E-4747-BEE6-2CD84CE5039C}" type="pres">
      <dgm:prSet presAssocID="{A5BD7752-75C4-40C0-BF8E-20EB49436BC8}" presName="node" presStyleLbl="node1" presStyleIdx="0" presStyleCnt="3" custLinFactNeighborX="-98184" custLinFactNeighborY="24861">
        <dgm:presLayoutVars>
          <dgm:bulletEnabled val="1"/>
        </dgm:presLayoutVars>
      </dgm:prSet>
      <dgm:spPr/>
    </dgm:pt>
    <dgm:pt modelId="{8DAAFC61-F4B2-412F-A528-6D50CFA42C59}" type="pres">
      <dgm:prSet presAssocID="{188904B8-0917-432E-B5A6-993091A4A44C}" presName="sibTrans" presStyleCnt="0"/>
      <dgm:spPr/>
    </dgm:pt>
    <dgm:pt modelId="{E3D83339-3605-41D3-B9CD-828554CE7429}" type="pres">
      <dgm:prSet presAssocID="{3A77462F-9E0B-4B26-A8DE-8E17CA0C28BE}" presName="node" presStyleLbl="node1" presStyleIdx="1" presStyleCnt="3" custLinFactX="-100000" custLinFactY="66735" custLinFactNeighborX="-107307" custLinFactNeighborY="100000">
        <dgm:presLayoutVars>
          <dgm:bulletEnabled val="1"/>
        </dgm:presLayoutVars>
      </dgm:prSet>
      <dgm:spPr/>
    </dgm:pt>
    <dgm:pt modelId="{1A348B8C-28F6-4C74-8462-2F8D9D270FAF}" type="pres">
      <dgm:prSet presAssocID="{1685AAA0-93D4-4A89-8E9D-B0F78ABE57AC}" presName="sibTrans" presStyleCnt="0"/>
      <dgm:spPr/>
    </dgm:pt>
    <dgm:pt modelId="{C502F762-FE32-4C49-B6B4-F324024EBBB3}" type="pres">
      <dgm:prSet presAssocID="{9B258CA6-9E75-4060-8A97-C90337D9783C}" presName="node" presStyleLbl="node1" presStyleIdx="2" presStyleCnt="3" custScaleX="219908" custScaleY="190684" custLinFactX="4263" custLinFactNeighborX="100000" custLinFactNeighborY="-74604">
        <dgm:presLayoutVars>
          <dgm:bulletEnabled val="1"/>
        </dgm:presLayoutVars>
      </dgm:prSet>
      <dgm:spPr/>
    </dgm:pt>
  </dgm:ptLst>
  <dgm:cxnLst>
    <dgm:cxn modelId="{B0D59B04-106A-45D2-8B48-745DEE1E963F}" type="presOf" srcId="{2F161EFD-1B2F-48AD-9ED1-9EBA3BEAA0A1}" destId="{E3D83339-3605-41D3-B9CD-828554CE7429}" srcOrd="0" destOrd="2" presId="urn:microsoft.com/office/officeart/2005/8/layout/default"/>
    <dgm:cxn modelId="{C72D2F0A-7BE9-4AE4-A7A9-FC725A9B3B7C}" type="presOf" srcId="{BE66CD62-7761-41A0-A4D3-906EE390A8E4}" destId="{C502F762-FE32-4C49-B6B4-F324024EBBB3}" srcOrd="0" destOrd="2" presId="urn:microsoft.com/office/officeart/2005/8/layout/default"/>
    <dgm:cxn modelId="{DA026517-48DE-4884-94A0-AAAFEF62D303}" type="presOf" srcId="{AA96EFEC-EAD0-4BC2-AEC4-27DE6BE062B7}" destId="{E3D83339-3605-41D3-B9CD-828554CE7429}" srcOrd="0" destOrd="1" presId="urn:microsoft.com/office/officeart/2005/8/layout/default"/>
    <dgm:cxn modelId="{C224E118-729E-4397-AE87-F36BB499F100}" srcId="{A5BD7752-75C4-40C0-BF8E-20EB49436BC8}" destId="{5797F77F-BDD6-4F23-BC54-7F5715B488F7}" srcOrd="2" destOrd="0" parTransId="{C2A0EE55-8066-4629-BB31-841F7B0B6284}" sibTransId="{5D5CF3C7-E0B7-4DF5-A985-39DB4124F8A6}"/>
    <dgm:cxn modelId="{25397B19-2DAF-48B8-B957-0032F54C999E}" srcId="{9B258CA6-9E75-4060-8A97-C90337D9783C}" destId="{B80A17D8-FAEB-4515-9FDD-E545951F8A90}" srcOrd="2" destOrd="0" parTransId="{56F95AEB-D023-4F36-B273-40E478C473D3}" sibTransId="{719F4016-9F12-4787-82B2-EDCC9BB3FD50}"/>
    <dgm:cxn modelId="{782BEE25-29C1-402A-BDC3-880C6CFC7FBE}" srcId="{9B258CA6-9E75-4060-8A97-C90337D9783C}" destId="{94601393-59C4-40D8-A01E-7465946BD8EE}" srcOrd="3" destOrd="0" parTransId="{889ED3BE-C2EA-42D8-A839-A71ABE8635B5}" sibTransId="{52345FB5-68A4-4113-AD94-26A1EE0702A2}"/>
    <dgm:cxn modelId="{A5A07F33-1D72-424C-A71A-91DA2A020B14}" type="presOf" srcId="{923A08C1-D6C4-4297-A13F-95876531D949}" destId="{F7CABA8C-F68E-4747-BEE6-2CD84CE5039C}" srcOrd="0" destOrd="2" presId="urn:microsoft.com/office/officeart/2005/8/layout/default"/>
    <dgm:cxn modelId="{22231E40-85CB-49D1-9B39-3D988504B1F8}" srcId="{3A77462F-9E0B-4B26-A8DE-8E17CA0C28BE}" destId="{AA96EFEC-EAD0-4BC2-AEC4-27DE6BE062B7}" srcOrd="0" destOrd="0" parTransId="{28A38835-4D66-44C8-8BA6-7665414FE787}" sibTransId="{0430A49D-28ED-4616-A90A-D7DE912AC2D5}"/>
    <dgm:cxn modelId="{4E4CF662-02DF-4D67-997D-7F5C3FFA2170}" srcId="{9B258CA6-9E75-4060-8A97-C90337D9783C}" destId="{4C0994D2-FB35-4636-8011-AE2B7ECBA4D4}" srcOrd="4" destOrd="0" parTransId="{A12414E4-4427-4B9E-8725-F6EE6B629C6D}" sibTransId="{5609B633-8E19-424D-ADD3-E82362C45B47}"/>
    <dgm:cxn modelId="{1A9F5B63-EBD8-4A1E-9D16-EC38D54388D6}" srcId="{9B258CA6-9E75-4060-8A97-C90337D9783C}" destId="{AEDF2346-7351-48AB-B36E-2BED8142C9CA}" srcOrd="0" destOrd="0" parTransId="{2BD18E7C-6BDB-41D5-953F-FC1ADC27F9D6}" sibTransId="{05BACD83-671A-4DC7-BEE9-9207346F39A2}"/>
    <dgm:cxn modelId="{EA5A4965-4889-4235-8C31-BCA308C6A39A}" type="presOf" srcId="{8DF09600-3E2F-481B-82C7-395C3C91F4A7}" destId="{E3E6A194-F141-4417-9C96-71BAF46521B5}" srcOrd="0" destOrd="0" presId="urn:microsoft.com/office/officeart/2005/8/layout/default"/>
    <dgm:cxn modelId="{5E8A404B-43A1-4FCA-A099-177E21D55DDF}" type="presOf" srcId="{3A77462F-9E0B-4B26-A8DE-8E17CA0C28BE}" destId="{E3D83339-3605-41D3-B9CD-828554CE7429}" srcOrd="0" destOrd="0" presId="urn:microsoft.com/office/officeart/2005/8/layout/default"/>
    <dgm:cxn modelId="{D11E3373-E896-47F3-BF82-7F072EC3093B}" type="presOf" srcId="{F7815A0A-1234-4CF2-A71A-3EFC9A9B83E3}" destId="{C502F762-FE32-4C49-B6B4-F324024EBBB3}" srcOrd="0" destOrd="7" presId="urn:microsoft.com/office/officeart/2005/8/layout/default"/>
    <dgm:cxn modelId="{A00DDF75-921B-43C1-A890-3EEE99BAF07B}" type="presOf" srcId="{A5BD7752-75C4-40C0-BF8E-20EB49436BC8}" destId="{F7CABA8C-F68E-4747-BEE6-2CD84CE5039C}" srcOrd="0" destOrd="0" presId="urn:microsoft.com/office/officeart/2005/8/layout/default"/>
    <dgm:cxn modelId="{2AC35858-29D4-4C31-ADA9-12384A1F477B}" type="presOf" srcId="{F7BA0878-801E-4FA8-9E47-FAAAEE922D89}" destId="{F7CABA8C-F68E-4747-BEE6-2CD84CE5039C}" srcOrd="0" destOrd="1" presId="urn:microsoft.com/office/officeart/2005/8/layout/default"/>
    <dgm:cxn modelId="{E3218584-917A-48C2-B6A5-E3A5761194FC}" type="presOf" srcId="{4C0994D2-FB35-4636-8011-AE2B7ECBA4D4}" destId="{C502F762-FE32-4C49-B6B4-F324024EBBB3}" srcOrd="0" destOrd="5" presId="urn:microsoft.com/office/officeart/2005/8/layout/default"/>
    <dgm:cxn modelId="{3C83DB85-B00F-4FDB-BEF3-AC0178096B94}" srcId="{9B258CA6-9E75-4060-8A97-C90337D9783C}" destId="{F7815A0A-1234-4CF2-A71A-3EFC9A9B83E3}" srcOrd="6" destOrd="0" parTransId="{72F7E06D-CA1E-4BD8-9FE6-8CF59EF50542}" sibTransId="{CAD6DE7B-E9B3-45A0-AF7B-11E26BEB066A}"/>
    <dgm:cxn modelId="{D47EFF86-0600-4354-8BDB-C25B29950815}" srcId="{9B258CA6-9E75-4060-8A97-C90337D9783C}" destId="{CD405006-BC75-49BD-AA2D-204F093E11D0}" srcOrd="5" destOrd="0" parTransId="{56B2D56E-F75C-48B2-B60C-16471DFA8E86}" sibTransId="{47235167-42F7-4CD7-926C-21BD689B96FF}"/>
    <dgm:cxn modelId="{DA88E687-366B-4258-9DAD-B160BDB55C04}" srcId="{A5BD7752-75C4-40C0-BF8E-20EB49436BC8}" destId="{F7BA0878-801E-4FA8-9E47-FAAAEE922D89}" srcOrd="0" destOrd="0" parTransId="{9E23FA41-99B3-4688-BD86-547F428FD8B1}" sibTransId="{F317A394-E435-41D3-9760-853A80531FB3}"/>
    <dgm:cxn modelId="{043B5689-9B21-4AD2-8153-FBA5D8550AE2}" srcId="{9B258CA6-9E75-4060-8A97-C90337D9783C}" destId="{BE66CD62-7761-41A0-A4D3-906EE390A8E4}" srcOrd="1" destOrd="0" parTransId="{1B43476A-F8AA-4041-B5E0-DDEB90CF5B97}" sibTransId="{654C7121-92EF-467B-BF2E-92C77DB34D15}"/>
    <dgm:cxn modelId="{127C5C8E-E0CB-453C-BD76-D892F52011D8}" type="presOf" srcId="{B80A17D8-FAEB-4515-9FDD-E545951F8A90}" destId="{C502F762-FE32-4C49-B6B4-F324024EBBB3}" srcOrd="0" destOrd="3" presId="urn:microsoft.com/office/officeart/2005/8/layout/default"/>
    <dgm:cxn modelId="{C34258AB-612D-4B9B-8A05-90462F7FDAD9}" type="presOf" srcId="{94601393-59C4-40D8-A01E-7465946BD8EE}" destId="{C502F762-FE32-4C49-B6B4-F324024EBBB3}" srcOrd="0" destOrd="4" presId="urn:microsoft.com/office/officeart/2005/8/layout/default"/>
    <dgm:cxn modelId="{A9F584AD-1402-4F5B-B562-E984BC978B73}" srcId="{8DF09600-3E2F-481B-82C7-395C3C91F4A7}" destId="{9B258CA6-9E75-4060-8A97-C90337D9783C}" srcOrd="2" destOrd="0" parTransId="{BA4B4B37-254D-4E68-97D9-8F9B996BCA1C}" sibTransId="{F43C6EA0-D101-4C58-8607-1F7B23F2E273}"/>
    <dgm:cxn modelId="{68E7D5AD-4158-463E-B2C1-98CCFEE9EAF8}" srcId="{AA96EFEC-EAD0-4BC2-AEC4-27DE6BE062B7}" destId="{2F161EFD-1B2F-48AD-9ED1-9EBA3BEAA0A1}" srcOrd="0" destOrd="0" parTransId="{9D0F7611-0771-474D-AFB5-5B9A8AD65569}" sibTransId="{32144286-A994-4B14-9CAE-36AF435CDBA2}"/>
    <dgm:cxn modelId="{62A21DB1-4140-4D0E-BA7C-BE06E07B779D}" type="presOf" srcId="{5797F77F-BDD6-4F23-BC54-7F5715B488F7}" destId="{F7CABA8C-F68E-4747-BEE6-2CD84CE5039C}" srcOrd="0" destOrd="3" presId="urn:microsoft.com/office/officeart/2005/8/layout/default"/>
    <dgm:cxn modelId="{927849BC-48B5-4536-AA97-66FDD529F7A3}" srcId="{8DF09600-3E2F-481B-82C7-395C3C91F4A7}" destId="{3A77462F-9E0B-4B26-A8DE-8E17CA0C28BE}" srcOrd="1" destOrd="0" parTransId="{2422BF56-A5A5-4E51-BFCA-68E9B2464497}" sibTransId="{1685AAA0-93D4-4A89-8E9D-B0F78ABE57AC}"/>
    <dgm:cxn modelId="{1E8A22C0-2DE1-4798-8C85-38AA677C07DF}" type="presOf" srcId="{9B258CA6-9E75-4060-8A97-C90337D9783C}" destId="{C502F762-FE32-4C49-B6B4-F324024EBBB3}" srcOrd="0" destOrd="0" presId="urn:microsoft.com/office/officeart/2005/8/layout/default"/>
    <dgm:cxn modelId="{FE4927DA-B75B-4CEA-B0C7-E242F28042E1}" type="presOf" srcId="{CD405006-BC75-49BD-AA2D-204F093E11D0}" destId="{C502F762-FE32-4C49-B6B4-F324024EBBB3}" srcOrd="0" destOrd="6" presId="urn:microsoft.com/office/officeart/2005/8/layout/default"/>
    <dgm:cxn modelId="{769B81DA-4496-4CF0-BE27-7CC1A3A60884}" type="presOf" srcId="{AEDF2346-7351-48AB-B36E-2BED8142C9CA}" destId="{C502F762-FE32-4C49-B6B4-F324024EBBB3}" srcOrd="0" destOrd="1" presId="urn:microsoft.com/office/officeart/2005/8/layout/default"/>
    <dgm:cxn modelId="{2B2D27F6-095B-4CA4-BCAB-F9B1B7760B87}" srcId="{A5BD7752-75C4-40C0-BF8E-20EB49436BC8}" destId="{923A08C1-D6C4-4297-A13F-95876531D949}" srcOrd="1" destOrd="0" parTransId="{83509945-42BA-4716-A5CC-1265C001718B}" sibTransId="{329467AF-63F8-4399-8DC9-05810767BEDF}"/>
    <dgm:cxn modelId="{ABD700FB-DB43-4F3F-ABAA-8D595F3391D1}" srcId="{8DF09600-3E2F-481B-82C7-395C3C91F4A7}" destId="{A5BD7752-75C4-40C0-BF8E-20EB49436BC8}" srcOrd="0" destOrd="0" parTransId="{1C54ED6D-EB19-46AF-9179-2A8990EE417E}" sibTransId="{188904B8-0917-432E-B5A6-993091A4A44C}"/>
    <dgm:cxn modelId="{21243C7C-E51A-4341-A060-C94A0F57DBCD}" type="presParOf" srcId="{E3E6A194-F141-4417-9C96-71BAF46521B5}" destId="{F7CABA8C-F68E-4747-BEE6-2CD84CE5039C}" srcOrd="0" destOrd="0" presId="urn:microsoft.com/office/officeart/2005/8/layout/default"/>
    <dgm:cxn modelId="{C2C4BD13-F09F-4B5C-A992-EC0DACAB39EC}" type="presParOf" srcId="{E3E6A194-F141-4417-9C96-71BAF46521B5}" destId="{8DAAFC61-F4B2-412F-A528-6D50CFA42C59}" srcOrd="1" destOrd="0" presId="urn:microsoft.com/office/officeart/2005/8/layout/default"/>
    <dgm:cxn modelId="{D58A6BE2-C43D-44CB-B3C7-492DA8772F7E}" type="presParOf" srcId="{E3E6A194-F141-4417-9C96-71BAF46521B5}" destId="{E3D83339-3605-41D3-B9CD-828554CE7429}" srcOrd="2" destOrd="0" presId="urn:microsoft.com/office/officeart/2005/8/layout/default"/>
    <dgm:cxn modelId="{619DC856-A888-46E2-95A7-E01002F5DBD1}" type="presParOf" srcId="{E3E6A194-F141-4417-9C96-71BAF46521B5}" destId="{1A348B8C-28F6-4C74-8462-2F8D9D270FAF}" srcOrd="3" destOrd="0" presId="urn:microsoft.com/office/officeart/2005/8/layout/default"/>
    <dgm:cxn modelId="{A65F1D2F-EE02-466B-887F-C58305032E02}" type="presParOf" srcId="{E3E6A194-F141-4417-9C96-71BAF46521B5}" destId="{C502F762-FE32-4C49-B6B4-F324024EBBB3}" srcOrd="4" destOrd="0" presId="urn:microsoft.com/office/officeart/2005/8/layout/defaul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16C4B5B-F846-44B5-8C94-868CF5B17B38}" type="doc">
      <dgm:prSet loTypeId="urn:microsoft.com/office/officeart/2005/8/layout/radial6" loCatId="cycle" qsTypeId="urn:microsoft.com/office/officeart/2005/8/quickstyle/simple1" qsCatId="simple" csTypeId="urn:microsoft.com/office/officeart/2005/8/colors/accent5_4" csCatId="accent5" phldr="1"/>
      <dgm:spPr/>
      <dgm:t>
        <a:bodyPr/>
        <a:lstStyle/>
        <a:p>
          <a:endParaRPr lang="en-US"/>
        </a:p>
      </dgm:t>
    </dgm:pt>
    <dgm:pt modelId="{B9531AB7-2690-4DE1-A662-79599F688F8A}">
      <dgm:prSet phldrT="[Text]" phldr="0"/>
      <dgm:spPr/>
      <dgm:t>
        <a:bodyPr/>
        <a:lstStyle/>
        <a:p>
          <a:r>
            <a:rPr lang="en-US" dirty="0"/>
            <a:t>Are you QUALIFIED or not</a:t>
          </a:r>
        </a:p>
      </dgm:t>
    </dgm:pt>
    <dgm:pt modelId="{A84DC318-911E-4A43-BF76-A6EF8882A47C}" type="parTrans" cxnId="{0C6DB51E-E680-41A8-8A41-ABC0E996DA33}">
      <dgm:prSet/>
      <dgm:spPr/>
      <dgm:t>
        <a:bodyPr/>
        <a:lstStyle/>
        <a:p>
          <a:endParaRPr lang="en-US"/>
        </a:p>
      </dgm:t>
    </dgm:pt>
    <dgm:pt modelId="{487343B0-97A9-43ED-BBD6-9B0AFED35548}" type="sibTrans" cxnId="{0C6DB51E-E680-41A8-8A41-ABC0E996DA33}">
      <dgm:prSet/>
      <dgm:spPr/>
      <dgm:t>
        <a:bodyPr/>
        <a:lstStyle/>
        <a:p>
          <a:endParaRPr lang="en-US"/>
        </a:p>
      </dgm:t>
    </dgm:pt>
    <dgm:pt modelId="{0A70D41D-E125-41B1-9C5E-71D7D2B42219}">
      <dgm:prSet phldrT="[Text]" phldr="1"/>
      <dgm:spPr/>
      <dgm:t>
        <a:bodyPr/>
        <a:lstStyle/>
        <a:p>
          <a:endParaRPr lang="en-US"/>
        </a:p>
      </dgm:t>
    </dgm:pt>
    <dgm:pt modelId="{1778A704-166E-4C20-B298-D0BD33F88BA9}" type="parTrans" cxnId="{A9171045-7E5D-44C2-8CD3-C222B22CD92D}">
      <dgm:prSet/>
      <dgm:spPr/>
      <dgm:t>
        <a:bodyPr/>
        <a:lstStyle/>
        <a:p>
          <a:endParaRPr lang="en-US"/>
        </a:p>
      </dgm:t>
    </dgm:pt>
    <dgm:pt modelId="{84C7F0C1-26EE-43E5-9310-04E31B3239B2}" type="sibTrans" cxnId="{A9171045-7E5D-44C2-8CD3-C222B22CD92D}">
      <dgm:prSet/>
      <dgm:spPr/>
      <dgm:t>
        <a:bodyPr/>
        <a:lstStyle/>
        <a:p>
          <a:endParaRPr lang="en-US"/>
        </a:p>
      </dgm:t>
    </dgm:pt>
    <dgm:pt modelId="{8EFA4B97-E733-43CC-AB1B-5C5A72591DF0}">
      <dgm:prSet phldrT="[Text]" phldr="1"/>
      <dgm:spPr/>
      <dgm:t>
        <a:bodyPr/>
        <a:lstStyle/>
        <a:p>
          <a:endParaRPr lang="en-US"/>
        </a:p>
      </dgm:t>
    </dgm:pt>
    <dgm:pt modelId="{320740CE-4C4E-4525-9DD1-B5EE1D11396A}" type="parTrans" cxnId="{957E9E66-6092-47B0-9551-1FA3A968C8B1}">
      <dgm:prSet/>
      <dgm:spPr/>
      <dgm:t>
        <a:bodyPr/>
        <a:lstStyle/>
        <a:p>
          <a:endParaRPr lang="en-US"/>
        </a:p>
      </dgm:t>
    </dgm:pt>
    <dgm:pt modelId="{D98F9541-5591-4FDC-A260-D099C9318662}" type="sibTrans" cxnId="{957E9E66-6092-47B0-9551-1FA3A968C8B1}">
      <dgm:prSet/>
      <dgm:spPr/>
      <dgm:t>
        <a:bodyPr/>
        <a:lstStyle/>
        <a:p>
          <a:endParaRPr lang="en-US"/>
        </a:p>
      </dgm:t>
    </dgm:pt>
    <dgm:pt modelId="{96C5BA3A-4257-485B-ABDD-619231BABB85}">
      <dgm:prSet phldrT="[Text]" phldr="1"/>
      <dgm:spPr/>
      <dgm:t>
        <a:bodyPr/>
        <a:lstStyle/>
        <a:p>
          <a:endParaRPr lang="en-US"/>
        </a:p>
      </dgm:t>
    </dgm:pt>
    <dgm:pt modelId="{BCB996BA-F604-455C-BA7F-8A2DBD239041}" type="parTrans" cxnId="{606B35D9-D842-4374-B582-F6DDB5B2C020}">
      <dgm:prSet/>
      <dgm:spPr/>
      <dgm:t>
        <a:bodyPr/>
        <a:lstStyle/>
        <a:p>
          <a:endParaRPr lang="en-US"/>
        </a:p>
      </dgm:t>
    </dgm:pt>
    <dgm:pt modelId="{0A20DEDA-7D21-43D0-B241-13924AC9623C}" type="sibTrans" cxnId="{606B35D9-D842-4374-B582-F6DDB5B2C020}">
      <dgm:prSet/>
      <dgm:spPr/>
      <dgm:t>
        <a:bodyPr/>
        <a:lstStyle/>
        <a:p>
          <a:endParaRPr lang="en-US"/>
        </a:p>
      </dgm:t>
    </dgm:pt>
    <dgm:pt modelId="{19C531A1-731B-429D-9797-6D17354BC74A}">
      <dgm:prSet phldrT="[Text]" phldr="1"/>
      <dgm:spPr/>
      <dgm:t>
        <a:bodyPr/>
        <a:lstStyle/>
        <a:p>
          <a:endParaRPr lang="en-US"/>
        </a:p>
      </dgm:t>
    </dgm:pt>
    <dgm:pt modelId="{DCCB310A-9AF4-4FBF-8344-214A30F9293F}" type="parTrans" cxnId="{6FBAB860-A53D-49F6-A91B-893688B3CD4C}">
      <dgm:prSet/>
      <dgm:spPr/>
      <dgm:t>
        <a:bodyPr/>
        <a:lstStyle/>
        <a:p>
          <a:endParaRPr lang="en-US"/>
        </a:p>
      </dgm:t>
    </dgm:pt>
    <dgm:pt modelId="{4D92E019-BBD6-4829-B25E-6C2BD93E8FEB}" type="sibTrans" cxnId="{6FBAB860-A53D-49F6-A91B-893688B3CD4C}">
      <dgm:prSet/>
      <dgm:spPr/>
      <dgm:t>
        <a:bodyPr/>
        <a:lstStyle/>
        <a:p>
          <a:endParaRPr lang="en-US"/>
        </a:p>
      </dgm:t>
    </dgm:pt>
    <dgm:pt modelId="{CDAA0E0A-D2A3-4AE7-B54F-7C9ED520CA98}" type="pres">
      <dgm:prSet presAssocID="{816C4B5B-F846-44B5-8C94-868CF5B17B38}" presName="Name0" presStyleCnt="0">
        <dgm:presLayoutVars>
          <dgm:chMax val="1"/>
          <dgm:dir/>
          <dgm:animLvl val="ctr"/>
          <dgm:resizeHandles val="exact"/>
        </dgm:presLayoutVars>
      </dgm:prSet>
      <dgm:spPr/>
    </dgm:pt>
    <dgm:pt modelId="{8EFE0222-143C-4D5E-A770-6F0C8EDFA52E}" type="pres">
      <dgm:prSet presAssocID="{B9531AB7-2690-4DE1-A662-79599F688F8A}" presName="centerShape" presStyleLbl="node0" presStyleIdx="0" presStyleCnt="1"/>
      <dgm:spPr/>
    </dgm:pt>
    <dgm:pt modelId="{6E6354F1-90B4-405F-8BA4-1295BB31D057}" type="pres">
      <dgm:prSet presAssocID="{0A70D41D-E125-41B1-9C5E-71D7D2B42219}" presName="node" presStyleLbl="node1" presStyleIdx="0" presStyleCnt="4">
        <dgm:presLayoutVars>
          <dgm:bulletEnabled val="1"/>
        </dgm:presLayoutVars>
      </dgm:prSet>
      <dgm:spPr/>
    </dgm:pt>
    <dgm:pt modelId="{CE3361A1-E116-4B4E-B279-280CC7EA334A}" type="pres">
      <dgm:prSet presAssocID="{0A70D41D-E125-41B1-9C5E-71D7D2B42219}" presName="dummy" presStyleCnt="0"/>
      <dgm:spPr/>
    </dgm:pt>
    <dgm:pt modelId="{8026A9F2-A9D0-434D-8EA0-20EF8E55A791}" type="pres">
      <dgm:prSet presAssocID="{84C7F0C1-26EE-43E5-9310-04E31B3239B2}" presName="sibTrans" presStyleLbl="sibTrans2D1" presStyleIdx="0" presStyleCnt="4"/>
      <dgm:spPr/>
    </dgm:pt>
    <dgm:pt modelId="{C866CC31-4FBB-4E57-8986-7160BC5B84CC}" type="pres">
      <dgm:prSet presAssocID="{8EFA4B97-E733-43CC-AB1B-5C5A72591DF0}" presName="node" presStyleLbl="node1" presStyleIdx="1" presStyleCnt="4">
        <dgm:presLayoutVars>
          <dgm:bulletEnabled val="1"/>
        </dgm:presLayoutVars>
      </dgm:prSet>
      <dgm:spPr/>
    </dgm:pt>
    <dgm:pt modelId="{42D24FEB-2869-424C-A42E-512A79308419}" type="pres">
      <dgm:prSet presAssocID="{8EFA4B97-E733-43CC-AB1B-5C5A72591DF0}" presName="dummy" presStyleCnt="0"/>
      <dgm:spPr/>
    </dgm:pt>
    <dgm:pt modelId="{A617B71E-47AD-424E-AB4D-D1FC1ECFF7E0}" type="pres">
      <dgm:prSet presAssocID="{D98F9541-5591-4FDC-A260-D099C9318662}" presName="sibTrans" presStyleLbl="sibTrans2D1" presStyleIdx="1" presStyleCnt="4"/>
      <dgm:spPr/>
    </dgm:pt>
    <dgm:pt modelId="{084D6C5F-DDB1-4CAC-8A58-B3C8D592F4C7}" type="pres">
      <dgm:prSet presAssocID="{96C5BA3A-4257-485B-ABDD-619231BABB85}" presName="node" presStyleLbl="node1" presStyleIdx="2" presStyleCnt="4">
        <dgm:presLayoutVars>
          <dgm:bulletEnabled val="1"/>
        </dgm:presLayoutVars>
      </dgm:prSet>
      <dgm:spPr/>
    </dgm:pt>
    <dgm:pt modelId="{40283FFD-5B09-494A-BB9A-25536CA8CE30}" type="pres">
      <dgm:prSet presAssocID="{96C5BA3A-4257-485B-ABDD-619231BABB85}" presName="dummy" presStyleCnt="0"/>
      <dgm:spPr/>
    </dgm:pt>
    <dgm:pt modelId="{2DB9FC18-24F2-4383-BFA9-C55BA96745B9}" type="pres">
      <dgm:prSet presAssocID="{0A20DEDA-7D21-43D0-B241-13924AC9623C}" presName="sibTrans" presStyleLbl="sibTrans2D1" presStyleIdx="2" presStyleCnt="4"/>
      <dgm:spPr/>
    </dgm:pt>
    <dgm:pt modelId="{A273EF0A-67EC-4A39-B8CD-9974EBD300C3}" type="pres">
      <dgm:prSet presAssocID="{19C531A1-731B-429D-9797-6D17354BC74A}" presName="node" presStyleLbl="node1" presStyleIdx="3" presStyleCnt="4">
        <dgm:presLayoutVars>
          <dgm:bulletEnabled val="1"/>
        </dgm:presLayoutVars>
      </dgm:prSet>
      <dgm:spPr/>
    </dgm:pt>
    <dgm:pt modelId="{D8E0BA19-7148-42D5-A392-2D2789F1B4CF}" type="pres">
      <dgm:prSet presAssocID="{19C531A1-731B-429D-9797-6D17354BC74A}" presName="dummy" presStyleCnt="0"/>
      <dgm:spPr/>
    </dgm:pt>
    <dgm:pt modelId="{A5CCE838-B451-4150-B8FC-DDC44F76E03A}" type="pres">
      <dgm:prSet presAssocID="{4D92E019-BBD6-4829-B25E-6C2BD93E8FEB}" presName="sibTrans" presStyleLbl="sibTrans2D1" presStyleIdx="3" presStyleCnt="4"/>
      <dgm:spPr/>
    </dgm:pt>
  </dgm:ptLst>
  <dgm:cxnLst>
    <dgm:cxn modelId="{0C6DB51E-E680-41A8-8A41-ABC0E996DA33}" srcId="{816C4B5B-F846-44B5-8C94-868CF5B17B38}" destId="{B9531AB7-2690-4DE1-A662-79599F688F8A}" srcOrd="0" destOrd="0" parTransId="{A84DC318-911E-4A43-BF76-A6EF8882A47C}" sibTransId="{487343B0-97A9-43ED-BBD6-9B0AFED35548}"/>
    <dgm:cxn modelId="{72CD4C29-5EA4-4A02-A04A-D591A40AD494}" type="presOf" srcId="{816C4B5B-F846-44B5-8C94-868CF5B17B38}" destId="{CDAA0E0A-D2A3-4AE7-B54F-7C9ED520CA98}" srcOrd="0" destOrd="0" presId="urn:microsoft.com/office/officeart/2005/8/layout/radial6"/>
    <dgm:cxn modelId="{08097D3C-C279-4525-9E32-2075F8B203B3}" type="presOf" srcId="{8EFA4B97-E733-43CC-AB1B-5C5A72591DF0}" destId="{C866CC31-4FBB-4E57-8986-7160BC5B84CC}" srcOrd="0" destOrd="0" presId="urn:microsoft.com/office/officeart/2005/8/layout/radial6"/>
    <dgm:cxn modelId="{852B735B-7B0F-4CD0-B54E-3D9097BAB2A3}" type="presOf" srcId="{B9531AB7-2690-4DE1-A662-79599F688F8A}" destId="{8EFE0222-143C-4D5E-A770-6F0C8EDFA52E}" srcOrd="0" destOrd="0" presId="urn:microsoft.com/office/officeart/2005/8/layout/radial6"/>
    <dgm:cxn modelId="{6FBAB860-A53D-49F6-A91B-893688B3CD4C}" srcId="{B9531AB7-2690-4DE1-A662-79599F688F8A}" destId="{19C531A1-731B-429D-9797-6D17354BC74A}" srcOrd="3" destOrd="0" parTransId="{DCCB310A-9AF4-4FBF-8344-214A30F9293F}" sibTransId="{4D92E019-BBD6-4829-B25E-6C2BD93E8FEB}"/>
    <dgm:cxn modelId="{A9171045-7E5D-44C2-8CD3-C222B22CD92D}" srcId="{B9531AB7-2690-4DE1-A662-79599F688F8A}" destId="{0A70D41D-E125-41B1-9C5E-71D7D2B42219}" srcOrd="0" destOrd="0" parTransId="{1778A704-166E-4C20-B298-D0BD33F88BA9}" sibTransId="{84C7F0C1-26EE-43E5-9310-04E31B3239B2}"/>
    <dgm:cxn modelId="{957E9E66-6092-47B0-9551-1FA3A968C8B1}" srcId="{B9531AB7-2690-4DE1-A662-79599F688F8A}" destId="{8EFA4B97-E733-43CC-AB1B-5C5A72591DF0}" srcOrd="1" destOrd="0" parTransId="{320740CE-4C4E-4525-9DD1-B5EE1D11396A}" sibTransId="{D98F9541-5591-4FDC-A260-D099C9318662}"/>
    <dgm:cxn modelId="{BA5BDC7C-654F-497C-BE01-F19B1B53FA50}" type="presOf" srcId="{84C7F0C1-26EE-43E5-9310-04E31B3239B2}" destId="{8026A9F2-A9D0-434D-8EA0-20EF8E55A791}" srcOrd="0" destOrd="0" presId="urn:microsoft.com/office/officeart/2005/8/layout/radial6"/>
    <dgm:cxn modelId="{E8B93C86-F64A-46BA-ABAB-948D2B0C2C1B}" type="presOf" srcId="{0A70D41D-E125-41B1-9C5E-71D7D2B42219}" destId="{6E6354F1-90B4-405F-8BA4-1295BB31D057}" srcOrd="0" destOrd="0" presId="urn:microsoft.com/office/officeart/2005/8/layout/radial6"/>
    <dgm:cxn modelId="{8D55079A-998A-4F68-87D4-61F1E4753242}" type="presOf" srcId="{4D92E019-BBD6-4829-B25E-6C2BD93E8FEB}" destId="{A5CCE838-B451-4150-B8FC-DDC44F76E03A}" srcOrd="0" destOrd="0" presId="urn:microsoft.com/office/officeart/2005/8/layout/radial6"/>
    <dgm:cxn modelId="{BD26BCB8-87EC-4DBC-896D-D3A4E94C4246}" type="presOf" srcId="{0A20DEDA-7D21-43D0-B241-13924AC9623C}" destId="{2DB9FC18-24F2-4383-BFA9-C55BA96745B9}" srcOrd="0" destOrd="0" presId="urn:microsoft.com/office/officeart/2005/8/layout/radial6"/>
    <dgm:cxn modelId="{BF80D5BC-381B-48AE-B532-160DBF2A7C58}" type="presOf" srcId="{96C5BA3A-4257-485B-ABDD-619231BABB85}" destId="{084D6C5F-DDB1-4CAC-8A58-B3C8D592F4C7}" srcOrd="0" destOrd="0" presId="urn:microsoft.com/office/officeart/2005/8/layout/radial6"/>
    <dgm:cxn modelId="{606B35D9-D842-4374-B582-F6DDB5B2C020}" srcId="{B9531AB7-2690-4DE1-A662-79599F688F8A}" destId="{96C5BA3A-4257-485B-ABDD-619231BABB85}" srcOrd="2" destOrd="0" parTransId="{BCB996BA-F604-455C-BA7F-8A2DBD239041}" sibTransId="{0A20DEDA-7D21-43D0-B241-13924AC9623C}"/>
    <dgm:cxn modelId="{60A979DA-D34C-4CBC-A0C8-8FB688031A09}" type="presOf" srcId="{D98F9541-5591-4FDC-A260-D099C9318662}" destId="{A617B71E-47AD-424E-AB4D-D1FC1ECFF7E0}" srcOrd="0" destOrd="0" presId="urn:microsoft.com/office/officeart/2005/8/layout/radial6"/>
    <dgm:cxn modelId="{593269F4-1E64-4563-A28B-4362A9581BEE}" type="presOf" srcId="{19C531A1-731B-429D-9797-6D17354BC74A}" destId="{A273EF0A-67EC-4A39-B8CD-9974EBD300C3}" srcOrd="0" destOrd="0" presId="urn:microsoft.com/office/officeart/2005/8/layout/radial6"/>
    <dgm:cxn modelId="{74FFE55A-5E80-452E-A5A7-1347E1A10B1A}" type="presParOf" srcId="{CDAA0E0A-D2A3-4AE7-B54F-7C9ED520CA98}" destId="{8EFE0222-143C-4D5E-A770-6F0C8EDFA52E}" srcOrd="0" destOrd="0" presId="urn:microsoft.com/office/officeart/2005/8/layout/radial6"/>
    <dgm:cxn modelId="{971E76D0-8868-4E4B-8F0D-ABA8FA18D24C}" type="presParOf" srcId="{CDAA0E0A-D2A3-4AE7-B54F-7C9ED520CA98}" destId="{6E6354F1-90B4-405F-8BA4-1295BB31D057}" srcOrd="1" destOrd="0" presId="urn:microsoft.com/office/officeart/2005/8/layout/radial6"/>
    <dgm:cxn modelId="{FE10030A-0226-4BA7-85C4-CF0ABCB902CB}" type="presParOf" srcId="{CDAA0E0A-D2A3-4AE7-B54F-7C9ED520CA98}" destId="{CE3361A1-E116-4B4E-B279-280CC7EA334A}" srcOrd="2" destOrd="0" presId="urn:microsoft.com/office/officeart/2005/8/layout/radial6"/>
    <dgm:cxn modelId="{DB68B3C7-4B59-43E2-9746-91512EA9FDA6}" type="presParOf" srcId="{CDAA0E0A-D2A3-4AE7-B54F-7C9ED520CA98}" destId="{8026A9F2-A9D0-434D-8EA0-20EF8E55A791}" srcOrd="3" destOrd="0" presId="urn:microsoft.com/office/officeart/2005/8/layout/radial6"/>
    <dgm:cxn modelId="{F4E53EFD-B743-49FC-8DB2-D9780AFBD261}" type="presParOf" srcId="{CDAA0E0A-D2A3-4AE7-B54F-7C9ED520CA98}" destId="{C866CC31-4FBB-4E57-8986-7160BC5B84CC}" srcOrd="4" destOrd="0" presId="urn:microsoft.com/office/officeart/2005/8/layout/radial6"/>
    <dgm:cxn modelId="{98922AF4-D758-4EA7-A7F7-09D8A6C84A40}" type="presParOf" srcId="{CDAA0E0A-D2A3-4AE7-B54F-7C9ED520CA98}" destId="{42D24FEB-2869-424C-A42E-512A79308419}" srcOrd="5" destOrd="0" presId="urn:microsoft.com/office/officeart/2005/8/layout/radial6"/>
    <dgm:cxn modelId="{9E2F08C0-6CB9-4064-8677-95800E66FD76}" type="presParOf" srcId="{CDAA0E0A-D2A3-4AE7-B54F-7C9ED520CA98}" destId="{A617B71E-47AD-424E-AB4D-D1FC1ECFF7E0}" srcOrd="6" destOrd="0" presId="urn:microsoft.com/office/officeart/2005/8/layout/radial6"/>
    <dgm:cxn modelId="{F07BF4E1-0649-4BEA-AD57-76CA0B11403D}" type="presParOf" srcId="{CDAA0E0A-D2A3-4AE7-B54F-7C9ED520CA98}" destId="{084D6C5F-DDB1-4CAC-8A58-B3C8D592F4C7}" srcOrd="7" destOrd="0" presId="urn:microsoft.com/office/officeart/2005/8/layout/radial6"/>
    <dgm:cxn modelId="{333D6261-7628-4BD6-AAE2-280DB07CB6E0}" type="presParOf" srcId="{CDAA0E0A-D2A3-4AE7-B54F-7C9ED520CA98}" destId="{40283FFD-5B09-494A-BB9A-25536CA8CE30}" srcOrd="8" destOrd="0" presId="urn:microsoft.com/office/officeart/2005/8/layout/radial6"/>
    <dgm:cxn modelId="{60C70BB0-CEC1-454F-8D26-518D3D9AB34F}" type="presParOf" srcId="{CDAA0E0A-D2A3-4AE7-B54F-7C9ED520CA98}" destId="{2DB9FC18-24F2-4383-BFA9-C55BA96745B9}" srcOrd="9" destOrd="0" presId="urn:microsoft.com/office/officeart/2005/8/layout/radial6"/>
    <dgm:cxn modelId="{957B7B75-24C5-441C-B10F-A33A8FC5FD3A}" type="presParOf" srcId="{CDAA0E0A-D2A3-4AE7-B54F-7C9ED520CA98}" destId="{A273EF0A-67EC-4A39-B8CD-9974EBD300C3}" srcOrd="10" destOrd="0" presId="urn:microsoft.com/office/officeart/2005/8/layout/radial6"/>
    <dgm:cxn modelId="{64CAE27D-928F-4918-AB7B-44A51EC22111}" type="presParOf" srcId="{CDAA0E0A-D2A3-4AE7-B54F-7C9ED520CA98}" destId="{D8E0BA19-7148-42D5-A392-2D2789F1B4CF}" srcOrd="11" destOrd="0" presId="urn:microsoft.com/office/officeart/2005/8/layout/radial6"/>
    <dgm:cxn modelId="{A56AEFBD-A854-4A4D-9813-68CC49A9A6DF}" type="presParOf" srcId="{CDAA0E0A-D2A3-4AE7-B54F-7C9ED520CA98}" destId="{A5CCE838-B451-4150-B8FC-DDC44F76E03A}" srcOrd="12" destOrd="0" presId="urn:microsoft.com/office/officeart/2005/8/layout/radial6"/>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AC0FF62-E435-4373-9E4C-01B80BACA60D}" type="doc">
      <dgm:prSet loTypeId="urn:microsoft.com/office/officeart/2005/8/layout/process4" loCatId="process" qsTypeId="urn:microsoft.com/office/officeart/2005/8/quickstyle/simple1" qsCatId="simple" csTypeId="urn:microsoft.com/office/officeart/2005/8/colors/accent5_3" csCatId="accent5" phldr="1"/>
      <dgm:spPr/>
      <dgm:t>
        <a:bodyPr/>
        <a:lstStyle/>
        <a:p>
          <a:endParaRPr lang="en-US"/>
        </a:p>
      </dgm:t>
    </dgm:pt>
    <dgm:pt modelId="{EC3EB24F-F7E3-4ED6-A52A-44CD00DDE2E4}">
      <dgm:prSet phldrT="[Text]" phldr="0"/>
      <dgm:spPr/>
      <dgm:t>
        <a:bodyPr/>
        <a:lstStyle/>
        <a:p>
          <a:r>
            <a:rPr lang="en-US" dirty="0"/>
            <a:t>TRAIN/TEST XGBOOST CLASSIFIER MODEL</a:t>
          </a:r>
        </a:p>
      </dgm:t>
    </dgm:pt>
    <dgm:pt modelId="{2057D9DC-6921-49E8-852B-A32DC50D042C}" type="parTrans" cxnId="{856F6C4C-4FA7-4EE0-A0B2-59356343BE9E}">
      <dgm:prSet/>
      <dgm:spPr/>
      <dgm:t>
        <a:bodyPr/>
        <a:lstStyle/>
        <a:p>
          <a:endParaRPr lang="en-US"/>
        </a:p>
      </dgm:t>
    </dgm:pt>
    <dgm:pt modelId="{6B616F99-F2C6-4799-AB1A-B70780EC0A5C}" type="sibTrans" cxnId="{856F6C4C-4FA7-4EE0-A0B2-59356343BE9E}">
      <dgm:prSet/>
      <dgm:spPr/>
      <dgm:t>
        <a:bodyPr/>
        <a:lstStyle/>
        <a:p>
          <a:endParaRPr lang="en-US"/>
        </a:p>
      </dgm:t>
    </dgm:pt>
    <dgm:pt modelId="{074C0443-8720-411A-B2BD-12576BFEA530}">
      <dgm:prSet phldrT="[Text]" phldr="0"/>
      <dgm:spPr/>
      <dgm:t>
        <a:bodyPr/>
        <a:lstStyle/>
        <a:p>
          <a:r>
            <a:rPr lang="en-US" dirty="0"/>
            <a:t>Task Attributes &amp; Tech Stats</a:t>
          </a:r>
        </a:p>
      </dgm:t>
    </dgm:pt>
    <dgm:pt modelId="{399B5346-26B2-4605-98AB-2D81432FC937}" type="parTrans" cxnId="{FB214D46-8872-4B72-854F-E0BB52695994}">
      <dgm:prSet/>
      <dgm:spPr/>
      <dgm:t>
        <a:bodyPr/>
        <a:lstStyle/>
        <a:p>
          <a:endParaRPr lang="en-US"/>
        </a:p>
      </dgm:t>
    </dgm:pt>
    <dgm:pt modelId="{270AA83F-C941-4972-B271-D4E003E21569}" type="sibTrans" cxnId="{FB214D46-8872-4B72-854F-E0BB52695994}">
      <dgm:prSet/>
      <dgm:spPr/>
      <dgm:t>
        <a:bodyPr/>
        <a:lstStyle/>
        <a:p>
          <a:endParaRPr lang="en-US"/>
        </a:p>
      </dgm:t>
    </dgm:pt>
    <dgm:pt modelId="{E3A63DA6-785F-4BD1-B8E3-1E2CA13D3062}">
      <dgm:prSet phldrT="[Text]" phldr="0"/>
      <dgm:spPr/>
      <dgm:t>
        <a:bodyPr/>
        <a:lstStyle/>
        <a:p>
          <a:r>
            <a:rPr lang="en-US" dirty="0"/>
            <a:t>ROC: 0.667 </a:t>
          </a:r>
        </a:p>
        <a:p>
          <a:r>
            <a:rPr lang="en-US" dirty="0"/>
            <a:t>Accuracy: 83.3% </a:t>
          </a:r>
        </a:p>
      </dgm:t>
    </dgm:pt>
    <dgm:pt modelId="{C2AFA877-12D6-442F-88E7-34F5B9954F27}" type="parTrans" cxnId="{0038D602-A83A-4434-9C12-FDCFDCD22F17}">
      <dgm:prSet/>
      <dgm:spPr/>
      <dgm:t>
        <a:bodyPr/>
        <a:lstStyle/>
        <a:p>
          <a:endParaRPr lang="en-US"/>
        </a:p>
      </dgm:t>
    </dgm:pt>
    <dgm:pt modelId="{9FABA761-8C55-4782-B80D-A6FEEA2159B4}" type="sibTrans" cxnId="{0038D602-A83A-4434-9C12-FDCFDCD22F17}">
      <dgm:prSet/>
      <dgm:spPr/>
      <dgm:t>
        <a:bodyPr/>
        <a:lstStyle/>
        <a:p>
          <a:endParaRPr lang="en-US"/>
        </a:p>
      </dgm:t>
    </dgm:pt>
    <dgm:pt modelId="{74D33D0C-9B22-4152-8D88-50E5F5B0E757}">
      <dgm:prSet phldrT="[Text]" phldr="0"/>
      <dgm:spPr/>
      <dgm:t>
        <a:bodyPr/>
        <a:lstStyle/>
        <a:p>
          <a:r>
            <a:rPr lang="en-US" dirty="0"/>
            <a:t>PREDICT</a:t>
          </a:r>
        </a:p>
      </dgm:t>
    </dgm:pt>
    <dgm:pt modelId="{D0927325-5D67-4E16-805A-41B7073E1AC5}" type="parTrans" cxnId="{523E7965-EE3D-48D6-866D-D480D761023F}">
      <dgm:prSet/>
      <dgm:spPr/>
      <dgm:t>
        <a:bodyPr/>
        <a:lstStyle/>
        <a:p>
          <a:endParaRPr lang="en-US"/>
        </a:p>
      </dgm:t>
    </dgm:pt>
    <dgm:pt modelId="{88A003EE-8269-4F75-B8B2-04451C30E53B}" type="sibTrans" cxnId="{523E7965-EE3D-48D6-866D-D480D761023F}">
      <dgm:prSet/>
      <dgm:spPr/>
      <dgm:t>
        <a:bodyPr/>
        <a:lstStyle/>
        <a:p>
          <a:endParaRPr lang="en-US"/>
        </a:p>
      </dgm:t>
    </dgm:pt>
    <dgm:pt modelId="{B7BFEA02-9FF9-4AA3-B328-F5EA92FD0B88}">
      <dgm:prSet phldrT="[Text]" phldr="0"/>
      <dgm:spPr/>
      <dgm:t>
        <a:bodyPr/>
        <a:lstStyle/>
        <a:p>
          <a:r>
            <a:rPr lang="en-US" dirty="0"/>
            <a:t>Each tech-task pair</a:t>
          </a:r>
        </a:p>
      </dgm:t>
    </dgm:pt>
    <dgm:pt modelId="{0F5A2570-3A07-46AA-A94B-49FA0094754D}" type="parTrans" cxnId="{8093D028-0703-4E5B-8565-C51C247D4A64}">
      <dgm:prSet/>
      <dgm:spPr/>
      <dgm:t>
        <a:bodyPr/>
        <a:lstStyle/>
        <a:p>
          <a:endParaRPr lang="en-US"/>
        </a:p>
      </dgm:t>
    </dgm:pt>
    <dgm:pt modelId="{663DE948-25FF-44D9-B73A-6DE1F7435903}" type="sibTrans" cxnId="{8093D028-0703-4E5B-8565-C51C247D4A64}">
      <dgm:prSet/>
      <dgm:spPr/>
      <dgm:t>
        <a:bodyPr/>
        <a:lstStyle/>
        <a:p>
          <a:endParaRPr lang="en-US"/>
        </a:p>
      </dgm:t>
    </dgm:pt>
    <dgm:pt modelId="{F49C7105-7457-4747-A5C8-3D4A13F6CC7F}">
      <dgm:prSet phldrT="[Text]" phldr="0"/>
      <dgm:spPr/>
      <dgm:t>
        <a:bodyPr/>
        <a:lstStyle/>
        <a:p>
          <a:r>
            <a:rPr lang="en-US" dirty="0"/>
            <a:t>Predict possibility of completing the task</a:t>
          </a:r>
        </a:p>
      </dgm:t>
    </dgm:pt>
    <dgm:pt modelId="{26FAA4B9-C02E-4169-BEF6-6C5E5C18EC7C}" type="parTrans" cxnId="{280EFFDE-9675-4A96-B3C6-8C8E10F0177D}">
      <dgm:prSet/>
      <dgm:spPr/>
      <dgm:t>
        <a:bodyPr/>
        <a:lstStyle/>
        <a:p>
          <a:endParaRPr lang="en-US"/>
        </a:p>
      </dgm:t>
    </dgm:pt>
    <dgm:pt modelId="{509D466A-2BC0-49C7-9917-A1AB6D3A1318}" type="sibTrans" cxnId="{280EFFDE-9675-4A96-B3C6-8C8E10F0177D}">
      <dgm:prSet/>
      <dgm:spPr/>
      <dgm:t>
        <a:bodyPr/>
        <a:lstStyle/>
        <a:p>
          <a:endParaRPr lang="en-US"/>
        </a:p>
      </dgm:t>
    </dgm:pt>
    <dgm:pt modelId="{A0F3C998-1F08-446A-90BD-ED9B8704B3B2}">
      <dgm:prSet phldrT="[Text]" phldr="0"/>
      <dgm:spPr/>
      <dgm:t>
        <a:bodyPr/>
        <a:lstStyle/>
        <a:p>
          <a:r>
            <a:rPr lang="en-US" dirty="0"/>
            <a:t>PICK BEST TECH</a:t>
          </a:r>
        </a:p>
      </dgm:t>
    </dgm:pt>
    <dgm:pt modelId="{27B85D92-8206-415B-A770-90C0B87F4768}" type="parTrans" cxnId="{354F3D29-A4E7-4B34-9F38-F3D09C5EB360}">
      <dgm:prSet/>
      <dgm:spPr/>
      <dgm:t>
        <a:bodyPr/>
        <a:lstStyle/>
        <a:p>
          <a:endParaRPr lang="en-US"/>
        </a:p>
      </dgm:t>
    </dgm:pt>
    <dgm:pt modelId="{11408958-3AA9-4821-AC98-26B0E625E8E2}" type="sibTrans" cxnId="{354F3D29-A4E7-4B34-9F38-F3D09C5EB360}">
      <dgm:prSet/>
      <dgm:spPr/>
      <dgm:t>
        <a:bodyPr/>
        <a:lstStyle/>
        <a:p>
          <a:endParaRPr lang="en-US"/>
        </a:p>
      </dgm:t>
    </dgm:pt>
    <dgm:pt modelId="{D68DF28B-297A-47E7-8C11-DDC29809D18F}">
      <dgm:prSet phldrT="[Text]" phldr="0"/>
      <dgm:spPr/>
      <dgm:t>
        <a:bodyPr/>
        <a:lstStyle/>
        <a:p>
          <a:r>
            <a:rPr lang="en-US"/>
            <a:t>Soft max</a:t>
          </a:r>
          <a:endParaRPr lang="en-US" dirty="0"/>
        </a:p>
      </dgm:t>
    </dgm:pt>
    <dgm:pt modelId="{F34E080E-D5E2-440C-86FA-0FD42795B239}" type="parTrans" cxnId="{31479A9F-9A0F-46CA-981A-792F2B4799F2}">
      <dgm:prSet/>
      <dgm:spPr/>
      <dgm:t>
        <a:bodyPr/>
        <a:lstStyle/>
        <a:p>
          <a:endParaRPr lang="en-US"/>
        </a:p>
      </dgm:t>
    </dgm:pt>
    <dgm:pt modelId="{13D4BABF-96A1-4477-90D1-336087E8015D}" type="sibTrans" cxnId="{31479A9F-9A0F-46CA-981A-792F2B4799F2}">
      <dgm:prSet/>
      <dgm:spPr/>
      <dgm:t>
        <a:bodyPr/>
        <a:lstStyle/>
        <a:p>
          <a:endParaRPr lang="en-US"/>
        </a:p>
      </dgm:t>
    </dgm:pt>
    <dgm:pt modelId="{336304A0-4C41-4BCB-A421-116A90869ADD}">
      <dgm:prSet phldrT="[Text]" phldr="0"/>
      <dgm:spPr/>
      <dgm:t>
        <a:bodyPr/>
        <a:lstStyle/>
        <a:p>
          <a:r>
            <a:rPr lang="en-US" dirty="0"/>
            <a:t>Fair distribution of tech assignments</a:t>
          </a:r>
        </a:p>
      </dgm:t>
    </dgm:pt>
    <dgm:pt modelId="{3CB65BC5-4C67-41DE-B64C-813E07F6C0BB}" type="parTrans" cxnId="{D77A8B8C-CC57-42E6-BFC8-7BE310502EAF}">
      <dgm:prSet/>
      <dgm:spPr/>
      <dgm:t>
        <a:bodyPr/>
        <a:lstStyle/>
        <a:p>
          <a:endParaRPr lang="en-US"/>
        </a:p>
      </dgm:t>
    </dgm:pt>
    <dgm:pt modelId="{DD4C90AB-07E3-49D1-AABA-92E28D551D94}" type="sibTrans" cxnId="{D77A8B8C-CC57-42E6-BFC8-7BE310502EAF}">
      <dgm:prSet/>
      <dgm:spPr/>
      <dgm:t>
        <a:bodyPr/>
        <a:lstStyle/>
        <a:p>
          <a:endParaRPr lang="en-US"/>
        </a:p>
      </dgm:t>
    </dgm:pt>
    <dgm:pt modelId="{ED86E6AD-B7B9-4AFE-B8B0-FA5DD2E3D402}">
      <dgm:prSet phldrT="[Text]" phldr="0"/>
      <dgm:spPr/>
      <dgm:t>
        <a:bodyPr/>
        <a:lstStyle/>
        <a:p>
          <a:r>
            <a:rPr lang="en-US" dirty="0"/>
            <a:t>Target Variable: Task Completed</a:t>
          </a:r>
        </a:p>
      </dgm:t>
    </dgm:pt>
    <dgm:pt modelId="{E5C9EF12-750A-4ACD-B275-E7B269F32B72}" type="parTrans" cxnId="{EAA6106C-9671-4220-B71C-6D607083AEB2}">
      <dgm:prSet/>
      <dgm:spPr/>
      <dgm:t>
        <a:bodyPr/>
        <a:lstStyle/>
        <a:p>
          <a:endParaRPr lang="en-US"/>
        </a:p>
      </dgm:t>
    </dgm:pt>
    <dgm:pt modelId="{B318CF03-7AEA-4D7C-852D-568C1429FE78}" type="sibTrans" cxnId="{EAA6106C-9671-4220-B71C-6D607083AEB2}">
      <dgm:prSet/>
      <dgm:spPr/>
      <dgm:t>
        <a:bodyPr/>
        <a:lstStyle/>
        <a:p>
          <a:endParaRPr lang="en-US"/>
        </a:p>
      </dgm:t>
    </dgm:pt>
    <dgm:pt modelId="{09A97893-5D62-4042-81EA-53A21172F53C}" type="pres">
      <dgm:prSet presAssocID="{6AC0FF62-E435-4373-9E4C-01B80BACA60D}" presName="Name0" presStyleCnt="0">
        <dgm:presLayoutVars>
          <dgm:dir/>
          <dgm:animLvl val="lvl"/>
          <dgm:resizeHandles val="exact"/>
        </dgm:presLayoutVars>
      </dgm:prSet>
      <dgm:spPr/>
    </dgm:pt>
    <dgm:pt modelId="{073C8148-9BAE-475B-8CA8-C1A72AF6AE80}" type="pres">
      <dgm:prSet presAssocID="{A0F3C998-1F08-446A-90BD-ED9B8704B3B2}" presName="boxAndChildren" presStyleCnt="0"/>
      <dgm:spPr/>
    </dgm:pt>
    <dgm:pt modelId="{69CDA30F-0166-4191-A37D-926C3086DC46}" type="pres">
      <dgm:prSet presAssocID="{A0F3C998-1F08-446A-90BD-ED9B8704B3B2}" presName="parentTextBox" presStyleLbl="node1" presStyleIdx="0" presStyleCnt="3"/>
      <dgm:spPr/>
    </dgm:pt>
    <dgm:pt modelId="{43C64EB1-1214-444E-AB45-2801BF31A0BC}" type="pres">
      <dgm:prSet presAssocID="{A0F3C998-1F08-446A-90BD-ED9B8704B3B2}" presName="entireBox" presStyleLbl="node1" presStyleIdx="0" presStyleCnt="3" custLinFactNeighborX="6129" custLinFactNeighborY="19280"/>
      <dgm:spPr/>
    </dgm:pt>
    <dgm:pt modelId="{1FD742CB-FC01-47D4-8156-835EA30B2B1B}" type="pres">
      <dgm:prSet presAssocID="{A0F3C998-1F08-446A-90BD-ED9B8704B3B2}" presName="descendantBox" presStyleCnt="0"/>
      <dgm:spPr/>
    </dgm:pt>
    <dgm:pt modelId="{EE3A4992-5792-4366-AD06-56115DAA1AF2}" type="pres">
      <dgm:prSet presAssocID="{D68DF28B-297A-47E7-8C11-DDC29809D18F}" presName="childTextBox" presStyleLbl="fgAccFollowNode1" presStyleIdx="0" presStyleCnt="7">
        <dgm:presLayoutVars>
          <dgm:bulletEnabled val="1"/>
        </dgm:presLayoutVars>
      </dgm:prSet>
      <dgm:spPr/>
    </dgm:pt>
    <dgm:pt modelId="{67C60EBC-7CAF-4911-9011-8B40734D3ACC}" type="pres">
      <dgm:prSet presAssocID="{336304A0-4C41-4BCB-A421-116A90869ADD}" presName="childTextBox" presStyleLbl="fgAccFollowNode1" presStyleIdx="1" presStyleCnt="7">
        <dgm:presLayoutVars>
          <dgm:bulletEnabled val="1"/>
        </dgm:presLayoutVars>
      </dgm:prSet>
      <dgm:spPr/>
    </dgm:pt>
    <dgm:pt modelId="{B8BE130A-5876-4941-B8EC-20C9CA8500B2}" type="pres">
      <dgm:prSet presAssocID="{88A003EE-8269-4F75-B8B2-04451C30E53B}" presName="sp" presStyleCnt="0"/>
      <dgm:spPr/>
    </dgm:pt>
    <dgm:pt modelId="{DE301C3E-9ECB-40F1-89E4-1A9A17E53E1D}" type="pres">
      <dgm:prSet presAssocID="{74D33D0C-9B22-4152-8D88-50E5F5B0E757}" presName="arrowAndChildren" presStyleCnt="0"/>
      <dgm:spPr/>
    </dgm:pt>
    <dgm:pt modelId="{6C871E19-311E-4A5B-808B-A9DD86271ADC}" type="pres">
      <dgm:prSet presAssocID="{74D33D0C-9B22-4152-8D88-50E5F5B0E757}" presName="parentTextArrow" presStyleLbl="node1" presStyleIdx="0" presStyleCnt="3"/>
      <dgm:spPr/>
    </dgm:pt>
    <dgm:pt modelId="{7A1E1409-D09C-48A1-BE21-AAD0F6430B18}" type="pres">
      <dgm:prSet presAssocID="{74D33D0C-9B22-4152-8D88-50E5F5B0E757}" presName="arrow" presStyleLbl="node1" presStyleIdx="1" presStyleCnt="3"/>
      <dgm:spPr/>
    </dgm:pt>
    <dgm:pt modelId="{8C1D1304-79CD-498C-BBED-3EC5CA6F5DF6}" type="pres">
      <dgm:prSet presAssocID="{74D33D0C-9B22-4152-8D88-50E5F5B0E757}" presName="descendantArrow" presStyleCnt="0"/>
      <dgm:spPr/>
    </dgm:pt>
    <dgm:pt modelId="{A5C97C86-E057-4800-BF8D-543A41CEF243}" type="pres">
      <dgm:prSet presAssocID="{B7BFEA02-9FF9-4AA3-B328-F5EA92FD0B88}" presName="childTextArrow" presStyleLbl="fgAccFollowNode1" presStyleIdx="2" presStyleCnt="7">
        <dgm:presLayoutVars>
          <dgm:bulletEnabled val="1"/>
        </dgm:presLayoutVars>
      </dgm:prSet>
      <dgm:spPr/>
    </dgm:pt>
    <dgm:pt modelId="{4EC99613-076C-41CB-AE4C-FE803C7047FA}" type="pres">
      <dgm:prSet presAssocID="{F49C7105-7457-4747-A5C8-3D4A13F6CC7F}" presName="childTextArrow" presStyleLbl="fgAccFollowNode1" presStyleIdx="3" presStyleCnt="7">
        <dgm:presLayoutVars>
          <dgm:bulletEnabled val="1"/>
        </dgm:presLayoutVars>
      </dgm:prSet>
      <dgm:spPr/>
    </dgm:pt>
    <dgm:pt modelId="{4DD7808B-994F-4A04-8B3B-8DC0C958E550}" type="pres">
      <dgm:prSet presAssocID="{6B616F99-F2C6-4799-AB1A-B70780EC0A5C}" presName="sp" presStyleCnt="0"/>
      <dgm:spPr/>
    </dgm:pt>
    <dgm:pt modelId="{A99FF164-E5EE-4FF9-993D-B5EF4F5098BF}" type="pres">
      <dgm:prSet presAssocID="{EC3EB24F-F7E3-4ED6-A52A-44CD00DDE2E4}" presName="arrowAndChildren" presStyleCnt="0"/>
      <dgm:spPr/>
    </dgm:pt>
    <dgm:pt modelId="{33C226BF-59CA-46DD-9BFF-42B6BF3A8A70}" type="pres">
      <dgm:prSet presAssocID="{EC3EB24F-F7E3-4ED6-A52A-44CD00DDE2E4}" presName="parentTextArrow" presStyleLbl="node1" presStyleIdx="1" presStyleCnt="3"/>
      <dgm:spPr/>
    </dgm:pt>
    <dgm:pt modelId="{B343DECD-0542-4B76-AE18-284480B0B298}" type="pres">
      <dgm:prSet presAssocID="{EC3EB24F-F7E3-4ED6-A52A-44CD00DDE2E4}" presName="arrow" presStyleLbl="node1" presStyleIdx="2" presStyleCnt="3" custLinFactNeighborX="1324" custLinFactNeighborY="-57901"/>
      <dgm:spPr/>
    </dgm:pt>
    <dgm:pt modelId="{7918F164-B34B-4A31-9CF8-9FECE47FE07A}" type="pres">
      <dgm:prSet presAssocID="{EC3EB24F-F7E3-4ED6-A52A-44CD00DDE2E4}" presName="descendantArrow" presStyleCnt="0"/>
      <dgm:spPr/>
    </dgm:pt>
    <dgm:pt modelId="{5269A965-7284-4586-8970-1D7D6F46AFA7}" type="pres">
      <dgm:prSet presAssocID="{074C0443-8720-411A-B2BD-12576BFEA530}" presName="childTextArrow" presStyleLbl="fgAccFollowNode1" presStyleIdx="4" presStyleCnt="7">
        <dgm:presLayoutVars>
          <dgm:bulletEnabled val="1"/>
        </dgm:presLayoutVars>
      </dgm:prSet>
      <dgm:spPr/>
    </dgm:pt>
    <dgm:pt modelId="{1712AA49-430E-4C41-B1E8-4A1BA1BC4924}" type="pres">
      <dgm:prSet presAssocID="{ED86E6AD-B7B9-4AFE-B8B0-FA5DD2E3D402}" presName="childTextArrow" presStyleLbl="fgAccFollowNode1" presStyleIdx="5" presStyleCnt="7">
        <dgm:presLayoutVars>
          <dgm:bulletEnabled val="1"/>
        </dgm:presLayoutVars>
      </dgm:prSet>
      <dgm:spPr/>
    </dgm:pt>
    <dgm:pt modelId="{F3D1D10B-A256-49D0-A2EE-9FFBFCB2F114}" type="pres">
      <dgm:prSet presAssocID="{E3A63DA6-785F-4BD1-B8E3-1E2CA13D3062}" presName="childTextArrow" presStyleLbl="fgAccFollowNode1" presStyleIdx="6" presStyleCnt="7">
        <dgm:presLayoutVars>
          <dgm:bulletEnabled val="1"/>
        </dgm:presLayoutVars>
      </dgm:prSet>
      <dgm:spPr/>
    </dgm:pt>
  </dgm:ptLst>
  <dgm:cxnLst>
    <dgm:cxn modelId="{0038D602-A83A-4434-9C12-FDCFDCD22F17}" srcId="{EC3EB24F-F7E3-4ED6-A52A-44CD00DDE2E4}" destId="{E3A63DA6-785F-4BD1-B8E3-1E2CA13D3062}" srcOrd="2" destOrd="0" parTransId="{C2AFA877-12D6-442F-88E7-34F5B9954F27}" sibTransId="{9FABA761-8C55-4782-B80D-A6FEEA2159B4}"/>
    <dgm:cxn modelId="{98A4C612-F8EA-4EBC-91B0-95BA1FFF1A2D}" type="presOf" srcId="{B7BFEA02-9FF9-4AA3-B328-F5EA92FD0B88}" destId="{A5C97C86-E057-4800-BF8D-543A41CEF243}" srcOrd="0" destOrd="0" presId="urn:microsoft.com/office/officeart/2005/8/layout/process4"/>
    <dgm:cxn modelId="{525E4615-A0BE-4627-B268-0B520AEFCB87}" type="presOf" srcId="{A0F3C998-1F08-446A-90BD-ED9B8704B3B2}" destId="{69CDA30F-0166-4191-A37D-926C3086DC46}" srcOrd="0" destOrd="0" presId="urn:microsoft.com/office/officeart/2005/8/layout/process4"/>
    <dgm:cxn modelId="{59AFEC1E-D0E3-4E10-8DD8-EC6FF87E4CD0}" type="presOf" srcId="{6AC0FF62-E435-4373-9E4C-01B80BACA60D}" destId="{09A97893-5D62-4042-81EA-53A21172F53C}" srcOrd="0" destOrd="0" presId="urn:microsoft.com/office/officeart/2005/8/layout/process4"/>
    <dgm:cxn modelId="{8093D028-0703-4E5B-8565-C51C247D4A64}" srcId="{74D33D0C-9B22-4152-8D88-50E5F5B0E757}" destId="{B7BFEA02-9FF9-4AA3-B328-F5EA92FD0B88}" srcOrd="0" destOrd="0" parTransId="{0F5A2570-3A07-46AA-A94B-49FA0094754D}" sibTransId="{663DE948-25FF-44D9-B73A-6DE1F7435903}"/>
    <dgm:cxn modelId="{354F3D29-A4E7-4B34-9F38-F3D09C5EB360}" srcId="{6AC0FF62-E435-4373-9E4C-01B80BACA60D}" destId="{A0F3C998-1F08-446A-90BD-ED9B8704B3B2}" srcOrd="2" destOrd="0" parTransId="{27B85D92-8206-415B-A770-90C0B87F4768}" sibTransId="{11408958-3AA9-4821-AC98-26B0E625E8E2}"/>
    <dgm:cxn modelId="{986B9B61-A223-481A-9BA8-1DB346D62DCA}" type="presOf" srcId="{D68DF28B-297A-47E7-8C11-DDC29809D18F}" destId="{EE3A4992-5792-4366-AD06-56115DAA1AF2}" srcOrd="0" destOrd="0" presId="urn:microsoft.com/office/officeart/2005/8/layout/process4"/>
    <dgm:cxn modelId="{E9CBC741-D828-4A2F-AC83-203214B04EEE}" type="presOf" srcId="{ED86E6AD-B7B9-4AFE-B8B0-FA5DD2E3D402}" destId="{1712AA49-430E-4C41-B1E8-4A1BA1BC4924}" srcOrd="0" destOrd="0" presId="urn:microsoft.com/office/officeart/2005/8/layout/process4"/>
    <dgm:cxn modelId="{523E7965-EE3D-48D6-866D-D480D761023F}" srcId="{6AC0FF62-E435-4373-9E4C-01B80BACA60D}" destId="{74D33D0C-9B22-4152-8D88-50E5F5B0E757}" srcOrd="1" destOrd="0" parTransId="{D0927325-5D67-4E16-805A-41B7073E1AC5}" sibTransId="{88A003EE-8269-4F75-B8B2-04451C30E53B}"/>
    <dgm:cxn modelId="{FB214D46-8872-4B72-854F-E0BB52695994}" srcId="{EC3EB24F-F7E3-4ED6-A52A-44CD00DDE2E4}" destId="{074C0443-8720-411A-B2BD-12576BFEA530}" srcOrd="0" destOrd="0" parTransId="{399B5346-26B2-4605-98AB-2D81432FC937}" sibTransId="{270AA83F-C941-4972-B271-D4E003E21569}"/>
    <dgm:cxn modelId="{31212B47-E474-4C38-B9FB-C1BD377428B9}" type="presOf" srcId="{E3A63DA6-785F-4BD1-B8E3-1E2CA13D3062}" destId="{F3D1D10B-A256-49D0-A2EE-9FFBFCB2F114}" srcOrd="0" destOrd="0" presId="urn:microsoft.com/office/officeart/2005/8/layout/process4"/>
    <dgm:cxn modelId="{EAA6106C-9671-4220-B71C-6D607083AEB2}" srcId="{EC3EB24F-F7E3-4ED6-A52A-44CD00DDE2E4}" destId="{ED86E6AD-B7B9-4AFE-B8B0-FA5DD2E3D402}" srcOrd="1" destOrd="0" parTransId="{E5C9EF12-750A-4ACD-B275-E7B269F32B72}" sibTransId="{B318CF03-7AEA-4D7C-852D-568C1429FE78}"/>
    <dgm:cxn modelId="{856F6C4C-4FA7-4EE0-A0B2-59356343BE9E}" srcId="{6AC0FF62-E435-4373-9E4C-01B80BACA60D}" destId="{EC3EB24F-F7E3-4ED6-A52A-44CD00DDE2E4}" srcOrd="0" destOrd="0" parTransId="{2057D9DC-6921-49E8-852B-A32DC50D042C}" sibTransId="{6B616F99-F2C6-4799-AB1A-B70780EC0A5C}"/>
    <dgm:cxn modelId="{49B1767D-641B-4116-B185-684EE19B2958}" type="presOf" srcId="{F49C7105-7457-4747-A5C8-3D4A13F6CC7F}" destId="{4EC99613-076C-41CB-AE4C-FE803C7047FA}" srcOrd="0" destOrd="0" presId="urn:microsoft.com/office/officeart/2005/8/layout/process4"/>
    <dgm:cxn modelId="{33436588-26A2-4519-9DAC-B3AC2D00BE33}" type="presOf" srcId="{74D33D0C-9B22-4152-8D88-50E5F5B0E757}" destId="{6C871E19-311E-4A5B-808B-A9DD86271ADC}" srcOrd="0" destOrd="0" presId="urn:microsoft.com/office/officeart/2005/8/layout/process4"/>
    <dgm:cxn modelId="{D77A8B8C-CC57-42E6-BFC8-7BE310502EAF}" srcId="{A0F3C998-1F08-446A-90BD-ED9B8704B3B2}" destId="{336304A0-4C41-4BCB-A421-116A90869ADD}" srcOrd="1" destOrd="0" parTransId="{3CB65BC5-4C67-41DE-B64C-813E07F6C0BB}" sibTransId="{DD4C90AB-07E3-49D1-AABA-92E28D551D94}"/>
    <dgm:cxn modelId="{31479A9F-9A0F-46CA-981A-792F2B4799F2}" srcId="{A0F3C998-1F08-446A-90BD-ED9B8704B3B2}" destId="{D68DF28B-297A-47E7-8C11-DDC29809D18F}" srcOrd="0" destOrd="0" parTransId="{F34E080E-D5E2-440C-86FA-0FD42795B239}" sibTransId="{13D4BABF-96A1-4477-90D1-336087E8015D}"/>
    <dgm:cxn modelId="{CEA176A6-7AB0-4C83-8935-478017074CA3}" type="presOf" srcId="{336304A0-4C41-4BCB-A421-116A90869ADD}" destId="{67C60EBC-7CAF-4911-9011-8B40734D3ACC}" srcOrd="0" destOrd="0" presId="urn:microsoft.com/office/officeart/2005/8/layout/process4"/>
    <dgm:cxn modelId="{731934BB-2803-436C-BE9C-63D7CF258FF3}" type="presOf" srcId="{EC3EB24F-F7E3-4ED6-A52A-44CD00DDE2E4}" destId="{B343DECD-0542-4B76-AE18-284480B0B298}" srcOrd="1" destOrd="0" presId="urn:microsoft.com/office/officeart/2005/8/layout/process4"/>
    <dgm:cxn modelId="{272B63D4-1F29-40AE-AC7B-F1BA27FA2591}" type="presOf" srcId="{74D33D0C-9B22-4152-8D88-50E5F5B0E757}" destId="{7A1E1409-D09C-48A1-BE21-AAD0F6430B18}" srcOrd="1" destOrd="0" presId="urn:microsoft.com/office/officeart/2005/8/layout/process4"/>
    <dgm:cxn modelId="{280EFFDE-9675-4A96-B3C6-8C8E10F0177D}" srcId="{74D33D0C-9B22-4152-8D88-50E5F5B0E757}" destId="{F49C7105-7457-4747-A5C8-3D4A13F6CC7F}" srcOrd="1" destOrd="0" parTransId="{26FAA4B9-C02E-4169-BEF6-6C5E5C18EC7C}" sibTransId="{509D466A-2BC0-49C7-9917-A1AB6D3A1318}"/>
    <dgm:cxn modelId="{700E4FEB-5A46-41C7-936A-3D9BEF2361BC}" type="presOf" srcId="{A0F3C998-1F08-446A-90BD-ED9B8704B3B2}" destId="{43C64EB1-1214-444E-AB45-2801BF31A0BC}" srcOrd="1" destOrd="0" presId="urn:microsoft.com/office/officeart/2005/8/layout/process4"/>
    <dgm:cxn modelId="{7A4744F4-9C61-4B37-A4B9-8CA1B0E80C72}" type="presOf" srcId="{EC3EB24F-F7E3-4ED6-A52A-44CD00DDE2E4}" destId="{33C226BF-59CA-46DD-9BFF-42B6BF3A8A70}" srcOrd="0" destOrd="0" presId="urn:microsoft.com/office/officeart/2005/8/layout/process4"/>
    <dgm:cxn modelId="{EDA88FFA-8C27-4A7D-9713-6E7589AD5051}" type="presOf" srcId="{074C0443-8720-411A-B2BD-12576BFEA530}" destId="{5269A965-7284-4586-8970-1D7D6F46AFA7}" srcOrd="0" destOrd="0" presId="urn:microsoft.com/office/officeart/2005/8/layout/process4"/>
    <dgm:cxn modelId="{852A96FE-1516-477E-9A98-D762F18DE9C0}" type="presParOf" srcId="{09A97893-5D62-4042-81EA-53A21172F53C}" destId="{073C8148-9BAE-475B-8CA8-C1A72AF6AE80}" srcOrd="0" destOrd="0" presId="urn:microsoft.com/office/officeart/2005/8/layout/process4"/>
    <dgm:cxn modelId="{69ADAF85-4EAA-4ABF-9F47-41F6AF323AD9}" type="presParOf" srcId="{073C8148-9BAE-475B-8CA8-C1A72AF6AE80}" destId="{69CDA30F-0166-4191-A37D-926C3086DC46}" srcOrd="0" destOrd="0" presId="urn:microsoft.com/office/officeart/2005/8/layout/process4"/>
    <dgm:cxn modelId="{515C8B49-F47E-4835-BC21-359D4068DD74}" type="presParOf" srcId="{073C8148-9BAE-475B-8CA8-C1A72AF6AE80}" destId="{43C64EB1-1214-444E-AB45-2801BF31A0BC}" srcOrd="1" destOrd="0" presId="urn:microsoft.com/office/officeart/2005/8/layout/process4"/>
    <dgm:cxn modelId="{4F6659BE-A8C9-49CF-A555-962C288EC97B}" type="presParOf" srcId="{073C8148-9BAE-475B-8CA8-C1A72AF6AE80}" destId="{1FD742CB-FC01-47D4-8156-835EA30B2B1B}" srcOrd="2" destOrd="0" presId="urn:microsoft.com/office/officeart/2005/8/layout/process4"/>
    <dgm:cxn modelId="{33217DE7-5298-4947-A020-01CC66597662}" type="presParOf" srcId="{1FD742CB-FC01-47D4-8156-835EA30B2B1B}" destId="{EE3A4992-5792-4366-AD06-56115DAA1AF2}" srcOrd="0" destOrd="0" presId="urn:microsoft.com/office/officeart/2005/8/layout/process4"/>
    <dgm:cxn modelId="{70BBA18F-6458-459E-9C2D-F7BF71C010FF}" type="presParOf" srcId="{1FD742CB-FC01-47D4-8156-835EA30B2B1B}" destId="{67C60EBC-7CAF-4911-9011-8B40734D3ACC}" srcOrd="1" destOrd="0" presId="urn:microsoft.com/office/officeart/2005/8/layout/process4"/>
    <dgm:cxn modelId="{9E2A7045-05DF-4286-BE6F-DC3248453191}" type="presParOf" srcId="{09A97893-5D62-4042-81EA-53A21172F53C}" destId="{B8BE130A-5876-4941-B8EC-20C9CA8500B2}" srcOrd="1" destOrd="0" presId="urn:microsoft.com/office/officeart/2005/8/layout/process4"/>
    <dgm:cxn modelId="{E7BB70A8-5DF2-4FBE-8270-588B783CBDF8}" type="presParOf" srcId="{09A97893-5D62-4042-81EA-53A21172F53C}" destId="{DE301C3E-9ECB-40F1-89E4-1A9A17E53E1D}" srcOrd="2" destOrd="0" presId="urn:microsoft.com/office/officeart/2005/8/layout/process4"/>
    <dgm:cxn modelId="{176C732A-AA70-46C0-8949-658E9C47DA78}" type="presParOf" srcId="{DE301C3E-9ECB-40F1-89E4-1A9A17E53E1D}" destId="{6C871E19-311E-4A5B-808B-A9DD86271ADC}" srcOrd="0" destOrd="0" presId="urn:microsoft.com/office/officeart/2005/8/layout/process4"/>
    <dgm:cxn modelId="{BEC73517-C335-4B36-A980-78D8EDC70C06}" type="presParOf" srcId="{DE301C3E-9ECB-40F1-89E4-1A9A17E53E1D}" destId="{7A1E1409-D09C-48A1-BE21-AAD0F6430B18}" srcOrd="1" destOrd="0" presId="urn:microsoft.com/office/officeart/2005/8/layout/process4"/>
    <dgm:cxn modelId="{E9BF161C-7C1D-4FD1-881C-F8EB393F8A99}" type="presParOf" srcId="{DE301C3E-9ECB-40F1-89E4-1A9A17E53E1D}" destId="{8C1D1304-79CD-498C-BBED-3EC5CA6F5DF6}" srcOrd="2" destOrd="0" presId="urn:microsoft.com/office/officeart/2005/8/layout/process4"/>
    <dgm:cxn modelId="{355FFFFA-57B7-47D8-9CCF-3F101EAFD688}" type="presParOf" srcId="{8C1D1304-79CD-498C-BBED-3EC5CA6F5DF6}" destId="{A5C97C86-E057-4800-BF8D-543A41CEF243}" srcOrd="0" destOrd="0" presId="urn:microsoft.com/office/officeart/2005/8/layout/process4"/>
    <dgm:cxn modelId="{9E46B307-3581-4320-9F1A-BC1C3C881708}" type="presParOf" srcId="{8C1D1304-79CD-498C-BBED-3EC5CA6F5DF6}" destId="{4EC99613-076C-41CB-AE4C-FE803C7047FA}" srcOrd="1" destOrd="0" presId="urn:microsoft.com/office/officeart/2005/8/layout/process4"/>
    <dgm:cxn modelId="{6A7850E9-54F9-4E28-8D7C-54B2532CDD61}" type="presParOf" srcId="{09A97893-5D62-4042-81EA-53A21172F53C}" destId="{4DD7808B-994F-4A04-8B3B-8DC0C958E550}" srcOrd="3" destOrd="0" presId="urn:microsoft.com/office/officeart/2005/8/layout/process4"/>
    <dgm:cxn modelId="{D6B9FA1C-EAA9-44F5-AC6B-E8A95E0A0148}" type="presParOf" srcId="{09A97893-5D62-4042-81EA-53A21172F53C}" destId="{A99FF164-E5EE-4FF9-993D-B5EF4F5098BF}" srcOrd="4" destOrd="0" presId="urn:microsoft.com/office/officeart/2005/8/layout/process4"/>
    <dgm:cxn modelId="{2F591168-F355-4D11-8410-E78A31484322}" type="presParOf" srcId="{A99FF164-E5EE-4FF9-993D-B5EF4F5098BF}" destId="{33C226BF-59CA-46DD-9BFF-42B6BF3A8A70}" srcOrd="0" destOrd="0" presId="urn:microsoft.com/office/officeart/2005/8/layout/process4"/>
    <dgm:cxn modelId="{4C00D4C6-4CA1-4D2E-8CEB-B94CFBFE03A3}" type="presParOf" srcId="{A99FF164-E5EE-4FF9-993D-B5EF4F5098BF}" destId="{B343DECD-0542-4B76-AE18-284480B0B298}" srcOrd="1" destOrd="0" presId="urn:microsoft.com/office/officeart/2005/8/layout/process4"/>
    <dgm:cxn modelId="{11A168E7-AEB2-4E96-AC1B-B307B0461BAD}" type="presParOf" srcId="{A99FF164-E5EE-4FF9-993D-B5EF4F5098BF}" destId="{7918F164-B34B-4A31-9CF8-9FECE47FE07A}" srcOrd="2" destOrd="0" presId="urn:microsoft.com/office/officeart/2005/8/layout/process4"/>
    <dgm:cxn modelId="{FDE53072-499E-4F98-A2A1-566E00ABE94E}" type="presParOf" srcId="{7918F164-B34B-4A31-9CF8-9FECE47FE07A}" destId="{5269A965-7284-4586-8970-1D7D6F46AFA7}" srcOrd="0" destOrd="0" presId="urn:microsoft.com/office/officeart/2005/8/layout/process4"/>
    <dgm:cxn modelId="{DDA7C731-B685-433A-84CC-8131D93B407F}" type="presParOf" srcId="{7918F164-B34B-4A31-9CF8-9FECE47FE07A}" destId="{1712AA49-430E-4C41-B1E8-4A1BA1BC4924}" srcOrd="1" destOrd="0" presId="urn:microsoft.com/office/officeart/2005/8/layout/process4"/>
    <dgm:cxn modelId="{5386C32A-0321-4B43-9263-E1F58C7B5B95}" type="presParOf" srcId="{7918F164-B34B-4A31-9CF8-9FECE47FE07A}" destId="{F3D1D10B-A256-49D0-A2EE-9FFBFCB2F114}" srcOrd="2"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2038258-F05A-4265-B4D0-D20809F24518}" type="doc">
      <dgm:prSet loTypeId="urn:microsoft.com/office/officeart/2008/layout/BendingPictureCaption" loCatId="picture" qsTypeId="urn:microsoft.com/office/officeart/2005/8/quickstyle/simple1" qsCatId="simple" csTypeId="urn:microsoft.com/office/officeart/2005/8/colors/accent4_3" csCatId="accent4" phldr="1"/>
      <dgm:spPr/>
      <dgm:t>
        <a:bodyPr/>
        <a:lstStyle/>
        <a:p>
          <a:endParaRPr lang="en-US"/>
        </a:p>
      </dgm:t>
    </dgm:pt>
    <dgm:pt modelId="{D178E9C5-93E9-4CB8-AB26-C36EED20F879}">
      <dgm:prSet phldrT="[Text]" phldr="0"/>
      <dgm:spPr/>
      <dgm:t>
        <a:bodyPr/>
        <a:lstStyle/>
        <a:p>
          <a:r>
            <a:rPr lang="en-US" dirty="0"/>
            <a:t>Python Transformation</a:t>
          </a:r>
        </a:p>
      </dgm:t>
    </dgm:pt>
    <dgm:pt modelId="{0918C641-19F0-4131-845E-D8D1AC3B4B47}" type="parTrans" cxnId="{EAA6051E-B895-4236-820D-C52BAEAE6520}">
      <dgm:prSet/>
      <dgm:spPr/>
      <dgm:t>
        <a:bodyPr/>
        <a:lstStyle/>
        <a:p>
          <a:endParaRPr lang="en-US"/>
        </a:p>
      </dgm:t>
    </dgm:pt>
    <dgm:pt modelId="{5FA0A457-A637-4621-BA56-942C3681549F}" type="sibTrans" cxnId="{EAA6051E-B895-4236-820D-C52BAEAE6520}">
      <dgm:prSet/>
      <dgm:spPr/>
      <dgm:t>
        <a:bodyPr/>
        <a:lstStyle/>
        <a:p>
          <a:endParaRPr lang="en-US"/>
        </a:p>
      </dgm:t>
    </dgm:pt>
    <dgm:pt modelId="{BFB9FFFE-3EC3-4763-ADF5-D67AE49A38A5}">
      <dgm:prSet phldrT="[Text]" phldr="0"/>
      <dgm:spPr/>
      <dgm:t>
        <a:bodyPr/>
        <a:lstStyle/>
        <a:p>
          <a:r>
            <a:rPr lang="en-US" dirty="0"/>
            <a:t>Frontend: React</a:t>
          </a:r>
        </a:p>
      </dgm:t>
    </dgm:pt>
    <dgm:pt modelId="{B149E3C2-FA6F-4EA5-825F-17C9FC78DACC}" type="parTrans" cxnId="{EDF02CBC-E4EB-4C1C-A716-FE3A07486E91}">
      <dgm:prSet/>
      <dgm:spPr/>
      <dgm:t>
        <a:bodyPr/>
        <a:lstStyle/>
        <a:p>
          <a:endParaRPr lang="en-US"/>
        </a:p>
      </dgm:t>
    </dgm:pt>
    <dgm:pt modelId="{DA3C1018-6CC3-4E0E-B471-F1EE2A633822}" type="sibTrans" cxnId="{EDF02CBC-E4EB-4C1C-A716-FE3A07486E91}">
      <dgm:prSet/>
      <dgm:spPr/>
      <dgm:t>
        <a:bodyPr/>
        <a:lstStyle/>
        <a:p>
          <a:endParaRPr lang="en-US"/>
        </a:p>
      </dgm:t>
    </dgm:pt>
    <dgm:pt modelId="{50EED926-750A-4ACD-ABF5-2193C9E9FCCF}">
      <dgm:prSet phldrT="[Text]" phldr="0"/>
      <dgm:spPr/>
      <dgm:t>
        <a:bodyPr/>
        <a:lstStyle/>
        <a:p>
          <a:r>
            <a:rPr lang="en-US" dirty="0"/>
            <a:t>Backend: </a:t>
          </a:r>
          <a:r>
            <a:rPr lang="en-US" dirty="0" err="1"/>
            <a:t>FastAPI</a:t>
          </a:r>
          <a:endParaRPr lang="en-US" dirty="0"/>
        </a:p>
      </dgm:t>
    </dgm:pt>
    <dgm:pt modelId="{480393F7-5BCE-4A31-9CEC-FDB921BD924C}" type="parTrans" cxnId="{1D2E2FFC-422D-4088-9EE9-D0CFAF116AFF}">
      <dgm:prSet/>
      <dgm:spPr/>
      <dgm:t>
        <a:bodyPr/>
        <a:lstStyle/>
        <a:p>
          <a:endParaRPr lang="en-US"/>
        </a:p>
      </dgm:t>
    </dgm:pt>
    <dgm:pt modelId="{A19C1BF1-8C8A-487A-876F-39534D59F948}" type="sibTrans" cxnId="{1D2E2FFC-422D-4088-9EE9-D0CFAF116AFF}">
      <dgm:prSet/>
      <dgm:spPr/>
      <dgm:t>
        <a:bodyPr/>
        <a:lstStyle/>
        <a:p>
          <a:endParaRPr lang="en-US"/>
        </a:p>
      </dgm:t>
    </dgm:pt>
    <dgm:pt modelId="{922DFE74-7089-4BF5-ADAF-2517AE122FA9}" type="pres">
      <dgm:prSet presAssocID="{92038258-F05A-4265-B4D0-D20809F24518}" presName="diagram" presStyleCnt="0">
        <dgm:presLayoutVars>
          <dgm:dir/>
        </dgm:presLayoutVars>
      </dgm:prSet>
      <dgm:spPr/>
    </dgm:pt>
    <dgm:pt modelId="{D8B60105-4B69-4ED0-B2C4-8BA2ACE58AB9}" type="pres">
      <dgm:prSet presAssocID="{D178E9C5-93E9-4CB8-AB26-C36EED20F879}" presName="composite" presStyleCnt="0"/>
      <dgm:spPr/>
    </dgm:pt>
    <dgm:pt modelId="{80B8AB3C-01B5-4EDF-A402-C8A8B7D88933}" type="pres">
      <dgm:prSet presAssocID="{D178E9C5-93E9-4CB8-AB26-C36EED20F879}" presName="Image" presStyleLbl="bgShp" presStyleIdx="0" presStyleCnt="3" custLinFactX="100000" custLinFactNeighborX="174332" custLinFactNeighborY="-24550"/>
      <dgm:spPr>
        <a:blipFill>
          <a:blip xmlns:r="http://schemas.openxmlformats.org/officeDocument/2006/relationships" r:embed="rId1">
            <a:extLst>
              <a:ext uri="{96DAC541-7B7A-43D3-8B79-37D633B846F1}">
                <asvg:svgBlip xmlns:asvg="http://schemas.microsoft.com/office/drawing/2016/SVG/main" r:embed="rId2"/>
              </a:ext>
            </a:extLst>
          </a:blip>
          <a:srcRect/>
          <a:stretch>
            <a:fillRect t="-18000" b="-18000"/>
          </a:stretch>
        </a:blipFill>
      </dgm:spPr>
      <dgm:extLst>
        <a:ext uri="{E40237B7-FDA0-4F09-8148-C483321AD2D9}">
          <dgm14:cNvPr xmlns:dgm14="http://schemas.microsoft.com/office/drawing/2010/diagram" id="0" name="" descr="Ui Ux outline"/>
        </a:ext>
      </dgm:extLst>
    </dgm:pt>
    <dgm:pt modelId="{84510E51-59F8-443D-A301-B79C0B16B121}" type="pres">
      <dgm:prSet presAssocID="{D178E9C5-93E9-4CB8-AB26-C36EED20F879}" presName="Parent" presStyleLbl="node0" presStyleIdx="0" presStyleCnt="3">
        <dgm:presLayoutVars>
          <dgm:bulletEnabled val="1"/>
        </dgm:presLayoutVars>
      </dgm:prSet>
      <dgm:spPr/>
    </dgm:pt>
    <dgm:pt modelId="{35FF5D27-B4AE-4EE9-901D-617A56E7E6CD}" type="pres">
      <dgm:prSet presAssocID="{5FA0A457-A637-4621-BA56-942C3681549F}" presName="sibTrans" presStyleCnt="0"/>
      <dgm:spPr/>
    </dgm:pt>
    <dgm:pt modelId="{07C242CD-E5E9-4D82-9FEA-A667C6087C52}" type="pres">
      <dgm:prSet presAssocID="{50EED926-750A-4ACD-ABF5-2193C9E9FCCF}" presName="composite" presStyleCnt="0"/>
      <dgm:spPr/>
    </dgm:pt>
    <dgm:pt modelId="{9E363E57-DBED-4FD7-B483-4EED78A7CE32}" type="pres">
      <dgm:prSet presAssocID="{50EED926-750A-4ACD-ABF5-2193C9E9FCCF}" presName="Image" presStyleLbl="bgShp" presStyleIdx="1" presStyleCnt="3" custLinFactNeighborX="11235" custLinFactNeighborY="-24550"/>
      <dgm:spPr>
        <a:blipFill>
          <a:blip xmlns:r="http://schemas.openxmlformats.org/officeDocument/2006/relationships" r:embed="rId3">
            <a:extLst>
              <a:ext uri="{96DAC541-7B7A-43D3-8B79-37D633B846F1}">
                <asvg:svgBlip xmlns:asvg="http://schemas.microsoft.com/office/drawing/2016/SVG/main" r:embed="rId4"/>
              </a:ext>
            </a:extLst>
          </a:blip>
          <a:srcRect/>
          <a:stretch>
            <a:fillRect t="-18000" b="-18000"/>
          </a:stretch>
        </a:blipFill>
      </dgm:spPr>
      <dgm:extLst>
        <a:ext uri="{E40237B7-FDA0-4F09-8148-C483321AD2D9}">
          <dgm14:cNvPr xmlns:dgm14="http://schemas.microsoft.com/office/drawing/2010/diagram" id="0" name="" descr="Cloud Computing outline"/>
        </a:ext>
      </dgm:extLst>
    </dgm:pt>
    <dgm:pt modelId="{357F9515-AB64-471D-BFF4-BAF68BA3FC2D}" type="pres">
      <dgm:prSet presAssocID="{50EED926-750A-4ACD-ABF5-2193C9E9FCCF}" presName="Parent" presStyleLbl="node0" presStyleIdx="1" presStyleCnt="3">
        <dgm:presLayoutVars>
          <dgm:bulletEnabled val="1"/>
        </dgm:presLayoutVars>
      </dgm:prSet>
      <dgm:spPr/>
    </dgm:pt>
    <dgm:pt modelId="{C4D77CF3-FFB9-4D2A-AF3A-7A8BE35BE416}" type="pres">
      <dgm:prSet presAssocID="{A19C1BF1-8C8A-487A-876F-39534D59F948}" presName="sibTrans" presStyleCnt="0"/>
      <dgm:spPr/>
    </dgm:pt>
    <dgm:pt modelId="{23C76456-C875-48AB-A046-49E2F6D76DF9}" type="pres">
      <dgm:prSet presAssocID="{BFB9FFFE-3EC3-4763-ADF5-D67AE49A38A5}" presName="composite" presStyleCnt="0"/>
      <dgm:spPr/>
    </dgm:pt>
    <dgm:pt modelId="{53BE4C77-A89F-476F-B59F-FA365897BE09}" type="pres">
      <dgm:prSet presAssocID="{BFB9FFFE-3EC3-4763-ADF5-D67AE49A38A5}" presName="Image" presStyleLbl="bgShp" presStyleIdx="2" presStyleCnt="3" custLinFactX="-100000" custLinFactNeighborX="-143653" custLinFactNeighborY="-20429"/>
      <dgm:spPr>
        <a:blipFill>
          <a:blip xmlns:r="http://schemas.openxmlformats.org/officeDocument/2006/relationships" r:embed="rId5">
            <a:extLst>
              <a:ext uri="{96DAC541-7B7A-43D3-8B79-37D633B846F1}">
                <asvg:svgBlip xmlns:asvg="http://schemas.microsoft.com/office/drawing/2016/SVG/main" r:embed="rId6"/>
              </a:ext>
            </a:extLst>
          </a:blip>
          <a:srcRect/>
          <a:stretch>
            <a:fillRect t="-18000" b="-18000"/>
          </a:stretch>
        </a:blipFill>
      </dgm:spPr>
      <dgm:extLst>
        <a:ext uri="{E40237B7-FDA0-4F09-8148-C483321AD2D9}">
          <dgm14:cNvPr xmlns:dgm14="http://schemas.microsoft.com/office/drawing/2010/diagram" id="0" name="" descr="Web design outline"/>
        </a:ext>
      </dgm:extLst>
    </dgm:pt>
    <dgm:pt modelId="{F80EF63A-A349-48E0-B8D1-6D09AC7AE51B}" type="pres">
      <dgm:prSet presAssocID="{BFB9FFFE-3EC3-4763-ADF5-D67AE49A38A5}" presName="Parent" presStyleLbl="node0" presStyleIdx="2" presStyleCnt="3" custLinFactNeighborX="-6112" custLinFactNeighborY="-1695">
        <dgm:presLayoutVars>
          <dgm:bulletEnabled val="1"/>
        </dgm:presLayoutVars>
      </dgm:prSet>
      <dgm:spPr/>
    </dgm:pt>
  </dgm:ptLst>
  <dgm:cxnLst>
    <dgm:cxn modelId="{EAA6051E-B895-4236-820D-C52BAEAE6520}" srcId="{92038258-F05A-4265-B4D0-D20809F24518}" destId="{D178E9C5-93E9-4CB8-AB26-C36EED20F879}" srcOrd="0" destOrd="0" parTransId="{0918C641-19F0-4131-845E-D8D1AC3B4B47}" sibTransId="{5FA0A457-A637-4621-BA56-942C3681549F}"/>
    <dgm:cxn modelId="{B235425B-4E5B-442C-98BF-28738AA91A12}" type="presOf" srcId="{50EED926-750A-4ACD-ABF5-2193C9E9FCCF}" destId="{357F9515-AB64-471D-BFF4-BAF68BA3FC2D}" srcOrd="0" destOrd="0" presId="urn:microsoft.com/office/officeart/2008/layout/BendingPictureCaption"/>
    <dgm:cxn modelId="{739F187F-BD24-4C1D-9365-F1698A89AD26}" type="presOf" srcId="{D178E9C5-93E9-4CB8-AB26-C36EED20F879}" destId="{84510E51-59F8-443D-A301-B79C0B16B121}" srcOrd="0" destOrd="0" presId="urn:microsoft.com/office/officeart/2008/layout/BendingPictureCaption"/>
    <dgm:cxn modelId="{8D2FBFAA-0903-4EE1-BAD6-2BF832B5FB9F}" type="presOf" srcId="{BFB9FFFE-3EC3-4763-ADF5-D67AE49A38A5}" destId="{F80EF63A-A349-48E0-B8D1-6D09AC7AE51B}" srcOrd="0" destOrd="0" presId="urn:microsoft.com/office/officeart/2008/layout/BendingPictureCaption"/>
    <dgm:cxn modelId="{EDF02CBC-E4EB-4C1C-A716-FE3A07486E91}" srcId="{92038258-F05A-4265-B4D0-D20809F24518}" destId="{BFB9FFFE-3EC3-4763-ADF5-D67AE49A38A5}" srcOrd="2" destOrd="0" parTransId="{B149E3C2-FA6F-4EA5-825F-17C9FC78DACC}" sibTransId="{DA3C1018-6CC3-4E0E-B471-F1EE2A633822}"/>
    <dgm:cxn modelId="{D5C28AE8-AD65-47AD-9D96-7CEC510E7333}" type="presOf" srcId="{92038258-F05A-4265-B4D0-D20809F24518}" destId="{922DFE74-7089-4BF5-ADAF-2517AE122FA9}" srcOrd="0" destOrd="0" presId="urn:microsoft.com/office/officeart/2008/layout/BendingPictureCaption"/>
    <dgm:cxn modelId="{1D2E2FFC-422D-4088-9EE9-D0CFAF116AFF}" srcId="{92038258-F05A-4265-B4D0-D20809F24518}" destId="{50EED926-750A-4ACD-ABF5-2193C9E9FCCF}" srcOrd="1" destOrd="0" parTransId="{480393F7-5BCE-4A31-9CEC-FDB921BD924C}" sibTransId="{A19C1BF1-8C8A-487A-876F-39534D59F948}"/>
    <dgm:cxn modelId="{D1172A2D-4E8A-4F76-8A3A-811D478C45E4}" type="presParOf" srcId="{922DFE74-7089-4BF5-ADAF-2517AE122FA9}" destId="{D8B60105-4B69-4ED0-B2C4-8BA2ACE58AB9}" srcOrd="0" destOrd="0" presId="urn:microsoft.com/office/officeart/2008/layout/BendingPictureCaption"/>
    <dgm:cxn modelId="{AC947FC4-D3F8-43B2-944C-B881CED1F385}" type="presParOf" srcId="{D8B60105-4B69-4ED0-B2C4-8BA2ACE58AB9}" destId="{80B8AB3C-01B5-4EDF-A402-C8A8B7D88933}" srcOrd="0" destOrd="0" presId="urn:microsoft.com/office/officeart/2008/layout/BendingPictureCaption"/>
    <dgm:cxn modelId="{CECF44AE-C98D-4380-B91A-323087CE9CD3}" type="presParOf" srcId="{D8B60105-4B69-4ED0-B2C4-8BA2ACE58AB9}" destId="{84510E51-59F8-443D-A301-B79C0B16B121}" srcOrd="1" destOrd="0" presId="urn:microsoft.com/office/officeart/2008/layout/BendingPictureCaption"/>
    <dgm:cxn modelId="{1043FE62-9A7B-4113-B0AF-ECE3B872F4F4}" type="presParOf" srcId="{922DFE74-7089-4BF5-ADAF-2517AE122FA9}" destId="{35FF5D27-B4AE-4EE9-901D-617A56E7E6CD}" srcOrd="1" destOrd="0" presId="urn:microsoft.com/office/officeart/2008/layout/BendingPictureCaption"/>
    <dgm:cxn modelId="{5D16B104-493D-44ED-A4C6-5E1470295AD4}" type="presParOf" srcId="{922DFE74-7089-4BF5-ADAF-2517AE122FA9}" destId="{07C242CD-E5E9-4D82-9FEA-A667C6087C52}" srcOrd="2" destOrd="0" presId="urn:microsoft.com/office/officeart/2008/layout/BendingPictureCaption"/>
    <dgm:cxn modelId="{E6CEBC90-88D4-4B43-A2CB-4453942E98DB}" type="presParOf" srcId="{07C242CD-E5E9-4D82-9FEA-A667C6087C52}" destId="{9E363E57-DBED-4FD7-B483-4EED78A7CE32}" srcOrd="0" destOrd="0" presId="urn:microsoft.com/office/officeart/2008/layout/BendingPictureCaption"/>
    <dgm:cxn modelId="{0F0BF413-51F7-4A49-9C02-3638587A048A}" type="presParOf" srcId="{07C242CD-E5E9-4D82-9FEA-A667C6087C52}" destId="{357F9515-AB64-471D-BFF4-BAF68BA3FC2D}" srcOrd="1" destOrd="0" presId="urn:microsoft.com/office/officeart/2008/layout/BendingPictureCaption"/>
    <dgm:cxn modelId="{B0CCB7CC-1891-46D8-8A90-0A00DA7213E2}" type="presParOf" srcId="{922DFE74-7089-4BF5-ADAF-2517AE122FA9}" destId="{C4D77CF3-FFB9-4D2A-AF3A-7A8BE35BE416}" srcOrd="3" destOrd="0" presId="urn:microsoft.com/office/officeart/2008/layout/BendingPictureCaption"/>
    <dgm:cxn modelId="{0E49F22E-C803-42EC-AE51-0324F2BF105A}" type="presParOf" srcId="{922DFE74-7089-4BF5-ADAF-2517AE122FA9}" destId="{23C76456-C875-48AB-A046-49E2F6D76DF9}" srcOrd="4" destOrd="0" presId="urn:microsoft.com/office/officeart/2008/layout/BendingPictureCaption"/>
    <dgm:cxn modelId="{35341225-C002-4CD0-8DC5-A694FB951E0D}" type="presParOf" srcId="{23C76456-C875-48AB-A046-49E2F6D76DF9}" destId="{53BE4C77-A89F-476F-B59F-FA365897BE09}" srcOrd="0" destOrd="0" presId="urn:microsoft.com/office/officeart/2008/layout/BendingPictureCaption"/>
    <dgm:cxn modelId="{1539ED21-AB82-4D24-A643-49AA0287CB43}" type="presParOf" srcId="{23C76456-C875-48AB-A046-49E2F6D76DF9}" destId="{F80EF63A-A349-48E0-B8D1-6D09AC7AE51B}" srcOrd="1" destOrd="0" presId="urn:microsoft.com/office/officeart/2008/layout/BendingPictureCaption"/>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1F65D28-B774-4F4D-9CC1-2B4238D15ED3}" type="doc">
      <dgm:prSet loTypeId="urn:microsoft.com/office/officeart/2008/layout/VerticalCurvedList" loCatId="list" qsTypeId="urn:microsoft.com/office/officeart/2005/8/quickstyle/simple1" qsCatId="simple" csTypeId="urn:microsoft.com/office/officeart/2005/8/colors/accent4_2" csCatId="accent4" phldr="1"/>
      <dgm:spPr/>
      <dgm:t>
        <a:bodyPr/>
        <a:lstStyle/>
        <a:p>
          <a:endParaRPr lang="en-US"/>
        </a:p>
      </dgm:t>
    </dgm:pt>
    <dgm:pt modelId="{85521D05-5843-45B3-AE75-E4BFD2CA0075}">
      <dgm:prSet phldrT="[Text]" phldr="0"/>
      <dgm:spPr/>
      <dgm:t>
        <a:bodyPr/>
        <a:lstStyle/>
        <a:p>
          <a:r>
            <a:rPr lang="en-US" dirty="0"/>
            <a:t>Faster Job Turnaround</a:t>
          </a:r>
        </a:p>
      </dgm:t>
    </dgm:pt>
    <dgm:pt modelId="{51AD21D5-1316-47A5-9B0C-F7461C61DC78}" type="parTrans" cxnId="{D1C89B09-C73B-4F2E-BAFC-7FAEB50E8145}">
      <dgm:prSet/>
      <dgm:spPr/>
      <dgm:t>
        <a:bodyPr/>
        <a:lstStyle/>
        <a:p>
          <a:endParaRPr lang="en-US"/>
        </a:p>
      </dgm:t>
    </dgm:pt>
    <dgm:pt modelId="{8DF07107-9C39-40A1-9539-763D647DF17C}" type="sibTrans" cxnId="{D1C89B09-C73B-4F2E-BAFC-7FAEB50E8145}">
      <dgm:prSet/>
      <dgm:spPr/>
      <dgm:t>
        <a:bodyPr/>
        <a:lstStyle/>
        <a:p>
          <a:endParaRPr lang="en-US"/>
        </a:p>
      </dgm:t>
    </dgm:pt>
    <dgm:pt modelId="{E3311D7D-021B-466F-8183-3C70528AFE61}">
      <dgm:prSet phldrT="[Text]" phldr="0"/>
      <dgm:spPr/>
      <dgm:t>
        <a:bodyPr/>
        <a:lstStyle/>
        <a:p>
          <a:r>
            <a:rPr lang="en-US" dirty="0"/>
            <a:t>Fewer Errors</a:t>
          </a:r>
        </a:p>
      </dgm:t>
    </dgm:pt>
    <dgm:pt modelId="{EAF64727-4740-4FE6-BEA4-6F2A3AA8D28E}" type="parTrans" cxnId="{D3B28287-0034-4F08-8897-8C2AC29081A9}">
      <dgm:prSet/>
      <dgm:spPr/>
      <dgm:t>
        <a:bodyPr/>
        <a:lstStyle/>
        <a:p>
          <a:endParaRPr lang="en-US"/>
        </a:p>
      </dgm:t>
    </dgm:pt>
    <dgm:pt modelId="{5841CB5F-081E-4F22-B926-E21834159ECE}" type="sibTrans" cxnId="{D3B28287-0034-4F08-8897-8C2AC29081A9}">
      <dgm:prSet/>
      <dgm:spPr/>
      <dgm:t>
        <a:bodyPr/>
        <a:lstStyle/>
        <a:p>
          <a:endParaRPr lang="en-US"/>
        </a:p>
      </dgm:t>
    </dgm:pt>
    <dgm:pt modelId="{F53339FC-0635-433E-8369-BFEF26B35690}">
      <dgm:prSet phldrT="[Text]" phldr="0"/>
      <dgm:spPr/>
      <dgm:t>
        <a:bodyPr/>
        <a:lstStyle/>
        <a:p>
          <a:r>
            <a:rPr lang="en-US" dirty="0"/>
            <a:t>More Efficient Use of Workforce</a:t>
          </a:r>
        </a:p>
      </dgm:t>
    </dgm:pt>
    <dgm:pt modelId="{44394670-9B58-4CD5-9111-B3A6D5BE3D72}" type="parTrans" cxnId="{9FF720CA-368B-4D71-AC1A-8D6C486F5C79}">
      <dgm:prSet/>
      <dgm:spPr/>
      <dgm:t>
        <a:bodyPr/>
        <a:lstStyle/>
        <a:p>
          <a:endParaRPr lang="en-US"/>
        </a:p>
      </dgm:t>
    </dgm:pt>
    <dgm:pt modelId="{9CBAB0E9-314C-4E78-824F-BDC62E8518FB}" type="sibTrans" cxnId="{9FF720CA-368B-4D71-AC1A-8D6C486F5C79}">
      <dgm:prSet/>
      <dgm:spPr/>
      <dgm:t>
        <a:bodyPr/>
        <a:lstStyle/>
        <a:p>
          <a:endParaRPr lang="en-US"/>
        </a:p>
      </dgm:t>
    </dgm:pt>
    <dgm:pt modelId="{233AC167-D521-4803-A29B-784E92522B6B}" type="pres">
      <dgm:prSet presAssocID="{61F65D28-B774-4F4D-9CC1-2B4238D15ED3}" presName="Name0" presStyleCnt="0">
        <dgm:presLayoutVars>
          <dgm:chMax val="7"/>
          <dgm:chPref val="7"/>
          <dgm:dir/>
        </dgm:presLayoutVars>
      </dgm:prSet>
      <dgm:spPr/>
    </dgm:pt>
    <dgm:pt modelId="{C9B045B0-9F8E-4119-9A90-AD22660F8CF7}" type="pres">
      <dgm:prSet presAssocID="{61F65D28-B774-4F4D-9CC1-2B4238D15ED3}" presName="Name1" presStyleCnt="0"/>
      <dgm:spPr/>
    </dgm:pt>
    <dgm:pt modelId="{7269422E-36D1-48F9-A619-C11E806325AF}" type="pres">
      <dgm:prSet presAssocID="{61F65D28-B774-4F4D-9CC1-2B4238D15ED3}" presName="cycle" presStyleCnt="0"/>
      <dgm:spPr/>
    </dgm:pt>
    <dgm:pt modelId="{3EB9036C-6D3C-4870-91B0-AE164B1ECB43}" type="pres">
      <dgm:prSet presAssocID="{61F65D28-B774-4F4D-9CC1-2B4238D15ED3}" presName="srcNode" presStyleLbl="node1" presStyleIdx="0" presStyleCnt="3"/>
      <dgm:spPr/>
    </dgm:pt>
    <dgm:pt modelId="{7BEE2342-CD07-4234-A375-26CE2301BC55}" type="pres">
      <dgm:prSet presAssocID="{61F65D28-B774-4F4D-9CC1-2B4238D15ED3}" presName="conn" presStyleLbl="parChTrans1D2" presStyleIdx="0" presStyleCnt="1"/>
      <dgm:spPr/>
    </dgm:pt>
    <dgm:pt modelId="{7CA9C062-F303-490C-AB6A-BA9094108345}" type="pres">
      <dgm:prSet presAssocID="{61F65D28-B774-4F4D-9CC1-2B4238D15ED3}" presName="extraNode" presStyleLbl="node1" presStyleIdx="0" presStyleCnt="3"/>
      <dgm:spPr/>
    </dgm:pt>
    <dgm:pt modelId="{7D5076E1-C476-4EC9-92C8-5210FB6944C7}" type="pres">
      <dgm:prSet presAssocID="{61F65D28-B774-4F4D-9CC1-2B4238D15ED3}" presName="dstNode" presStyleLbl="node1" presStyleIdx="0" presStyleCnt="3"/>
      <dgm:spPr/>
    </dgm:pt>
    <dgm:pt modelId="{23DBB44F-6131-4E3A-8354-7475904496C0}" type="pres">
      <dgm:prSet presAssocID="{85521D05-5843-45B3-AE75-E4BFD2CA0075}" presName="text_1" presStyleLbl="node1" presStyleIdx="0" presStyleCnt="3">
        <dgm:presLayoutVars>
          <dgm:bulletEnabled val="1"/>
        </dgm:presLayoutVars>
      </dgm:prSet>
      <dgm:spPr/>
    </dgm:pt>
    <dgm:pt modelId="{5F86CBC6-4FF5-480D-B706-7985CDC99DC2}" type="pres">
      <dgm:prSet presAssocID="{85521D05-5843-45B3-AE75-E4BFD2CA0075}" presName="accent_1" presStyleCnt="0"/>
      <dgm:spPr/>
    </dgm:pt>
    <dgm:pt modelId="{79E8F1FD-DE42-4B62-A7FC-04975C6C7F01}" type="pres">
      <dgm:prSet presAssocID="{85521D05-5843-45B3-AE75-E4BFD2CA0075}" presName="accentRepeatNode" presStyleLbl="solidFgAcc1" presStyleIdx="0" presStyleCnt="3"/>
      <dgm:spPr/>
    </dgm:pt>
    <dgm:pt modelId="{F5181F83-265F-4453-AA5B-4984297767AC}" type="pres">
      <dgm:prSet presAssocID="{E3311D7D-021B-466F-8183-3C70528AFE61}" presName="text_2" presStyleLbl="node1" presStyleIdx="1" presStyleCnt="3">
        <dgm:presLayoutVars>
          <dgm:bulletEnabled val="1"/>
        </dgm:presLayoutVars>
      </dgm:prSet>
      <dgm:spPr/>
    </dgm:pt>
    <dgm:pt modelId="{9CA50CDA-8F05-4354-A75D-842B7B0C9900}" type="pres">
      <dgm:prSet presAssocID="{E3311D7D-021B-466F-8183-3C70528AFE61}" presName="accent_2" presStyleCnt="0"/>
      <dgm:spPr/>
    </dgm:pt>
    <dgm:pt modelId="{4AD3371C-0AB4-45CB-ABE5-CC3BFEE19AA6}" type="pres">
      <dgm:prSet presAssocID="{E3311D7D-021B-466F-8183-3C70528AFE61}" presName="accentRepeatNode" presStyleLbl="solidFgAcc1" presStyleIdx="1" presStyleCnt="3"/>
      <dgm:spPr/>
    </dgm:pt>
    <dgm:pt modelId="{98FFA619-6E27-47EE-B6B5-11B3823D38C4}" type="pres">
      <dgm:prSet presAssocID="{F53339FC-0635-433E-8369-BFEF26B35690}" presName="text_3" presStyleLbl="node1" presStyleIdx="2" presStyleCnt="3">
        <dgm:presLayoutVars>
          <dgm:bulletEnabled val="1"/>
        </dgm:presLayoutVars>
      </dgm:prSet>
      <dgm:spPr/>
    </dgm:pt>
    <dgm:pt modelId="{9E34CE79-C526-4C38-9DEA-1DFB295F7613}" type="pres">
      <dgm:prSet presAssocID="{F53339FC-0635-433E-8369-BFEF26B35690}" presName="accent_3" presStyleCnt="0"/>
      <dgm:spPr/>
    </dgm:pt>
    <dgm:pt modelId="{3C6F82AE-058D-4176-82DF-A5F513034D11}" type="pres">
      <dgm:prSet presAssocID="{F53339FC-0635-433E-8369-BFEF26B35690}" presName="accentRepeatNode" presStyleLbl="solidFgAcc1" presStyleIdx="2" presStyleCnt="3"/>
      <dgm:spPr/>
    </dgm:pt>
  </dgm:ptLst>
  <dgm:cxnLst>
    <dgm:cxn modelId="{D1C89B09-C73B-4F2E-BAFC-7FAEB50E8145}" srcId="{61F65D28-B774-4F4D-9CC1-2B4238D15ED3}" destId="{85521D05-5843-45B3-AE75-E4BFD2CA0075}" srcOrd="0" destOrd="0" parTransId="{51AD21D5-1316-47A5-9B0C-F7461C61DC78}" sibTransId="{8DF07107-9C39-40A1-9539-763D647DF17C}"/>
    <dgm:cxn modelId="{F7BB6D52-3049-4818-A3E5-A760B02231A6}" type="presOf" srcId="{E3311D7D-021B-466F-8183-3C70528AFE61}" destId="{F5181F83-265F-4453-AA5B-4984297767AC}" srcOrd="0" destOrd="0" presId="urn:microsoft.com/office/officeart/2008/layout/VerticalCurvedList"/>
    <dgm:cxn modelId="{D3B28287-0034-4F08-8897-8C2AC29081A9}" srcId="{61F65D28-B774-4F4D-9CC1-2B4238D15ED3}" destId="{E3311D7D-021B-466F-8183-3C70528AFE61}" srcOrd="1" destOrd="0" parTransId="{EAF64727-4740-4FE6-BEA4-6F2A3AA8D28E}" sibTransId="{5841CB5F-081E-4F22-B926-E21834159ECE}"/>
    <dgm:cxn modelId="{5F0F3EAE-69D2-4B33-8EDD-2C211A66C9AB}" type="presOf" srcId="{61F65D28-B774-4F4D-9CC1-2B4238D15ED3}" destId="{233AC167-D521-4803-A29B-784E92522B6B}" srcOrd="0" destOrd="0" presId="urn:microsoft.com/office/officeart/2008/layout/VerticalCurvedList"/>
    <dgm:cxn modelId="{7048E7B7-1E41-46AD-9DD9-9436475A033C}" type="presOf" srcId="{8DF07107-9C39-40A1-9539-763D647DF17C}" destId="{7BEE2342-CD07-4234-A375-26CE2301BC55}" srcOrd="0" destOrd="0" presId="urn:microsoft.com/office/officeart/2008/layout/VerticalCurvedList"/>
    <dgm:cxn modelId="{91E911B9-5A48-40C1-B94E-9DEBDACCBA16}" type="presOf" srcId="{85521D05-5843-45B3-AE75-E4BFD2CA0075}" destId="{23DBB44F-6131-4E3A-8354-7475904496C0}" srcOrd="0" destOrd="0" presId="urn:microsoft.com/office/officeart/2008/layout/VerticalCurvedList"/>
    <dgm:cxn modelId="{9FF720CA-368B-4D71-AC1A-8D6C486F5C79}" srcId="{61F65D28-B774-4F4D-9CC1-2B4238D15ED3}" destId="{F53339FC-0635-433E-8369-BFEF26B35690}" srcOrd="2" destOrd="0" parTransId="{44394670-9B58-4CD5-9111-B3A6D5BE3D72}" sibTransId="{9CBAB0E9-314C-4E78-824F-BDC62E8518FB}"/>
    <dgm:cxn modelId="{8C3E97F8-D422-4F65-868A-3A6C35A908BC}" type="presOf" srcId="{F53339FC-0635-433E-8369-BFEF26B35690}" destId="{98FFA619-6E27-47EE-B6B5-11B3823D38C4}" srcOrd="0" destOrd="0" presId="urn:microsoft.com/office/officeart/2008/layout/VerticalCurvedList"/>
    <dgm:cxn modelId="{4794D70A-0CA7-4520-BB9B-DAC4DB534093}" type="presParOf" srcId="{233AC167-D521-4803-A29B-784E92522B6B}" destId="{C9B045B0-9F8E-4119-9A90-AD22660F8CF7}" srcOrd="0" destOrd="0" presId="urn:microsoft.com/office/officeart/2008/layout/VerticalCurvedList"/>
    <dgm:cxn modelId="{34B355C0-8C55-45EF-B66F-E9015E270223}" type="presParOf" srcId="{C9B045B0-9F8E-4119-9A90-AD22660F8CF7}" destId="{7269422E-36D1-48F9-A619-C11E806325AF}" srcOrd="0" destOrd="0" presId="urn:microsoft.com/office/officeart/2008/layout/VerticalCurvedList"/>
    <dgm:cxn modelId="{FB02511E-773F-4BB2-8442-E8BB1991ACD7}" type="presParOf" srcId="{7269422E-36D1-48F9-A619-C11E806325AF}" destId="{3EB9036C-6D3C-4870-91B0-AE164B1ECB43}" srcOrd="0" destOrd="0" presId="urn:microsoft.com/office/officeart/2008/layout/VerticalCurvedList"/>
    <dgm:cxn modelId="{BB2B1149-143B-411F-B6DE-AD1804D8D7F6}" type="presParOf" srcId="{7269422E-36D1-48F9-A619-C11E806325AF}" destId="{7BEE2342-CD07-4234-A375-26CE2301BC55}" srcOrd="1" destOrd="0" presId="urn:microsoft.com/office/officeart/2008/layout/VerticalCurvedList"/>
    <dgm:cxn modelId="{862B2592-E454-43C3-82C1-C563ABCE930C}" type="presParOf" srcId="{7269422E-36D1-48F9-A619-C11E806325AF}" destId="{7CA9C062-F303-490C-AB6A-BA9094108345}" srcOrd="2" destOrd="0" presId="urn:microsoft.com/office/officeart/2008/layout/VerticalCurvedList"/>
    <dgm:cxn modelId="{84F34E44-32C0-4531-86DE-3D4A0B566D98}" type="presParOf" srcId="{7269422E-36D1-48F9-A619-C11E806325AF}" destId="{7D5076E1-C476-4EC9-92C8-5210FB6944C7}" srcOrd="3" destOrd="0" presId="urn:microsoft.com/office/officeart/2008/layout/VerticalCurvedList"/>
    <dgm:cxn modelId="{230D20CA-94B2-413E-869B-C6D5BA6AAD58}" type="presParOf" srcId="{C9B045B0-9F8E-4119-9A90-AD22660F8CF7}" destId="{23DBB44F-6131-4E3A-8354-7475904496C0}" srcOrd="1" destOrd="0" presId="urn:microsoft.com/office/officeart/2008/layout/VerticalCurvedList"/>
    <dgm:cxn modelId="{D8CEDBEE-C58F-49CC-B910-880294A1C054}" type="presParOf" srcId="{C9B045B0-9F8E-4119-9A90-AD22660F8CF7}" destId="{5F86CBC6-4FF5-480D-B706-7985CDC99DC2}" srcOrd="2" destOrd="0" presId="urn:microsoft.com/office/officeart/2008/layout/VerticalCurvedList"/>
    <dgm:cxn modelId="{D8A53437-A745-42DB-8C5D-776038060DA8}" type="presParOf" srcId="{5F86CBC6-4FF5-480D-B706-7985CDC99DC2}" destId="{79E8F1FD-DE42-4B62-A7FC-04975C6C7F01}" srcOrd="0" destOrd="0" presId="urn:microsoft.com/office/officeart/2008/layout/VerticalCurvedList"/>
    <dgm:cxn modelId="{5CAF4B73-39BA-4726-9200-B8B74653F7E7}" type="presParOf" srcId="{C9B045B0-9F8E-4119-9A90-AD22660F8CF7}" destId="{F5181F83-265F-4453-AA5B-4984297767AC}" srcOrd="3" destOrd="0" presId="urn:microsoft.com/office/officeart/2008/layout/VerticalCurvedList"/>
    <dgm:cxn modelId="{D3B39EAC-38B2-4E32-9EB4-78EA73653FE2}" type="presParOf" srcId="{C9B045B0-9F8E-4119-9A90-AD22660F8CF7}" destId="{9CA50CDA-8F05-4354-A75D-842B7B0C9900}" srcOrd="4" destOrd="0" presId="urn:microsoft.com/office/officeart/2008/layout/VerticalCurvedList"/>
    <dgm:cxn modelId="{0808B0E7-30DF-4728-8CAC-4205BC05DB2A}" type="presParOf" srcId="{9CA50CDA-8F05-4354-A75D-842B7B0C9900}" destId="{4AD3371C-0AB4-45CB-ABE5-CC3BFEE19AA6}" srcOrd="0" destOrd="0" presId="urn:microsoft.com/office/officeart/2008/layout/VerticalCurvedList"/>
    <dgm:cxn modelId="{FB2C99EC-9260-4A49-B9DB-E3C7DBFE7EB3}" type="presParOf" srcId="{C9B045B0-9F8E-4119-9A90-AD22660F8CF7}" destId="{98FFA619-6E27-47EE-B6B5-11B3823D38C4}" srcOrd="5" destOrd="0" presId="urn:microsoft.com/office/officeart/2008/layout/VerticalCurvedList"/>
    <dgm:cxn modelId="{DFCFEC9F-A798-44C2-A419-6B3146F8495C}" type="presParOf" srcId="{C9B045B0-9F8E-4119-9A90-AD22660F8CF7}" destId="{9E34CE79-C526-4C38-9DEA-1DFB295F7613}" srcOrd="6" destOrd="0" presId="urn:microsoft.com/office/officeart/2008/layout/VerticalCurvedList"/>
    <dgm:cxn modelId="{D43D6BE4-7F0F-4240-A7C1-E9B30FB6B061}" type="presParOf" srcId="{9E34CE79-C526-4C38-9DEA-1DFB295F7613}" destId="{3C6F82AE-058D-4176-82DF-A5F513034D11}" srcOrd="0" destOrd="0" presId="urn:microsoft.com/office/officeart/2008/layout/VerticalCurve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1F65D28-B774-4F4D-9CC1-2B4238D15ED3}" type="doc">
      <dgm:prSet loTypeId="urn:microsoft.com/office/officeart/2008/layout/VerticalCurvedList" loCatId="list" qsTypeId="urn:microsoft.com/office/officeart/2005/8/quickstyle/simple1" qsCatId="simple" csTypeId="urn:microsoft.com/office/officeart/2005/8/colors/accent4_2" csCatId="accent4" phldr="1"/>
      <dgm:spPr/>
      <dgm:t>
        <a:bodyPr/>
        <a:lstStyle/>
        <a:p>
          <a:endParaRPr lang="en-US"/>
        </a:p>
      </dgm:t>
    </dgm:pt>
    <dgm:pt modelId="{85521D05-5843-45B3-AE75-E4BFD2CA0075}">
      <dgm:prSet phldrT="[Text]" phldr="0" custT="1"/>
      <dgm:spPr/>
      <dgm:t>
        <a:bodyPr/>
        <a:lstStyle/>
        <a:p>
          <a:r>
            <a:rPr lang="en-US" sz="1800" b="0" dirty="0"/>
            <a:t>Avoid Rework + SLA Penalties</a:t>
          </a:r>
        </a:p>
      </dgm:t>
    </dgm:pt>
    <dgm:pt modelId="{51AD21D5-1316-47A5-9B0C-F7461C61DC78}" type="parTrans" cxnId="{D1C89B09-C73B-4F2E-BAFC-7FAEB50E8145}">
      <dgm:prSet/>
      <dgm:spPr/>
      <dgm:t>
        <a:bodyPr/>
        <a:lstStyle/>
        <a:p>
          <a:endParaRPr lang="en-US"/>
        </a:p>
      </dgm:t>
    </dgm:pt>
    <dgm:pt modelId="{8DF07107-9C39-40A1-9539-763D647DF17C}" type="sibTrans" cxnId="{D1C89B09-C73B-4F2E-BAFC-7FAEB50E8145}">
      <dgm:prSet/>
      <dgm:spPr/>
      <dgm:t>
        <a:bodyPr/>
        <a:lstStyle/>
        <a:p>
          <a:endParaRPr lang="en-US"/>
        </a:p>
      </dgm:t>
    </dgm:pt>
    <dgm:pt modelId="{E3311D7D-021B-466F-8183-3C70528AFE61}">
      <dgm:prSet phldrT="[Text]" phldr="0" custT="1"/>
      <dgm:spPr/>
      <dgm:t>
        <a:bodyPr/>
        <a:lstStyle/>
        <a:p>
          <a:r>
            <a:rPr lang="en-US" sz="1800" dirty="0"/>
            <a:t>More Efficient Technician Time</a:t>
          </a:r>
        </a:p>
      </dgm:t>
    </dgm:pt>
    <dgm:pt modelId="{EAF64727-4740-4FE6-BEA4-6F2A3AA8D28E}" type="parTrans" cxnId="{D3B28287-0034-4F08-8897-8C2AC29081A9}">
      <dgm:prSet/>
      <dgm:spPr/>
      <dgm:t>
        <a:bodyPr/>
        <a:lstStyle/>
        <a:p>
          <a:endParaRPr lang="en-US"/>
        </a:p>
      </dgm:t>
    </dgm:pt>
    <dgm:pt modelId="{5841CB5F-081E-4F22-B926-E21834159ECE}" type="sibTrans" cxnId="{D3B28287-0034-4F08-8897-8C2AC29081A9}">
      <dgm:prSet/>
      <dgm:spPr/>
      <dgm:t>
        <a:bodyPr/>
        <a:lstStyle/>
        <a:p>
          <a:endParaRPr lang="en-US"/>
        </a:p>
      </dgm:t>
    </dgm:pt>
    <dgm:pt modelId="{F53339FC-0635-433E-8369-BFEF26B35690}">
      <dgm:prSet phldrT="[Text]" phldr="0" custT="1"/>
      <dgm:spPr/>
      <dgm:t>
        <a:bodyPr/>
        <a:lstStyle/>
        <a:p>
          <a:r>
            <a:rPr lang="en-US" sz="1800" dirty="0"/>
            <a:t>Higher Service Margins</a:t>
          </a:r>
        </a:p>
      </dgm:t>
    </dgm:pt>
    <dgm:pt modelId="{44394670-9B58-4CD5-9111-B3A6D5BE3D72}" type="parTrans" cxnId="{9FF720CA-368B-4D71-AC1A-8D6C486F5C79}">
      <dgm:prSet/>
      <dgm:spPr/>
      <dgm:t>
        <a:bodyPr/>
        <a:lstStyle/>
        <a:p>
          <a:endParaRPr lang="en-US"/>
        </a:p>
      </dgm:t>
    </dgm:pt>
    <dgm:pt modelId="{9CBAB0E9-314C-4E78-824F-BDC62E8518FB}" type="sibTrans" cxnId="{9FF720CA-368B-4D71-AC1A-8D6C486F5C79}">
      <dgm:prSet/>
      <dgm:spPr/>
      <dgm:t>
        <a:bodyPr/>
        <a:lstStyle/>
        <a:p>
          <a:endParaRPr lang="en-US"/>
        </a:p>
      </dgm:t>
    </dgm:pt>
    <dgm:pt modelId="{233AC167-D521-4803-A29B-784E92522B6B}" type="pres">
      <dgm:prSet presAssocID="{61F65D28-B774-4F4D-9CC1-2B4238D15ED3}" presName="Name0" presStyleCnt="0">
        <dgm:presLayoutVars>
          <dgm:chMax val="7"/>
          <dgm:chPref val="7"/>
          <dgm:dir/>
        </dgm:presLayoutVars>
      </dgm:prSet>
      <dgm:spPr/>
    </dgm:pt>
    <dgm:pt modelId="{C9B045B0-9F8E-4119-9A90-AD22660F8CF7}" type="pres">
      <dgm:prSet presAssocID="{61F65D28-B774-4F4D-9CC1-2B4238D15ED3}" presName="Name1" presStyleCnt="0"/>
      <dgm:spPr/>
    </dgm:pt>
    <dgm:pt modelId="{7269422E-36D1-48F9-A619-C11E806325AF}" type="pres">
      <dgm:prSet presAssocID="{61F65D28-B774-4F4D-9CC1-2B4238D15ED3}" presName="cycle" presStyleCnt="0"/>
      <dgm:spPr/>
    </dgm:pt>
    <dgm:pt modelId="{3EB9036C-6D3C-4870-91B0-AE164B1ECB43}" type="pres">
      <dgm:prSet presAssocID="{61F65D28-B774-4F4D-9CC1-2B4238D15ED3}" presName="srcNode" presStyleLbl="node1" presStyleIdx="0" presStyleCnt="3"/>
      <dgm:spPr/>
    </dgm:pt>
    <dgm:pt modelId="{7BEE2342-CD07-4234-A375-26CE2301BC55}" type="pres">
      <dgm:prSet presAssocID="{61F65D28-B774-4F4D-9CC1-2B4238D15ED3}" presName="conn" presStyleLbl="parChTrans1D2" presStyleIdx="0" presStyleCnt="1"/>
      <dgm:spPr/>
    </dgm:pt>
    <dgm:pt modelId="{7CA9C062-F303-490C-AB6A-BA9094108345}" type="pres">
      <dgm:prSet presAssocID="{61F65D28-B774-4F4D-9CC1-2B4238D15ED3}" presName="extraNode" presStyleLbl="node1" presStyleIdx="0" presStyleCnt="3"/>
      <dgm:spPr/>
    </dgm:pt>
    <dgm:pt modelId="{7D5076E1-C476-4EC9-92C8-5210FB6944C7}" type="pres">
      <dgm:prSet presAssocID="{61F65D28-B774-4F4D-9CC1-2B4238D15ED3}" presName="dstNode" presStyleLbl="node1" presStyleIdx="0" presStyleCnt="3"/>
      <dgm:spPr/>
    </dgm:pt>
    <dgm:pt modelId="{23DBB44F-6131-4E3A-8354-7475904496C0}" type="pres">
      <dgm:prSet presAssocID="{85521D05-5843-45B3-AE75-E4BFD2CA0075}" presName="text_1" presStyleLbl="node1" presStyleIdx="0" presStyleCnt="3">
        <dgm:presLayoutVars>
          <dgm:bulletEnabled val="1"/>
        </dgm:presLayoutVars>
      </dgm:prSet>
      <dgm:spPr/>
    </dgm:pt>
    <dgm:pt modelId="{5F86CBC6-4FF5-480D-B706-7985CDC99DC2}" type="pres">
      <dgm:prSet presAssocID="{85521D05-5843-45B3-AE75-E4BFD2CA0075}" presName="accent_1" presStyleCnt="0"/>
      <dgm:spPr/>
    </dgm:pt>
    <dgm:pt modelId="{79E8F1FD-DE42-4B62-A7FC-04975C6C7F01}" type="pres">
      <dgm:prSet presAssocID="{85521D05-5843-45B3-AE75-E4BFD2CA0075}" presName="accentRepeatNode" presStyleLbl="solidFgAcc1" presStyleIdx="0" presStyleCnt="3"/>
      <dgm:spPr/>
    </dgm:pt>
    <dgm:pt modelId="{F5181F83-265F-4453-AA5B-4984297767AC}" type="pres">
      <dgm:prSet presAssocID="{E3311D7D-021B-466F-8183-3C70528AFE61}" presName="text_2" presStyleLbl="node1" presStyleIdx="1" presStyleCnt="3">
        <dgm:presLayoutVars>
          <dgm:bulletEnabled val="1"/>
        </dgm:presLayoutVars>
      </dgm:prSet>
      <dgm:spPr/>
    </dgm:pt>
    <dgm:pt modelId="{9CA50CDA-8F05-4354-A75D-842B7B0C9900}" type="pres">
      <dgm:prSet presAssocID="{E3311D7D-021B-466F-8183-3C70528AFE61}" presName="accent_2" presStyleCnt="0"/>
      <dgm:spPr/>
    </dgm:pt>
    <dgm:pt modelId="{4AD3371C-0AB4-45CB-ABE5-CC3BFEE19AA6}" type="pres">
      <dgm:prSet presAssocID="{E3311D7D-021B-466F-8183-3C70528AFE61}" presName="accentRepeatNode" presStyleLbl="solidFgAcc1" presStyleIdx="1" presStyleCnt="3"/>
      <dgm:spPr/>
    </dgm:pt>
    <dgm:pt modelId="{98FFA619-6E27-47EE-B6B5-11B3823D38C4}" type="pres">
      <dgm:prSet presAssocID="{F53339FC-0635-433E-8369-BFEF26B35690}" presName="text_3" presStyleLbl="node1" presStyleIdx="2" presStyleCnt="3">
        <dgm:presLayoutVars>
          <dgm:bulletEnabled val="1"/>
        </dgm:presLayoutVars>
      </dgm:prSet>
      <dgm:spPr/>
    </dgm:pt>
    <dgm:pt modelId="{9E34CE79-C526-4C38-9DEA-1DFB295F7613}" type="pres">
      <dgm:prSet presAssocID="{F53339FC-0635-433E-8369-BFEF26B35690}" presName="accent_3" presStyleCnt="0"/>
      <dgm:spPr/>
    </dgm:pt>
    <dgm:pt modelId="{3C6F82AE-058D-4176-82DF-A5F513034D11}" type="pres">
      <dgm:prSet presAssocID="{F53339FC-0635-433E-8369-BFEF26B35690}" presName="accentRepeatNode" presStyleLbl="solidFgAcc1" presStyleIdx="2" presStyleCnt="3"/>
      <dgm:spPr/>
    </dgm:pt>
  </dgm:ptLst>
  <dgm:cxnLst>
    <dgm:cxn modelId="{D1C89B09-C73B-4F2E-BAFC-7FAEB50E8145}" srcId="{61F65D28-B774-4F4D-9CC1-2B4238D15ED3}" destId="{85521D05-5843-45B3-AE75-E4BFD2CA0075}" srcOrd="0" destOrd="0" parTransId="{51AD21D5-1316-47A5-9B0C-F7461C61DC78}" sibTransId="{8DF07107-9C39-40A1-9539-763D647DF17C}"/>
    <dgm:cxn modelId="{F7BB6D52-3049-4818-A3E5-A760B02231A6}" type="presOf" srcId="{E3311D7D-021B-466F-8183-3C70528AFE61}" destId="{F5181F83-265F-4453-AA5B-4984297767AC}" srcOrd="0" destOrd="0" presId="urn:microsoft.com/office/officeart/2008/layout/VerticalCurvedList"/>
    <dgm:cxn modelId="{D3B28287-0034-4F08-8897-8C2AC29081A9}" srcId="{61F65D28-B774-4F4D-9CC1-2B4238D15ED3}" destId="{E3311D7D-021B-466F-8183-3C70528AFE61}" srcOrd="1" destOrd="0" parTransId="{EAF64727-4740-4FE6-BEA4-6F2A3AA8D28E}" sibTransId="{5841CB5F-081E-4F22-B926-E21834159ECE}"/>
    <dgm:cxn modelId="{5F0F3EAE-69D2-4B33-8EDD-2C211A66C9AB}" type="presOf" srcId="{61F65D28-B774-4F4D-9CC1-2B4238D15ED3}" destId="{233AC167-D521-4803-A29B-784E92522B6B}" srcOrd="0" destOrd="0" presId="urn:microsoft.com/office/officeart/2008/layout/VerticalCurvedList"/>
    <dgm:cxn modelId="{7048E7B7-1E41-46AD-9DD9-9436475A033C}" type="presOf" srcId="{8DF07107-9C39-40A1-9539-763D647DF17C}" destId="{7BEE2342-CD07-4234-A375-26CE2301BC55}" srcOrd="0" destOrd="0" presId="urn:microsoft.com/office/officeart/2008/layout/VerticalCurvedList"/>
    <dgm:cxn modelId="{91E911B9-5A48-40C1-B94E-9DEBDACCBA16}" type="presOf" srcId="{85521D05-5843-45B3-AE75-E4BFD2CA0075}" destId="{23DBB44F-6131-4E3A-8354-7475904496C0}" srcOrd="0" destOrd="0" presId="urn:microsoft.com/office/officeart/2008/layout/VerticalCurvedList"/>
    <dgm:cxn modelId="{9FF720CA-368B-4D71-AC1A-8D6C486F5C79}" srcId="{61F65D28-B774-4F4D-9CC1-2B4238D15ED3}" destId="{F53339FC-0635-433E-8369-BFEF26B35690}" srcOrd="2" destOrd="0" parTransId="{44394670-9B58-4CD5-9111-B3A6D5BE3D72}" sibTransId="{9CBAB0E9-314C-4E78-824F-BDC62E8518FB}"/>
    <dgm:cxn modelId="{8C3E97F8-D422-4F65-868A-3A6C35A908BC}" type="presOf" srcId="{F53339FC-0635-433E-8369-BFEF26B35690}" destId="{98FFA619-6E27-47EE-B6B5-11B3823D38C4}" srcOrd="0" destOrd="0" presId="urn:microsoft.com/office/officeart/2008/layout/VerticalCurvedList"/>
    <dgm:cxn modelId="{4794D70A-0CA7-4520-BB9B-DAC4DB534093}" type="presParOf" srcId="{233AC167-D521-4803-A29B-784E92522B6B}" destId="{C9B045B0-9F8E-4119-9A90-AD22660F8CF7}" srcOrd="0" destOrd="0" presId="urn:microsoft.com/office/officeart/2008/layout/VerticalCurvedList"/>
    <dgm:cxn modelId="{34B355C0-8C55-45EF-B66F-E9015E270223}" type="presParOf" srcId="{C9B045B0-9F8E-4119-9A90-AD22660F8CF7}" destId="{7269422E-36D1-48F9-A619-C11E806325AF}" srcOrd="0" destOrd="0" presId="urn:microsoft.com/office/officeart/2008/layout/VerticalCurvedList"/>
    <dgm:cxn modelId="{FB02511E-773F-4BB2-8442-E8BB1991ACD7}" type="presParOf" srcId="{7269422E-36D1-48F9-A619-C11E806325AF}" destId="{3EB9036C-6D3C-4870-91B0-AE164B1ECB43}" srcOrd="0" destOrd="0" presId="urn:microsoft.com/office/officeart/2008/layout/VerticalCurvedList"/>
    <dgm:cxn modelId="{BB2B1149-143B-411F-B6DE-AD1804D8D7F6}" type="presParOf" srcId="{7269422E-36D1-48F9-A619-C11E806325AF}" destId="{7BEE2342-CD07-4234-A375-26CE2301BC55}" srcOrd="1" destOrd="0" presId="urn:microsoft.com/office/officeart/2008/layout/VerticalCurvedList"/>
    <dgm:cxn modelId="{862B2592-E454-43C3-82C1-C563ABCE930C}" type="presParOf" srcId="{7269422E-36D1-48F9-A619-C11E806325AF}" destId="{7CA9C062-F303-490C-AB6A-BA9094108345}" srcOrd="2" destOrd="0" presId="urn:microsoft.com/office/officeart/2008/layout/VerticalCurvedList"/>
    <dgm:cxn modelId="{84F34E44-32C0-4531-86DE-3D4A0B566D98}" type="presParOf" srcId="{7269422E-36D1-48F9-A619-C11E806325AF}" destId="{7D5076E1-C476-4EC9-92C8-5210FB6944C7}" srcOrd="3" destOrd="0" presId="urn:microsoft.com/office/officeart/2008/layout/VerticalCurvedList"/>
    <dgm:cxn modelId="{230D20CA-94B2-413E-869B-C6D5BA6AAD58}" type="presParOf" srcId="{C9B045B0-9F8E-4119-9A90-AD22660F8CF7}" destId="{23DBB44F-6131-4E3A-8354-7475904496C0}" srcOrd="1" destOrd="0" presId="urn:microsoft.com/office/officeart/2008/layout/VerticalCurvedList"/>
    <dgm:cxn modelId="{D8CEDBEE-C58F-49CC-B910-880294A1C054}" type="presParOf" srcId="{C9B045B0-9F8E-4119-9A90-AD22660F8CF7}" destId="{5F86CBC6-4FF5-480D-B706-7985CDC99DC2}" srcOrd="2" destOrd="0" presId="urn:microsoft.com/office/officeart/2008/layout/VerticalCurvedList"/>
    <dgm:cxn modelId="{D8A53437-A745-42DB-8C5D-776038060DA8}" type="presParOf" srcId="{5F86CBC6-4FF5-480D-B706-7985CDC99DC2}" destId="{79E8F1FD-DE42-4B62-A7FC-04975C6C7F01}" srcOrd="0" destOrd="0" presId="urn:microsoft.com/office/officeart/2008/layout/VerticalCurvedList"/>
    <dgm:cxn modelId="{5CAF4B73-39BA-4726-9200-B8B74653F7E7}" type="presParOf" srcId="{C9B045B0-9F8E-4119-9A90-AD22660F8CF7}" destId="{F5181F83-265F-4453-AA5B-4984297767AC}" srcOrd="3" destOrd="0" presId="urn:microsoft.com/office/officeart/2008/layout/VerticalCurvedList"/>
    <dgm:cxn modelId="{D3B39EAC-38B2-4E32-9EB4-78EA73653FE2}" type="presParOf" srcId="{C9B045B0-9F8E-4119-9A90-AD22660F8CF7}" destId="{9CA50CDA-8F05-4354-A75D-842B7B0C9900}" srcOrd="4" destOrd="0" presId="urn:microsoft.com/office/officeart/2008/layout/VerticalCurvedList"/>
    <dgm:cxn modelId="{0808B0E7-30DF-4728-8CAC-4205BC05DB2A}" type="presParOf" srcId="{9CA50CDA-8F05-4354-A75D-842B7B0C9900}" destId="{4AD3371C-0AB4-45CB-ABE5-CC3BFEE19AA6}" srcOrd="0" destOrd="0" presId="urn:microsoft.com/office/officeart/2008/layout/VerticalCurvedList"/>
    <dgm:cxn modelId="{FB2C99EC-9260-4A49-B9DB-E3C7DBFE7EB3}" type="presParOf" srcId="{C9B045B0-9F8E-4119-9A90-AD22660F8CF7}" destId="{98FFA619-6E27-47EE-B6B5-11B3823D38C4}" srcOrd="5" destOrd="0" presId="urn:microsoft.com/office/officeart/2008/layout/VerticalCurvedList"/>
    <dgm:cxn modelId="{DFCFEC9F-A798-44C2-A419-6B3146F8495C}" type="presParOf" srcId="{C9B045B0-9F8E-4119-9A90-AD22660F8CF7}" destId="{9E34CE79-C526-4C38-9DEA-1DFB295F7613}" srcOrd="6" destOrd="0" presId="urn:microsoft.com/office/officeart/2008/layout/VerticalCurvedList"/>
    <dgm:cxn modelId="{D43D6BE4-7F0F-4240-A7C1-E9B30FB6B061}" type="presParOf" srcId="{9E34CE79-C526-4C38-9DEA-1DFB295F7613}" destId="{3C6F82AE-058D-4176-82DF-A5F513034D11}"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1F65D28-B774-4F4D-9CC1-2B4238D15ED3}" type="doc">
      <dgm:prSet loTypeId="urn:microsoft.com/office/officeart/2008/layout/VerticalCurvedList" loCatId="list" qsTypeId="urn:microsoft.com/office/officeart/2005/8/quickstyle/simple1" qsCatId="simple" csTypeId="urn:microsoft.com/office/officeart/2005/8/colors/accent4_2" csCatId="accent4" phldr="1"/>
      <dgm:spPr/>
      <dgm:t>
        <a:bodyPr/>
        <a:lstStyle/>
        <a:p>
          <a:endParaRPr lang="en-US"/>
        </a:p>
      </dgm:t>
    </dgm:pt>
    <dgm:pt modelId="{85521D05-5843-45B3-AE75-E4BFD2CA0075}">
      <dgm:prSet phldrT="[Text]" phldr="0"/>
      <dgm:spPr/>
      <dgm:t>
        <a:bodyPr/>
        <a:lstStyle/>
        <a:p>
          <a:r>
            <a:rPr lang="en-US" dirty="0"/>
            <a:t>Enhance Reputation</a:t>
          </a:r>
        </a:p>
      </dgm:t>
    </dgm:pt>
    <dgm:pt modelId="{51AD21D5-1316-47A5-9B0C-F7461C61DC78}" type="parTrans" cxnId="{D1C89B09-C73B-4F2E-BAFC-7FAEB50E8145}">
      <dgm:prSet/>
      <dgm:spPr/>
      <dgm:t>
        <a:bodyPr/>
        <a:lstStyle/>
        <a:p>
          <a:endParaRPr lang="en-US"/>
        </a:p>
      </dgm:t>
    </dgm:pt>
    <dgm:pt modelId="{8DF07107-9C39-40A1-9539-763D647DF17C}" type="sibTrans" cxnId="{D1C89B09-C73B-4F2E-BAFC-7FAEB50E8145}">
      <dgm:prSet/>
      <dgm:spPr/>
      <dgm:t>
        <a:bodyPr/>
        <a:lstStyle/>
        <a:p>
          <a:endParaRPr lang="en-US"/>
        </a:p>
      </dgm:t>
    </dgm:pt>
    <dgm:pt modelId="{E3311D7D-021B-466F-8183-3C70528AFE61}">
      <dgm:prSet phldrT="[Text]" phldr="0"/>
      <dgm:spPr/>
      <dgm:t>
        <a:bodyPr/>
        <a:lstStyle/>
        <a:p>
          <a:r>
            <a:rPr lang="en-US" dirty="0"/>
            <a:t>Increases Customer Retention</a:t>
          </a:r>
        </a:p>
      </dgm:t>
    </dgm:pt>
    <dgm:pt modelId="{EAF64727-4740-4FE6-BEA4-6F2A3AA8D28E}" type="parTrans" cxnId="{D3B28287-0034-4F08-8897-8C2AC29081A9}">
      <dgm:prSet/>
      <dgm:spPr/>
      <dgm:t>
        <a:bodyPr/>
        <a:lstStyle/>
        <a:p>
          <a:endParaRPr lang="en-US"/>
        </a:p>
      </dgm:t>
    </dgm:pt>
    <dgm:pt modelId="{5841CB5F-081E-4F22-B926-E21834159ECE}" type="sibTrans" cxnId="{D3B28287-0034-4F08-8897-8C2AC29081A9}">
      <dgm:prSet/>
      <dgm:spPr/>
      <dgm:t>
        <a:bodyPr/>
        <a:lstStyle/>
        <a:p>
          <a:endParaRPr lang="en-US"/>
        </a:p>
      </dgm:t>
    </dgm:pt>
    <dgm:pt modelId="{DAB70256-9F78-4967-8E87-52BCA93D953A}">
      <dgm:prSet phldrT="[Text]" phldr="0"/>
      <dgm:spPr/>
      <dgm:t>
        <a:bodyPr/>
        <a:lstStyle/>
        <a:p>
          <a:r>
            <a:rPr lang="en-US" dirty="0"/>
            <a:t>Become More Competitive</a:t>
          </a:r>
        </a:p>
      </dgm:t>
    </dgm:pt>
    <dgm:pt modelId="{7B029AD1-FCA6-40D8-9A83-1B0522895334}" type="parTrans" cxnId="{A3DAA6CF-B668-481D-BDD7-899E645D2A43}">
      <dgm:prSet/>
      <dgm:spPr/>
      <dgm:t>
        <a:bodyPr/>
        <a:lstStyle/>
        <a:p>
          <a:endParaRPr lang="en-US"/>
        </a:p>
      </dgm:t>
    </dgm:pt>
    <dgm:pt modelId="{14F82968-D9A9-4D36-BB23-68EB9F870DD6}" type="sibTrans" cxnId="{A3DAA6CF-B668-481D-BDD7-899E645D2A43}">
      <dgm:prSet/>
      <dgm:spPr/>
      <dgm:t>
        <a:bodyPr/>
        <a:lstStyle/>
        <a:p>
          <a:endParaRPr lang="en-US"/>
        </a:p>
      </dgm:t>
    </dgm:pt>
    <dgm:pt modelId="{233AC167-D521-4803-A29B-784E92522B6B}" type="pres">
      <dgm:prSet presAssocID="{61F65D28-B774-4F4D-9CC1-2B4238D15ED3}" presName="Name0" presStyleCnt="0">
        <dgm:presLayoutVars>
          <dgm:chMax val="7"/>
          <dgm:chPref val="7"/>
          <dgm:dir/>
        </dgm:presLayoutVars>
      </dgm:prSet>
      <dgm:spPr/>
    </dgm:pt>
    <dgm:pt modelId="{C9B045B0-9F8E-4119-9A90-AD22660F8CF7}" type="pres">
      <dgm:prSet presAssocID="{61F65D28-B774-4F4D-9CC1-2B4238D15ED3}" presName="Name1" presStyleCnt="0"/>
      <dgm:spPr/>
    </dgm:pt>
    <dgm:pt modelId="{7269422E-36D1-48F9-A619-C11E806325AF}" type="pres">
      <dgm:prSet presAssocID="{61F65D28-B774-4F4D-9CC1-2B4238D15ED3}" presName="cycle" presStyleCnt="0"/>
      <dgm:spPr/>
    </dgm:pt>
    <dgm:pt modelId="{3EB9036C-6D3C-4870-91B0-AE164B1ECB43}" type="pres">
      <dgm:prSet presAssocID="{61F65D28-B774-4F4D-9CC1-2B4238D15ED3}" presName="srcNode" presStyleLbl="node1" presStyleIdx="0" presStyleCnt="3"/>
      <dgm:spPr/>
    </dgm:pt>
    <dgm:pt modelId="{7BEE2342-CD07-4234-A375-26CE2301BC55}" type="pres">
      <dgm:prSet presAssocID="{61F65D28-B774-4F4D-9CC1-2B4238D15ED3}" presName="conn" presStyleLbl="parChTrans1D2" presStyleIdx="0" presStyleCnt="1"/>
      <dgm:spPr/>
    </dgm:pt>
    <dgm:pt modelId="{7CA9C062-F303-490C-AB6A-BA9094108345}" type="pres">
      <dgm:prSet presAssocID="{61F65D28-B774-4F4D-9CC1-2B4238D15ED3}" presName="extraNode" presStyleLbl="node1" presStyleIdx="0" presStyleCnt="3"/>
      <dgm:spPr/>
    </dgm:pt>
    <dgm:pt modelId="{7D5076E1-C476-4EC9-92C8-5210FB6944C7}" type="pres">
      <dgm:prSet presAssocID="{61F65D28-B774-4F4D-9CC1-2B4238D15ED3}" presName="dstNode" presStyleLbl="node1" presStyleIdx="0" presStyleCnt="3"/>
      <dgm:spPr/>
    </dgm:pt>
    <dgm:pt modelId="{23DBB44F-6131-4E3A-8354-7475904496C0}" type="pres">
      <dgm:prSet presAssocID="{85521D05-5843-45B3-AE75-E4BFD2CA0075}" presName="text_1" presStyleLbl="node1" presStyleIdx="0" presStyleCnt="3">
        <dgm:presLayoutVars>
          <dgm:bulletEnabled val="1"/>
        </dgm:presLayoutVars>
      </dgm:prSet>
      <dgm:spPr/>
    </dgm:pt>
    <dgm:pt modelId="{5F86CBC6-4FF5-480D-B706-7985CDC99DC2}" type="pres">
      <dgm:prSet presAssocID="{85521D05-5843-45B3-AE75-E4BFD2CA0075}" presName="accent_1" presStyleCnt="0"/>
      <dgm:spPr/>
    </dgm:pt>
    <dgm:pt modelId="{79E8F1FD-DE42-4B62-A7FC-04975C6C7F01}" type="pres">
      <dgm:prSet presAssocID="{85521D05-5843-45B3-AE75-E4BFD2CA0075}" presName="accentRepeatNode" presStyleLbl="solidFgAcc1" presStyleIdx="0" presStyleCnt="3"/>
      <dgm:spPr/>
    </dgm:pt>
    <dgm:pt modelId="{F5181F83-265F-4453-AA5B-4984297767AC}" type="pres">
      <dgm:prSet presAssocID="{E3311D7D-021B-466F-8183-3C70528AFE61}" presName="text_2" presStyleLbl="node1" presStyleIdx="1" presStyleCnt="3">
        <dgm:presLayoutVars>
          <dgm:bulletEnabled val="1"/>
        </dgm:presLayoutVars>
      </dgm:prSet>
      <dgm:spPr/>
    </dgm:pt>
    <dgm:pt modelId="{9CA50CDA-8F05-4354-A75D-842B7B0C9900}" type="pres">
      <dgm:prSet presAssocID="{E3311D7D-021B-466F-8183-3C70528AFE61}" presName="accent_2" presStyleCnt="0"/>
      <dgm:spPr/>
    </dgm:pt>
    <dgm:pt modelId="{4AD3371C-0AB4-45CB-ABE5-CC3BFEE19AA6}" type="pres">
      <dgm:prSet presAssocID="{E3311D7D-021B-466F-8183-3C70528AFE61}" presName="accentRepeatNode" presStyleLbl="solidFgAcc1" presStyleIdx="1" presStyleCnt="3"/>
      <dgm:spPr/>
    </dgm:pt>
    <dgm:pt modelId="{89228107-7147-41BE-A3C6-ABAEC590FC2C}" type="pres">
      <dgm:prSet presAssocID="{DAB70256-9F78-4967-8E87-52BCA93D953A}" presName="text_3" presStyleLbl="node1" presStyleIdx="2" presStyleCnt="3">
        <dgm:presLayoutVars>
          <dgm:bulletEnabled val="1"/>
        </dgm:presLayoutVars>
      </dgm:prSet>
      <dgm:spPr/>
    </dgm:pt>
    <dgm:pt modelId="{6CB67810-68BD-4E9C-99E8-5FBB9F8BC63C}" type="pres">
      <dgm:prSet presAssocID="{DAB70256-9F78-4967-8E87-52BCA93D953A}" presName="accent_3" presStyleCnt="0"/>
      <dgm:spPr/>
    </dgm:pt>
    <dgm:pt modelId="{12206238-7B00-4C61-913F-3A099DECF3DA}" type="pres">
      <dgm:prSet presAssocID="{DAB70256-9F78-4967-8E87-52BCA93D953A}" presName="accentRepeatNode" presStyleLbl="solidFgAcc1" presStyleIdx="2" presStyleCnt="3"/>
      <dgm:spPr/>
    </dgm:pt>
  </dgm:ptLst>
  <dgm:cxnLst>
    <dgm:cxn modelId="{D1C89B09-C73B-4F2E-BAFC-7FAEB50E8145}" srcId="{61F65D28-B774-4F4D-9CC1-2B4238D15ED3}" destId="{85521D05-5843-45B3-AE75-E4BFD2CA0075}" srcOrd="0" destOrd="0" parTransId="{51AD21D5-1316-47A5-9B0C-F7461C61DC78}" sibTransId="{8DF07107-9C39-40A1-9539-763D647DF17C}"/>
    <dgm:cxn modelId="{181E7D45-B50F-4E1C-B944-3425461EED23}" type="presOf" srcId="{DAB70256-9F78-4967-8E87-52BCA93D953A}" destId="{89228107-7147-41BE-A3C6-ABAEC590FC2C}" srcOrd="0" destOrd="0" presId="urn:microsoft.com/office/officeart/2008/layout/VerticalCurvedList"/>
    <dgm:cxn modelId="{F7BB6D52-3049-4818-A3E5-A760B02231A6}" type="presOf" srcId="{E3311D7D-021B-466F-8183-3C70528AFE61}" destId="{F5181F83-265F-4453-AA5B-4984297767AC}" srcOrd="0" destOrd="0" presId="urn:microsoft.com/office/officeart/2008/layout/VerticalCurvedList"/>
    <dgm:cxn modelId="{D3B28287-0034-4F08-8897-8C2AC29081A9}" srcId="{61F65D28-B774-4F4D-9CC1-2B4238D15ED3}" destId="{E3311D7D-021B-466F-8183-3C70528AFE61}" srcOrd="1" destOrd="0" parTransId="{EAF64727-4740-4FE6-BEA4-6F2A3AA8D28E}" sibTransId="{5841CB5F-081E-4F22-B926-E21834159ECE}"/>
    <dgm:cxn modelId="{5F0F3EAE-69D2-4B33-8EDD-2C211A66C9AB}" type="presOf" srcId="{61F65D28-B774-4F4D-9CC1-2B4238D15ED3}" destId="{233AC167-D521-4803-A29B-784E92522B6B}" srcOrd="0" destOrd="0" presId="urn:microsoft.com/office/officeart/2008/layout/VerticalCurvedList"/>
    <dgm:cxn modelId="{7048E7B7-1E41-46AD-9DD9-9436475A033C}" type="presOf" srcId="{8DF07107-9C39-40A1-9539-763D647DF17C}" destId="{7BEE2342-CD07-4234-A375-26CE2301BC55}" srcOrd="0" destOrd="0" presId="urn:microsoft.com/office/officeart/2008/layout/VerticalCurvedList"/>
    <dgm:cxn modelId="{91E911B9-5A48-40C1-B94E-9DEBDACCBA16}" type="presOf" srcId="{85521D05-5843-45B3-AE75-E4BFD2CA0075}" destId="{23DBB44F-6131-4E3A-8354-7475904496C0}" srcOrd="0" destOrd="0" presId="urn:microsoft.com/office/officeart/2008/layout/VerticalCurvedList"/>
    <dgm:cxn modelId="{A3DAA6CF-B668-481D-BDD7-899E645D2A43}" srcId="{61F65D28-B774-4F4D-9CC1-2B4238D15ED3}" destId="{DAB70256-9F78-4967-8E87-52BCA93D953A}" srcOrd="2" destOrd="0" parTransId="{7B029AD1-FCA6-40D8-9A83-1B0522895334}" sibTransId="{14F82968-D9A9-4D36-BB23-68EB9F870DD6}"/>
    <dgm:cxn modelId="{4794D70A-0CA7-4520-BB9B-DAC4DB534093}" type="presParOf" srcId="{233AC167-D521-4803-A29B-784E92522B6B}" destId="{C9B045B0-9F8E-4119-9A90-AD22660F8CF7}" srcOrd="0" destOrd="0" presId="urn:microsoft.com/office/officeart/2008/layout/VerticalCurvedList"/>
    <dgm:cxn modelId="{34B355C0-8C55-45EF-B66F-E9015E270223}" type="presParOf" srcId="{C9B045B0-9F8E-4119-9A90-AD22660F8CF7}" destId="{7269422E-36D1-48F9-A619-C11E806325AF}" srcOrd="0" destOrd="0" presId="urn:microsoft.com/office/officeart/2008/layout/VerticalCurvedList"/>
    <dgm:cxn modelId="{FB02511E-773F-4BB2-8442-E8BB1991ACD7}" type="presParOf" srcId="{7269422E-36D1-48F9-A619-C11E806325AF}" destId="{3EB9036C-6D3C-4870-91B0-AE164B1ECB43}" srcOrd="0" destOrd="0" presId="urn:microsoft.com/office/officeart/2008/layout/VerticalCurvedList"/>
    <dgm:cxn modelId="{BB2B1149-143B-411F-B6DE-AD1804D8D7F6}" type="presParOf" srcId="{7269422E-36D1-48F9-A619-C11E806325AF}" destId="{7BEE2342-CD07-4234-A375-26CE2301BC55}" srcOrd="1" destOrd="0" presId="urn:microsoft.com/office/officeart/2008/layout/VerticalCurvedList"/>
    <dgm:cxn modelId="{862B2592-E454-43C3-82C1-C563ABCE930C}" type="presParOf" srcId="{7269422E-36D1-48F9-A619-C11E806325AF}" destId="{7CA9C062-F303-490C-AB6A-BA9094108345}" srcOrd="2" destOrd="0" presId="urn:microsoft.com/office/officeart/2008/layout/VerticalCurvedList"/>
    <dgm:cxn modelId="{84F34E44-32C0-4531-86DE-3D4A0B566D98}" type="presParOf" srcId="{7269422E-36D1-48F9-A619-C11E806325AF}" destId="{7D5076E1-C476-4EC9-92C8-5210FB6944C7}" srcOrd="3" destOrd="0" presId="urn:microsoft.com/office/officeart/2008/layout/VerticalCurvedList"/>
    <dgm:cxn modelId="{230D20CA-94B2-413E-869B-C6D5BA6AAD58}" type="presParOf" srcId="{C9B045B0-9F8E-4119-9A90-AD22660F8CF7}" destId="{23DBB44F-6131-4E3A-8354-7475904496C0}" srcOrd="1" destOrd="0" presId="urn:microsoft.com/office/officeart/2008/layout/VerticalCurvedList"/>
    <dgm:cxn modelId="{D8CEDBEE-C58F-49CC-B910-880294A1C054}" type="presParOf" srcId="{C9B045B0-9F8E-4119-9A90-AD22660F8CF7}" destId="{5F86CBC6-4FF5-480D-B706-7985CDC99DC2}" srcOrd="2" destOrd="0" presId="urn:microsoft.com/office/officeart/2008/layout/VerticalCurvedList"/>
    <dgm:cxn modelId="{D8A53437-A745-42DB-8C5D-776038060DA8}" type="presParOf" srcId="{5F86CBC6-4FF5-480D-B706-7985CDC99DC2}" destId="{79E8F1FD-DE42-4B62-A7FC-04975C6C7F01}" srcOrd="0" destOrd="0" presId="urn:microsoft.com/office/officeart/2008/layout/VerticalCurvedList"/>
    <dgm:cxn modelId="{5CAF4B73-39BA-4726-9200-B8B74653F7E7}" type="presParOf" srcId="{C9B045B0-9F8E-4119-9A90-AD22660F8CF7}" destId="{F5181F83-265F-4453-AA5B-4984297767AC}" srcOrd="3" destOrd="0" presId="urn:microsoft.com/office/officeart/2008/layout/VerticalCurvedList"/>
    <dgm:cxn modelId="{D3B39EAC-38B2-4E32-9EB4-78EA73653FE2}" type="presParOf" srcId="{C9B045B0-9F8E-4119-9A90-AD22660F8CF7}" destId="{9CA50CDA-8F05-4354-A75D-842B7B0C9900}" srcOrd="4" destOrd="0" presId="urn:microsoft.com/office/officeart/2008/layout/VerticalCurvedList"/>
    <dgm:cxn modelId="{0808B0E7-30DF-4728-8CAC-4205BC05DB2A}" type="presParOf" srcId="{9CA50CDA-8F05-4354-A75D-842B7B0C9900}" destId="{4AD3371C-0AB4-45CB-ABE5-CC3BFEE19AA6}" srcOrd="0" destOrd="0" presId="urn:microsoft.com/office/officeart/2008/layout/VerticalCurvedList"/>
    <dgm:cxn modelId="{9E754DDC-26DB-47AE-A26F-03BFCA8666C8}" type="presParOf" srcId="{C9B045B0-9F8E-4119-9A90-AD22660F8CF7}" destId="{89228107-7147-41BE-A3C6-ABAEC590FC2C}" srcOrd="5" destOrd="0" presId="urn:microsoft.com/office/officeart/2008/layout/VerticalCurvedList"/>
    <dgm:cxn modelId="{E35C7532-E08B-4FA7-89A4-61B8B80C3341}" type="presParOf" srcId="{C9B045B0-9F8E-4119-9A90-AD22660F8CF7}" destId="{6CB67810-68BD-4E9C-99E8-5FBB9F8BC63C}" srcOrd="6" destOrd="0" presId="urn:microsoft.com/office/officeart/2008/layout/VerticalCurvedList"/>
    <dgm:cxn modelId="{6781CF1B-4745-4F52-A647-4889C1A0D1BB}" type="presParOf" srcId="{6CB67810-68BD-4E9C-99E8-5FBB9F8BC63C}" destId="{12206238-7B00-4C61-913F-3A099DECF3DA}"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E4CE1C3-89FA-4592-AA17-2C5EB670C8FB}" type="doc">
      <dgm:prSet loTypeId="urn:microsoft.com/office/officeart/2008/layout/VerticalCurvedList" loCatId="list" qsTypeId="urn:microsoft.com/office/officeart/2005/8/quickstyle/simple1" qsCatId="simple" csTypeId="urn:microsoft.com/office/officeart/2005/8/colors/accent4_2" csCatId="accent4" phldr="1"/>
      <dgm:spPr/>
      <dgm:t>
        <a:bodyPr/>
        <a:lstStyle/>
        <a:p>
          <a:endParaRPr lang="en-US"/>
        </a:p>
      </dgm:t>
    </dgm:pt>
    <dgm:pt modelId="{480FEC68-9E5E-4BDE-8265-A11E94291929}">
      <dgm:prSet phldrT="[Text]" phldr="0" custT="1"/>
      <dgm:spPr/>
      <dgm:t>
        <a:bodyPr/>
        <a:lstStyle/>
        <a:p>
          <a:r>
            <a:rPr lang="en-US" sz="2400" dirty="0"/>
            <a:t>Small Dataset</a:t>
          </a:r>
        </a:p>
      </dgm:t>
    </dgm:pt>
    <dgm:pt modelId="{85E2FB58-0D51-4DF5-9EEA-5C6F82DE72CD}" type="parTrans" cxnId="{BDC6DA74-4A8F-4C43-B835-08F15ED068CC}">
      <dgm:prSet/>
      <dgm:spPr/>
      <dgm:t>
        <a:bodyPr/>
        <a:lstStyle/>
        <a:p>
          <a:endParaRPr lang="en-US"/>
        </a:p>
      </dgm:t>
    </dgm:pt>
    <dgm:pt modelId="{DF1785A0-DF7A-4394-8D97-554D9E2157AF}" type="sibTrans" cxnId="{BDC6DA74-4A8F-4C43-B835-08F15ED068CC}">
      <dgm:prSet/>
      <dgm:spPr/>
      <dgm:t>
        <a:bodyPr/>
        <a:lstStyle/>
        <a:p>
          <a:endParaRPr lang="en-US"/>
        </a:p>
      </dgm:t>
    </dgm:pt>
    <dgm:pt modelId="{4C6AF852-94F7-457C-B2BE-8279649309D9}">
      <dgm:prSet phldrT="[Text]" phldr="0" custT="1"/>
      <dgm:spPr/>
      <dgm:t>
        <a:bodyPr/>
        <a:lstStyle/>
        <a:p>
          <a:r>
            <a:rPr lang="en-US" sz="2300" dirty="0"/>
            <a:t>Missing Contextual Data</a:t>
          </a:r>
        </a:p>
      </dgm:t>
    </dgm:pt>
    <dgm:pt modelId="{754483A0-F1ED-432F-BB7C-CEC54191DA0D}" type="parTrans" cxnId="{28F176FD-90EB-4E9C-9FC8-EBA300368CDE}">
      <dgm:prSet/>
      <dgm:spPr/>
      <dgm:t>
        <a:bodyPr/>
        <a:lstStyle/>
        <a:p>
          <a:endParaRPr lang="en-US"/>
        </a:p>
      </dgm:t>
    </dgm:pt>
    <dgm:pt modelId="{857D2221-B8C5-4466-B7D2-76FC10636D99}" type="sibTrans" cxnId="{28F176FD-90EB-4E9C-9FC8-EBA300368CDE}">
      <dgm:prSet/>
      <dgm:spPr/>
      <dgm:t>
        <a:bodyPr/>
        <a:lstStyle/>
        <a:p>
          <a:endParaRPr lang="en-US"/>
        </a:p>
      </dgm:t>
    </dgm:pt>
    <dgm:pt modelId="{7745F1FB-5F03-4628-A420-F020DF54788B}">
      <dgm:prSet phldrT="[Text]" phldr="0"/>
      <dgm:spPr/>
      <dgm:t>
        <a:bodyPr/>
        <a:lstStyle/>
        <a:p>
          <a:r>
            <a:rPr lang="en-US" dirty="0"/>
            <a:t>Challenges with Derived Attributes</a:t>
          </a:r>
        </a:p>
      </dgm:t>
    </dgm:pt>
    <dgm:pt modelId="{678A3027-C24E-4E5C-BB10-E6D91F7AF7D4}" type="sibTrans" cxnId="{077CF894-1F80-4D2B-B921-D3D12E4F6DFC}">
      <dgm:prSet/>
      <dgm:spPr/>
      <dgm:t>
        <a:bodyPr/>
        <a:lstStyle/>
        <a:p>
          <a:endParaRPr lang="en-US"/>
        </a:p>
      </dgm:t>
    </dgm:pt>
    <dgm:pt modelId="{F9DCB5DE-0BF0-4E18-A963-E16369435998}" type="parTrans" cxnId="{077CF894-1F80-4D2B-B921-D3D12E4F6DFC}">
      <dgm:prSet/>
      <dgm:spPr/>
      <dgm:t>
        <a:bodyPr/>
        <a:lstStyle/>
        <a:p>
          <a:endParaRPr lang="en-US"/>
        </a:p>
      </dgm:t>
    </dgm:pt>
    <dgm:pt modelId="{ADB5870A-D9DE-4B33-BD9F-52EEDD324136}" type="pres">
      <dgm:prSet presAssocID="{3E4CE1C3-89FA-4592-AA17-2C5EB670C8FB}" presName="Name0" presStyleCnt="0">
        <dgm:presLayoutVars>
          <dgm:chMax val="7"/>
          <dgm:chPref val="7"/>
          <dgm:dir/>
        </dgm:presLayoutVars>
      </dgm:prSet>
      <dgm:spPr/>
    </dgm:pt>
    <dgm:pt modelId="{BF0DF9B2-8266-4693-BC3B-7DA7561ADE7E}" type="pres">
      <dgm:prSet presAssocID="{3E4CE1C3-89FA-4592-AA17-2C5EB670C8FB}" presName="Name1" presStyleCnt="0"/>
      <dgm:spPr/>
    </dgm:pt>
    <dgm:pt modelId="{DEC77C72-094A-42A4-ADBB-7FCCDAD82995}" type="pres">
      <dgm:prSet presAssocID="{3E4CE1C3-89FA-4592-AA17-2C5EB670C8FB}" presName="cycle" presStyleCnt="0"/>
      <dgm:spPr/>
    </dgm:pt>
    <dgm:pt modelId="{F32CC695-8011-4359-AE4D-96E55D8F94C6}" type="pres">
      <dgm:prSet presAssocID="{3E4CE1C3-89FA-4592-AA17-2C5EB670C8FB}" presName="srcNode" presStyleLbl="node1" presStyleIdx="0" presStyleCnt="3"/>
      <dgm:spPr/>
    </dgm:pt>
    <dgm:pt modelId="{4D6C6187-5E01-4E04-B6AB-2BDE65DBFD12}" type="pres">
      <dgm:prSet presAssocID="{3E4CE1C3-89FA-4592-AA17-2C5EB670C8FB}" presName="conn" presStyleLbl="parChTrans1D2" presStyleIdx="0" presStyleCnt="1"/>
      <dgm:spPr/>
    </dgm:pt>
    <dgm:pt modelId="{E9A01E38-E751-49FA-BA2F-F568C1A7CC9C}" type="pres">
      <dgm:prSet presAssocID="{3E4CE1C3-89FA-4592-AA17-2C5EB670C8FB}" presName="extraNode" presStyleLbl="node1" presStyleIdx="0" presStyleCnt="3"/>
      <dgm:spPr/>
    </dgm:pt>
    <dgm:pt modelId="{AE484B7B-1B3A-4504-B7B9-55873B3143F0}" type="pres">
      <dgm:prSet presAssocID="{3E4CE1C3-89FA-4592-AA17-2C5EB670C8FB}" presName="dstNode" presStyleLbl="node1" presStyleIdx="0" presStyleCnt="3"/>
      <dgm:spPr/>
    </dgm:pt>
    <dgm:pt modelId="{1A962971-7791-4752-B58B-603D82A1DEBC}" type="pres">
      <dgm:prSet presAssocID="{480FEC68-9E5E-4BDE-8265-A11E94291929}" presName="text_1" presStyleLbl="node1" presStyleIdx="0" presStyleCnt="3">
        <dgm:presLayoutVars>
          <dgm:bulletEnabled val="1"/>
        </dgm:presLayoutVars>
      </dgm:prSet>
      <dgm:spPr/>
    </dgm:pt>
    <dgm:pt modelId="{20128181-ABC8-4071-B1CB-10396E59A287}" type="pres">
      <dgm:prSet presAssocID="{480FEC68-9E5E-4BDE-8265-A11E94291929}" presName="accent_1" presStyleCnt="0"/>
      <dgm:spPr/>
    </dgm:pt>
    <dgm:pt modelId="{FDB02009-68B0-4F8A-9B52-4CC6DAFEF662}" type="pres">
      <dgm:prSet presAssocID="{480FEC68-9E5E-4BDE-8265-A11E94291929}" presName="accentRepeatNode" presStyleLbl="solidFgAcc1" presStyleIdx="0" presStyleCnt="3"/>
      <dgm:spPr/>
    </dgm:pt>
    <dgm:pt modelId="{DA827153-4FC9-4752-B569-4439865ECB1F}" type="pres">
      <dgm:prSet presAssocID="{4C6AF852-94F7-457C-B2BE-8279649309D9}" presName="text_2" presStyleLbl="node1" presStyleIdx="1" presStyleCnt="3">
        <dgm:presLayoutVars>
          <dgm:bulletEnabled val="1"/>
        </dgm:presLayoutVars>
      </dgm:prSet>
      <dgm:spPr/>
    </dgm:pt>
    <dgm:pt modelId="{497C4081-63B4-4F6D-BAFE-9E1072EC0663}" type="pres">
      <dgm:prSet presAssocID="{4C6AF852-94F7-457C-B2BE-8279649309D9}" presName="accent_2" presStyleCnt="0"/>
      <dgm:spPr/>
    </dgm:pt>
    <dgm:pt modelId="{B8FE4DD7-8EE9-4BCE-BDDD-448B4FA6F0C7}" type="pres">
      <dgm:prSet presAssocID="{4C6AF852-94F7-457C-B2BE-8279649309D9}" presName="accentRepeatNode" presStyleLbl="solidFgAcc1" presStyleIdx="1" presStyleCnt="3"/>
      <dgm:spPr/>
    </dgm:pt>
    <dgm:pt modelId="{B815808B-988F-40D0-B4B4-EAE3D6C17100}" type="pres">
      <dgm:prSet presAssocID="{7745F1FB-5F03-4628-A420-F020DF54788B}" presName="text_3" presStyleLbl="node1" presStyleIdx="2" presStyleCnt="3">
        <dgm:presLayoutVars>
          <dgm:bulletEnabled val="1"/>
        </dgm:presLayoutVars>
      </dgm:prSet>
      <dgm:spPr/>
    </dgm:pt>
    <dgm:pt modelId="{3E4D13E6-711F-402C-A675-821E894AF711}" type="pres">
      <dgm:prSet presAssocID="{7745F1FB-5F03-4628-A420-F020DF54788B}" presName="accent_3" presStyleCnt="0"/>
      <dgm:spPr/>
    </dgm:pt>
    <dgm:pt modelId="{A6DCA587-D663-4737-8BFD-F82FB70E6FFB}" type="pres">
      <dgm:prSet presAssocID="{7745F1FB-5F03-4628-A420-F020DF54788B}" presName="accentRepeatNode" presStyleLbl="solidFgAcc1" presStyleIdx="2" presStyleCnt="3"/>
      <dgm:spPr/>
    </dgm:pt>
  </dgm:ptLst>
  <dgm:cxnLst>
    <dgm:cxn modelId="{E229540F-9843-431E-A508-2BB0E01A4255}" type="presOf" srcId="{480FEC68-9E5E-4BDE-8265-A11E94291929}" destId="{1A962971-7791-4752-B58B-603D82A1DEBC}" srcOrd="0" destOrd="0" presId="urn:microsoft.com/office/officeart/2008/layout/VerticalCurvedList"/>
    <dgm:cxn modelId="{2C209C41-1D79-4548-B949-6EDAA490B233}" type="presOf" srcId="{DF1785A0-DF7A-4394-8D97-554D9E2157AF}" destId="{4D6C6187-5E01-4E04-B6AB-2BDE65DBFD12}" srcOrd="0" destOrd="0" presId="urn:microsoft.com/office/officeart/2008/layout/VerticalCurvedList"/>
    <dgm:cxn modelId="{7A1CFF45-213D-44CC-BD35-038497941635}" type="presOf" srcId="{7745F1FB-5F03-4628-A420-F020DF54788B}" destId="{B815808B-988F-40D0-B4B4-EAE3D6C17100}" srcOrd="0" destOrd="0" presId="urn:microsoft.com/office/officeart/2008/layout/VerticalCurvedList"/>
    <dgm:cxn modelId="{BDC6DA74-4A8F-4C43-B835-08F15ED068CC}" srcId="{3E4CE1C3-89FA-4592-AA17-2C5EB670C8FB}" destId="{480FEC68-9E5E-4BDE-8265-A11E94291929}" srcOrd="0" destOrd="0" parTransId="{85E2FB58-0D51-4DF5-9EEA-5C6F82DE72CD}" sibTransId="{DF1785A0-DF7A-4394-8D97-554D9E2157AF}"/>
    <dgm:cxn modelId="{077CF894-1F80-4D2B-B921-D3D12E4F6DFC}" srcId="{3E4CE1C3-89FA-4592-AA17-2C5EB670C8FB}" destId="{7745F1FB-5F03-4628-A420-F020DF54788B}" srcOrd="2" destOrd="0" parTransId="{F9DCB5DE-0BF0-4E18-A963-E16369435998}" sibTransId="{678A3027-C24E-4E5C-BB10-E6D91F7AF7D4}"/>
    <dgm:cxn modelId="{800E9097-391E-4A1B-9A08-EDF4AA1D4A1F}" type="presOf" srcId="{4C6AF852-94F7-457C-B2BE-8279649309D9}" destId="{DA827153-4FC9-4752-B569-4439865ECB1F}" srcOrd="0" destOrd="0" presId="urn:microsoft.com/office/officeart/2008/layout/VerticalCurvedList"/>
    <dgm:cxn modelId="{B87E5E9B-AD8B-4A23-8A74-3F3EDB176A24}" type="presOf" srcId="{3E4CE1C3-89FA-4592-AA17-2C5EB670C8FB}" destId="{ADB5870A-D9DE-4B33-BD9F-52EEDD324136}" srcOrd="0" destOrd="0" presId="urn:microsoft.com/office/officeart/2008/layout/VerticalCurvedList"/>
    <dgm:cxn modelId="{28F176FD-90EB-4E9C-9FC8-EBA300368CDE}" srcId="{3E4CE1C3-89FA-4592-AA17-2C5EB670C8FB}" destId="{4C6AF852-94F7-457C-B2BE-8279649309D9}" srcOrd="1" destOrd="0" parTransId="{754483A0-F1ED-432F-BB7C-CEC54191DA0D}" sibTransId="{857D2221-B8C5-4466-B7D2-76FC10636D99}"/>
    <dgm:cxn modelId="{4BA62D0F-5B4E-4B07-8891-3F2F35DF2D75}" type="presParOf" srcId="{ADB5870A-D9DE-4B33-BD9F-52EEDD324136}" destId="{BF0DF9B2-8266-4693-BC3B-7DA7561ADE7E}" srcOrd="0" destOrd="0" presId="urn:microsoft.com/office/officeart/2008/layout/VerticalCurvedList"/>
    <dgm:cxn modelId="{CD13D74E-548C-4F2D-9525-B65662F3765E}" type="presParOf" srcId="{BF0DF9B2-8266-4693-BC3B-7DA7561ADE7E}" destId="{DEC77C72-094A-42A4-ADBB-7FCCDAD82995}" srcOrd="0" destOrd="0" presId="urn:microsoft.com/office/officeart/2008/layout/VerticalCurvedList"/>
    <dgm:cxn modelId="{E9EF75E3-F4AE-421F-A9D1-708E74DF8EAD}" type="presParOf" srcId="{DEC77C72-094A-42A4-ADBB-7FCCDAD82995}" destId="{F32CC695-8011-4359-AE4D-96E55D8F94C6}" srcOrd="0" destOrd="0" presId="urn:microsoft.com/office/officeart/2008/layout/VerticalCurvedList"/>
    <dgm:cxn modelId="{2FE69F00-227F-4390-B4B7-2181F4EEB287}" type="presParOf" srcId="{DEC77C72-094A-42A4-ADBB-7FCCDAD82995}" destId="{4D6C6187-5E01-4E04-B6AB-2BDE65DBFD12}" srcOrd="1" destOrd="0" presId="urn:microsoft.com/office/officeart/2008/layout/VerticalCurvedList"/>
    <dgm:cxn modelId="{7D9DCAE3-4219-4424-B4AA-6020F63C3B99}" type="presParOf" srcId="{DEC77C72-094A-42A4-ADBB-7FCCDAD82995}" destId="{E9A01E38-E751-49FA-BA2F-F568C1A7CC9C}" srcOrd="2" destOrd="0" presId="urn:microsoft.com/office/officeart/2008/layout/VerticalCurvedList"/>
    <dgm:cxn modelId="{0A3722A0-5E15-4895-AE81-7B7756E46FE3}" type="presParOf" srcId="{DEC77C72-094A-42A4-ADBB-7FCCDAD82995}" destId="{AE484B7B-1B3A-4504-B7B9-55873B3143F0}" srcOrd="3" destOrd="0" presId="urn:microsoft.com/office/officeart/2008/layout/VerticalCurvedList"/>
    <dgm:cxn modelId="{0B016CA0-2080-4C8E-A560-F6FF73D3B980}" type="presParOf" srcId="{BF0DF9B2-8266-4693-BC3B-7DA7561ADE7E}" destId="{1A962971-7791-4752-B58B-603D82A1DEBC}" srcOrd="1" destOrd="0" presId="urn:microsoft.com/office/officeart/2008/layout/VerticalCurvedList"/>
    <dgm:cxn modelId="{67CD772B-0D74-4D08-B79D-A97E9C6A2636}" type="presParOf" srcId="{BF0DF9B2-8266-4693-BC3B-7DA7561ADE7E}" destId="{20128181-ABC8-4071-B1CB-10396E59A287}" srcOrd="2" destOrd="0" presId="urn:microsoft.com/office/officeart/2008/layout/VerticalCurvedList"/>
    <dgm:cxn modelId="{E1767F2F-A042-42DA-BA44-818517E20EA7}" type="presParOf" srcId="{20128181-ABC8-4071-B1CB-10396E59A287}" destId="{FDB02009-68B0-4F8A-9B52-4CC6DAFEF662}" srcOrd="0" destOrd="0" presId="urn:microsoft.com/office/officeart/2008/layout/VerticalCurvedList"/>
    <dgm:cxn modelId="{09513B15-7CDD-46B9-9EC4-0AC1DBEE98F7}" type="presParOf" srcId="{BF0DF9B2-8266-4693-BC3B-7DA7561ADE7E}" destId="{DA827153-4FC9-4752-B569-4439865ECB1F}" srcOrd="3" destOrd="0" presId="urn:microsoft.com/office/officeart/2008/layout/VerticalCurvedList"/>
    <dgm:cxn modelId="{ACB8F212-7FD9-4384-A64B-B1A79C2ED804}" type="presParOf" srcId="{BF0DF9B2-8266-4693-BC3B-7DA7561ADE7E}" destId="{497C4081-63B4-4F6D-BAFE-9E1072EC0663}" srcOrd="4" destOrd="0" presId="urn:microsoft.com/office/officeart/2008/layout/VerticalCurvedList"/>
    <dgm:cxn modelId="{20CBC32E-67C7-4775-94A2-3BDAD76460E3}" type="presParOf" srcId="{497C4081-63B4-4F6D-BAFE-9E1072EC0663}" destId="{B8FE4DD7-8EE9-4BCE-BDDD-448B4FA6F0C7}" srcOrd="0" destOrd="0" presId="urn:microsoft.com/office/officeart/2008/layout/VerticalCurvedList"/>
    <dgm:cxn modelId="{60579AE6-C169-45F7-A100-282BDAC8CC62}" type="presParOf" srcId="{BF0DF9B2-8266-4693-BC3B-7DA7561ADE7E}" destId="{B815808B-988F-40D0-B4B4-EAE3D6C17100}" srcOrd="5" destOrd="0" presId="urn:microsoft.com/office/officeart/2008/layout/VerticalCurvedList"/>
    <dgm:cxn modelId="{16564420-0335-4D1A-89B9-874D8C676F45}" type="presParOf" srcId="{BF0DF9B2-8266-4693-BC3B-7DA7561ADE7E}" destId="{3E4D13E6-711F-402C-A675-821E894AF711}" srcOrd="6" destOrd="0" presId="urn:microsoft.com/office/officeart/2008/layout/VerticalCurvedList"/>
    <dgm:cxn modelId="{CD2F31F5-90A9-46AD-912E-7770D337AE21}" type="presParOf" srcId="{3E4D13E6-711F-402C-A675-821E894AF711}" destId="{A6DCA587-D663-4737-8BFD-F82FB70E6FFB}"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2B433F44-0316-496B-A52A-EDAD1E32031E}" type="doc">
      <dgm:prSet loTypeId="urn:microsoft.com/office/officeart/2008/layout/PictureStrips" loCatId="picture" qsTypeId="urn:microsoft.com/office/officeart/2005/8/quickstyle/simple2" qsCatId="simple" csTypeId="urn:microsoft.com/office/officeart/2005/8/colors/accent4_4" csCatId="accent4" phldr="1"/>
      <dgm:spPr/>
      <dgm:t>
        <a:bodyPr/>
        <a:lstStyle/>
        <a:p>
          <a:endParaRPr lang="en-US"/>
        </a:p>
      </dgm:t>
    </dgm:pt>
    <dgm:pt modelId="{A96D6FC6-0D48-4B0B-83A6-F33099CE0A08}">
      <dgm:prSet phldrT="[Text]" phldr="0"/>
      <dgm:spPr/>
      <dgm:t>
        <a:bodyPr/>
        <a:lstStyle/>
        <a:p>
          <a:r>
            <a:rPr lang="en-US" dirty="0"/>
            <a:t>Collect More Data</a:t>
          </a:r>
        </a:p>
      </dgm:t>
    </dgm:pt>
    <dgm:pt modelId="{3D6FFA8B-CE2C-4605-9A44-25BC561E59BA}" type="parTrans" cxnId="{28C57C13-8EC2-4E38-BFB7-30FF3E5B7E55}">
      <dgm:prSet/>
      <dgm:spPr/>
      <dgm:t>
        <a:bodyPr/>
        <a:lstStyle/>
        <a:p>
          <a:endParaRPr lang="en-US"/>
        </a:p>
      </dgm:t>
    </dgm:pt>
    <dgm:pt modelId="{F5F52AAD-DF6A-40E6-85B0-ED2204EE1C52}" type="sibTrans" cxnId="{28C57C13-8EC2-4E38-BFB7-30FF3E5B7E55}">
      <dgm:prSet/>
      <dgm:spPr/>
      <dgm:t>
        <a:bodyPr/>
        <a:lstStyle/>
        <a:p>
          <a:endParaRPr lang="en-US"/>
        </a:p>
      </dgm:t>
    </dgm:pt>
    <dgm:pt modelId="{0019199A-3EFD-4209-85C2-B9828BA8DD4D}">
      <dgm:prSet phldrT="[Text]" phldr="0"/>
      <dgm:spPr/>
      <dgm:t>
        <a:bodyPr/>
        <a:lstStyle/>
        <a:p>
          <a:r>
            <a:rPr lang="en-US" dirty="0"/>
            <a:t>Route Optimization</a:t>
          </a:r>
        </a:p>
      </dgm:t>
    </dgm:pt>
    <dgm:pt modelId="{D2470D31-B55E-4E9E-B047-DC1D517148FF}" type="parTrans" cxnId="{4D8A70CA-4CA2-44CE-931F-1331288B6A7C}">
      <dgm:prSet/>
      <dgm:spPr/>
      <dgm:t>
        <a:bodyPr/>
        <a:lstStyle/>
        <a:p>
          <a:endParaRPr lang="en-US"/>
        </a:p>
      </dgm:t>
    </dgm:pt>
    <dgm:pt modelId="{7A247E16-9D8A-4344-965C-5470ACBAFB2E}" type="sibTrans" cxnId="{4D8A70CA-4CA2-44CE-931F-1331288B6A7C}">
      <dgm:prSet/>
      <dgm:spPr/>
      <dgm:t>
        <a:bodyPr/>
        <a:lstStyle/>
        <a:p>
          <a:endParaRPr lang="en-US"/>
        </a:p>
      </dgm:t>
    </dgm:pt>
    <dgm:pt modelId="{F58D5BE3-60C8-4A29-8B71-B402CA841C56}">
      <dgm:prSet phldrT="[Text]" phldr="0"/>
      <dgm:spPr/>
      <dgm:t>
        <a:bodyPr/>
        <a:lstStyle/>
        <a:p>
          <a:r>
            <a:rPr lang="en-US" dirty="0"/>
            <a:t>Account for Dynamic Conditions</a:t>
          </a:r>
        </a:p>
      </dgm:t>
    </dgm:pt>
    <dgm:pt modelId="{7455EBC5-6C4B-41F7-8A49-ABE4CB380CB9}" type="parTrans" cxnId="{945E5558-00C8-459C-BCBA-64916412CF01}">
      <dgm:prSet/>
      <dgm:spPr/>
      <dgm:t>
        <a:bodyPr/>
        <a:lstStyle/>
        <a:p>
          <a:endParaRPr lang="en-US"/>
        </a:p>
      </dgm:t>
    </dgm:pt>
    <dgm:pt modelId="{A2EAE517-B720-4A44-BDB1-48AC0A263B05}" type="sibTrans" cxnId="{945E5558-00C8-459C-BCBA-64916412CF01}">
      <dgm:prSet/>
      <dgm:spPr/>
      <dgm:t>
        <a:bodyPr/>
        <a:lstStyle/>
        <a:p>
          <a:endParaRPr lang="en-US"/>
        </a:p>
      </dgm:t>
    </dgm:pt>
    <dgm:pt modelId="{1BCA1B62-41EB-4099-B550-F9FEF72B1EF1}" type="pres">
      <dgm:prSet presAssocID="{2B433F44-0316-496B-A52A-EDAD1E32031E}" presName="Name0" presStyleCnt="0">
        <dgm:presLayoutVars>
          <dgm:dir/>
          <dgm:resizeHandles val="exact"/>
        </dgm:presLayoutVars>
      </dgm:prSet>
      <dgm:spPr/>
    </dgm:pt>
    <dgm:pt modelId="{3BFCC4A1-0AF9-4459-9942-E63B3D177AB0}" type="pres">
      <dgm:prSet presAssocID="{A96D6FC6-0D48-4B0B-83A6-F33099CE0A08}" presName="composite" presStyleCnt="0"/>
      <dgm:spPr/>
    </dgm:pt>
    <dgm:pt modelId="{AB97D994-870A-4A82-A245-1F1EF2F31AE7}" type="pres">
      <dgm:prSet presAssocID="{A96D6FC6-0D48-4B0B-83A6-F33099CE0A08}" presName="rect1" presStyleLbl="trAlignAcc1" presStyleIdx="0" presStyleCnt="3">
        <dgm:presLayoutVars>
          <dgm:bulletEnabled val="1"/>
        </dgm:presLayoutVars>
      </dgm:prSet>
      <dgm:spPr/>
    </dgm:pt>
    <dgm:pt modelId="{22580AD0-2EDD-43B8-9E88-166C4DF122CE}" type="pres">
      <dgm:prSet presAssocID="{A96D6FC6-0D48-4B0B-83A6-F33099CE0A08}" presName="rect2" presStyleLbl="fgImgPlac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l="-25000" r="-25000"/>
          </a:stretch>
        </a:blipFill>
      </dgm:spPr>
      <dgm:extLst>
        <a:ext uri="{E40237B7-FDA0-4F09-8148-C483321AD2D9}">
          <dgm14:cNvPr xmlns:dgm14="http://schemas.microsoft.com/office/drawing/2010/diagram" id="0" name="" descr="Database with solid fill"/>
        </a:ext>
      </dgm:extLst>
    </dgm:pt>
    <dgm:pt modelId="{6213F435-D882-44C1-9553-8A4B25BF5BED}" type="pres">
      <dgm:prSet presAssocID="{F5F52AAD-DF6A-40E6-85B0-ED2204EE1C52}" presName="sibTrans" presStyleCnt="0"/>
      <dgm:spPr/>
    </dgm:pt>
    <dgm:pt modelId="{63FD558A-B876-4CD9-AA46-42C569F673C4}" type="pres">
      <dgm:prSet presAssocID="{0019199A-3EFD-4209-85C2-B9828BA8DD4D}" presName="composite" presStyleCnt="0"/>
      <dgm:spPr/>
    </dgm:pt>
    <dgm:pt modelId="{9E7BC419-3940-4A07-8922-E9B08257DCC6}" type="pres">
      <dgm:prSet presAssocID="{0019199A-3EFD-4209-85C2-B9828BA8DD4D}" presName="rect1" presStyleLbl="trAlignAcc1" presStyleIdx="1" presStyleCnt="3">
        <dgm:presLayoutVars>
          <dgm:bulletEnabled val="1"/>
        </dgm:presLayoutVars>
      </dgm:prSet>
      <dgm:spPr/>
    </dgm:pt>
    <dgm:pt modelId="{7C8BF911-CE23-4425-9D42-6A2677F79516}" type="pres">
      <dgm:prSet presAssocID="{0019199A-3EFD-4209-85C2-B9828BA8DD4D}" presName="rect2" presStyleLbl="fgImgPlac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l="-25000" r="-25000"/>
          </a:stretch>
        </a:blipFill>
      </dgm:spPr>
      <dgm:extLst>
        <a:ext uri="{E40237B7-FDA0-4F09-8148-C483321AD2D9}">
          <dgm14:cNvPr xmlns:dgm14="http://schemas.microsoft.com/office/drawing/2010/diagram" id="0" name="" descr="Route (Two Pins With A Path) with solid fill"/>
        </a:ext>
      </dgm:extLst>
    </dgm:pt>
    <dgm:pt modelId="{8DD8ADDD-A5F1-4789-A51F-BDEFC5C604BD}" type="pres">
      <dgm:prSet presAssocID="{7A247E16-9D8A-4344-965C-5470ACBAFB2E}" presName="sibTrans" presStyleCnt="0"/>
      <dgm:spPr/>
    </dgm:pt>
    <dgm:pt modelId="{E85541E3-A8BE-4B59-B906-F03F4D054A8D}" type="pres">
      <dgm:prSet presAssocID="{F58D5BE3-60C8-4A29-8B71-B402CA841C56}" presName="composite" presStyleCnt="0"/>
      <dgm:spPr/>
    </dgm:pt>
    <dgm:pt modelId="{0E015A7B-F094-49CE-B706-042E659A6A2B}" type="pres">
      <dgm:prSet presAssocID="{F58D5BE3-60C8-4A29-8B71-B402CA841C56}" presName="rect1" presStyleLbl="trAlignAcc1" presStyleIdx="2" presStyleCnt="3">
        <dgm:presLayoutVars>
          <dgm:bulletEnabled val="1"/>
        </dgm:presLayoutVars>
      </dgm:prSet>
      <dgm:spPr/>
    </dgm:pt>
    <dgm:pt modelId="{94B3678D-892C-441A-B302-5B07ADA21553}" type="pres">
      <dgm:prSet presAssocID="{F58D5BE3-60C8-4A29-8B71-B402CA841C56}" presName="rect2" presStyleLbl="fgImgPlac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l="-25000" r="-25000"/>
          </a:stretch>
        </a:blipFill>
      </dgm:spPr>
      <dgm:extLst>
        <a:ext uri="{E40237B7-FDA0-4F09-8148-C483321AD2D9}">
          <dgm14:cNvPr xmlns:dgm14="http://schemas.microsoft.com/office/drawing/2010/diagram" id="0" name="" descr="Gears with solid fill"/>
        </a:ext>
      </dgm:extLst>
    </dgm:pt>
  </dgm:ptLst>
  <dgm:cxnLst>
    <dgm:cxn modelId="{28C57C13-8EC2-4E38-BFB7-30FF3E5B7E55}" srcId="{2B433F44-0316-496B-A52A-EDAD1E32031E}" destId="{A96D6FC6-0D48-4B0B-83A6-F33099CE0A08}" srcOrd="0" destOrd="0" parTransId="{3D6FFA8B-CE2C-4605-9A44-25BC561E59BA}" sibTransId="{F5F52AAD-DF6A-40E6-85B0-ED2204EE1C52}"/>
    <dgm:cxn modelId="{5C4FB81A-2D37-4224-9BD3-7EFAEF644981}" type="presOf" srcId="{A96D6FC6-0D48-4B0B-83A6-F33099CE0A08}" destId="{AB97D994-870A-4A82-A245-1F1EF2F31AE7}" srcOrd="0" destOrd="0" presId="urn:microsoft.com/office/officeart/2008/layout/PictureStrips"/>
    <dgm:cxn modelId="{DA439970-28E9-4FE0-A2EA-B6746EACB7BA}" type="presOf" srcId="{2B433F44-0316-496B-A52A-EDAD1E32031E}" destId="{1BCA1B62-41EB-4099-B550-F9FEF72B1EF1}" srcOrd="0" destOrd="0" presId="urn:microsoft.com/office/officeart/2008/layout/PictureStrips"/>
    <dgm:cxn modelId="{945E5558-00C8-459C-BCBA-64916412CF01}" srcId="{2B433F44-0316-496B-A52A-EDAD1E32031E}" destId="{F58D5BE3-60C8-4A29-8B71-B402CA841C56}" srcOrd="2" destOrd="0" parTransId="{7455EBC5-6C4B-41F7-8A49-ABE4CB380CB9}" sibTransId="{A2EAE517-B720-4A44-BDB1-48AC0A263B05}"/>
    <dgm:cxn modelId="{7F100396-1849-4D09-92AF-654DB11361C2}" type="presOf" srcId="{0019199A-3EFD-4209-85C2-B9828BA8DD4D}" destId="{9E7BC419-3940-4A07-8922-E9B08257DCC6}" srcOrd="0" destOrd="0" presId="urn:microsoft.com/office/officeart/2008/layout/PictureStrips"/>
    <dgm:cxn modelId="{96EDF99F-D978-48B3-884C-7EF5E7128495}" type="presOf" srcId="{F58D5BE3-60C8-4A29-8B71-B402CA841C56}" destId="{0E015A7B-F094-49CE-B706-042E659A6A2B}" srcOrd="0" destOrd="0" presId="urn:microsoft.com/office/officeart/2008/layout/PictureStrips"/>
    <dgm:cxn modelId="{4D8A70CA-4CA2-44CE-931F-1331288B6A7C}" srcId="{2B433F44-0316-496B-A52A-EDAD1E32031E}" destId="{0019199A-3EFD-4209-85C2-B9828BA8DD4D}" srcOrd="1" destOrd="0" parTransId="{D2470D31-B55E-4E9E-B047-DC1D517148FF}" sibTransId="{7A247E16-9D8A-4344-965C-5470ACBAFB2E}"/>
    <dgm:cxn modelId="{C97C1A9A-474D-4D16-9082-BF27F68A6A09}" type="presParOf" srcId="{1BCA1B62-41EB-4099-B550-F9FEF72B1EF1}" destId="{3BFCC4A1-0AF9-4459-9942-E63B3D177AB0}" srcOrd="0" destOrd="0" presId="urn:microsoft.com/office/officeart/2008/layout/PictureStrips"/>
    <dgm:cxn modelId="{B6E1AC37-82CB-4F39-AA4D-0F04FE58EC6F}" type="presParOf" srcId="{3BFCC4A1-0AF9-4459-9942-E63B3D177AB0}" destId="{AB97D994-870A-4A82-A245-1F1EF2F31AE7}" srcOrd="0" destOrd="0" presId="urn:microsoft.com/office/officeart/2008/layout/PictureStrips"/>
    <dgm:cxn modelId="{86350D8D-BAAD-4C14-97CB-7F9434DBF8EE}" type="presParOf" srcId="{3BFCC4A1-0AF9-4459-9942-E63B3D177AB0}" destId="{22580AD0-2EDD-43B8-9E88-166C4DF122CE}" srcOrd="1" destOrd="0" presId="urn:microsoft.com/office/officeart/2008/layout/PictureStrips"/>
    <dgm:cxn modelId="{83721181-ADE8-4B71-8A90-848F64C95899}" type="presParOf" srcId="{1BCA1B62-41EB-4099-B550-F9FEF72B1EF1}" destId="{6213F435-D882-44C1-9553-8A4B25BF5BED}" srcOrd="1" destOrd="0" presId="urn:microsoft.com/office/officeart/2008/layout/PictureStrips"/>
    <dgm:cxn modelId="{984BC0DA-906D-48FA-BD7B-983F17768412}" type="presParOf" srcId="{1BCA1B62-41EB-4099-B550-F9FEF72B1EF1}" destId="{63FD558A-B876-4CD9-AA46-42C569F673C4}" srcOrd="2" destOrd="0" presId="urn:microsoft.com/office/officeart/2008/layout/PictureStrips"/>
    <dgm:cxn modelId="{B3FCF59B-D630-4C72-BBDA-FB2089DCC6C9}" type="presParOf" srcId="{63FD558A-B876-4CD9-AA46-42C569F673C4}" destId="{9E7BC419-3940-4A07-8922-E9B08257DCC6}" srcOrd="0" destOrd="0" presId="urn:microsoft.com/office/officeart/2008/layout/PictureStrips"/>
    <dgm:cxn modelId="{B4111753-6FE9-44BD-9407-C36CEF9CB27B}" type="presParOf" srcId="{63FD558A-B876-4CD9-AA46-42C569F673C4}" destId="{7C8BF911-CE23-4425-9D42-6A2677F79516}" srcOrd="1" destOrd="0" presId="urn:microsoft.com/office/officeart/2008/layout/PictureStrips"/>
    <dgm:cxn modelId="{3CEB689B-9774-4949-AFD7-639C1D642996}" type="presParOf" srcId="{1BCA1B62-41EB-4099-B550-F9FEF72B1EF1}" destId="{8DD8ADDD-A5F1-4789-A51F-BDEFC5C604BD}" srcOrd="3" destOrd="0" presId="urn:microsoft.com/office/officeart/2008/layout/PictureStrips"/>
    <dgm:cxn modelId="{92E7EC8B-020D-4E6E-9563-BB835DBCE8CF}" type="presParOf" srcId="{1BCA1B62-41EB-4099-B550-F9FEF72B1EF1}" destId="{E85541E3-A8BE-4B59-B906-F03F4D054A8D}" srcOrd="4" destOrd="0" presId="urn:microsoft.com/office/officeart/2008/layout/PictureStrips"/>
    <dgm:cxn modelId="{AC43B0A2-4D5B-493D-B9B6-6D7CD77CC743}" type="presParOf" srcId="{E85541E3-A8BE-4B59-B906-F03F4D054A8D}" destId="{0E015A7B-F094-49CE-B706-042E659A6A2B}" srcOrd="0" destOrd="0" presId="urn:microsoft.com/office/officeart/2008/layout/PictureStrips"/>
    <dgm:cxn modelId="{4FD266F5-9320-48D7-BDFD-B74ECDE205C1}" type="presParOf" srcId="{E85541E3-A8BE-4B59-B906-F03F4D054A8D}" destId="{94B3678D-892C-441A-B302-5B07ADA21553}" srcOrd="1" destOrd="0" presId="urn:microsoft.com/office/officeart/2008/layout/PictureStrips"/>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31D565B-B90E-4802-B3DD-9A37CD8F631F}" type="doc">
      <dgm:prSet loTypeId="urn:microsoft.com/office/officeart/2011/layout/Picture Frame" loCatId="picture" qsTypeId="urn:microsoft.com/office/officeart/2005/8/quickstyle/simple1" qsCatId="simple" csTypeId="urn:microsoft.com/office/officeart/2005/8/colors/accent6_4" csCatId="accent6" phldr="1"/>
      <dgm:spPr/>
      <dgm:t>
        <a:bodyPr/>
        <a:lstStyle/>
        <a:p>
          <a:endParaRPr lang="en-US"/>
        </a:p>
      </dgm:t>
    </dgm:pt>
    <dgm:pt modelId="{6250FD90-F42F-40AD-B55C-C3994F9180FA}">
      <dgm:prSet phldrT="[Text]" phldr="0"/>
      <dgm:spPr/>
      <dgm:t>
        <a:bodyPr/>
        <a:lstStyle/>
        <a:p>
          <a:r>
            <a:rPr lang="en-US" dirty="0"/>
            <a:t>Change Management Plan</a:t>
          </a:r>
        </a:p>
      </dgm:t>
    </dgm:pt>
    <dgm:pt modelId="{C2CA033A-C6CA-47B3-8BFE-C0D0C7FE2825}" type="parTrans" cxnId="{1096DFF2-EF88-4D06-801B-B2E299194D10}">
      <dgm:prSet/>
      <dgm:spPr/>
      <dgm:t>
        <a:bodyPr/>
        <a:lstStyle/>
        <a:p>
          <a:endParaRPr lang="en-US"/>
        </a:p>
      </dgm:t>
    </dgm:pt>
    <dgm:pt modelId="{DBB91B79-E559-4768-9D48-AC384EC5D4EE}" type="sibTrans" cxnId="{1096DFF2-EF88-4D06-801B-B2E299194D10}">
      <dgm:prSet/>
      <dgm:spPr/>
      <dgm:t>
        <a:bodyPr/>
        <a:lstStyle/>
        <a:p>
          <a:endParaRPr lang="en-US"/>
        </a:p>
      </dgm:t>
    </dgm:pt>
    <dgm:pt modelId="{E08AC97A-6966-4C3C-BEC5-5949CA4BAE9C}">
      <dgm:prSet phldrT="[Text]" phldr="0"/>
      <dgm:spPr/>
      <dgm:t>
        <a:bodyPr/>
        <a:lstStyle/>
        <a:p>
          <a:r>
            <a:rPr lang="en-US"/>
            <a:t>Employee Trainings</a:t>
          </a:r>
          <a:endParaRPr lang="en-US" dirty="0"/>
        </a:p>
      </dgm:t>
    </dgm:pt>
    <dgm:pt modelId="{63D93144-229D-4C44-81DF-41E5551A6213}" type="parTrans" cxnId="{973F324A-E31C-449B-B178-EBE8D0F1E7F7}">
      <dgm:prSet/>
      <dgm:spPr/>
      <dgm:t>
        <a:bodyPr/>
        <a:lstStyle/>
        <a:p>
          <a:endParaRPr lang="en-US"/>
        </a:p>
      </dgm:t>
    </dgm:pt>
    <dgm:pt modelId="{E8093531-DF14-4927-96ED-A79841FA0487}" type="sibTrans" cxnId="{973F324A-E31C-449B-B178-EBE8D0F1E7F7}">
      <dgm:prSet/>
      <dgm:spPr/>
      <dgm:t>
        <a:bodyPr/>
        <a:lstStyle/>
        <a:p>
          <a:endParaRPr lang="en-US"/>
        </a:p>
      </dgm:t>
    </dgm:pt>
    <dgm:pt modelId="{82621AC0-1315-41BB-9FF9-B12B68F24D57}" type="pres">
      <dgm:prSet presAssocID="{331D565B-B90E-4802-B3DD-9A37CD8F631F}" presName="Name0" presStyleCnt="0">
        <dgm:presLayoutVars>
          <dgm:chMax/>
          <dgm:chPref/>
          <dgm:dir/>
        </dgm:presLayoutVars>
      </dgm:prSet>
      <dgm:spPr/>
    </dgm:pt>
    <dgm:pt modelId="{BA4E8D07-2E03-4880-8222-735EB52AC159}" type="pres">
      <dgm:prSet presAssocID="{6250FD90-F42F-40AD-B55C-C3994F9180FA}" presName="composite" presStyleCnt="0"/>
      <dgm:spPr/>
    </dgm:pt>
    <dgm:pt modelId="{B96E81B7-D82C-466F-B243-2B40C9C0E287}" type="pres">
      <dgm:prSet presAssocID="{6250FD90-F42F-40AD-B55C-C3994F9180FA}" presName="ParentText" presStyleLbl="revTx" presStyleIdx="0" presStyleCnt="2">
        <dgm:presLayoutVars>
          <dgm:chMax val="0"/>
          <dgm:chPref val="0"/>
          <dgm:bulletEnabled val="1"/>
        </dgm:presLayoutVars>
      </dgm:prSet>
      <dgm:spPr/>
    </dgm:pt>
    <dgm:pt modelId="{3079F045-85EE-4581-B24D-C621E261D2BC}" type="pres">
      <dgm:prSet presAssocID="{6250FD90-F42F-40AD-B55C-C3994F9180FA}" presName="Accent1" presStyleLbl="parChTrans1D1" presStyleIdx="0" presStyleCnt="2"/>
      <dgm:spPr/>
    </dgm:pt>
    <dgm:pt modelId="{87A9F9DE-E90B-4A76-A345-C41DEF685E45}" type="pres">
      <dgm:prSet presAssocID="{6250FD90-F42F-40AD-B55C-C3994F9180FA}" presName="Image" presStyleLbl="alignImgPlace1" presStyleIdx="0" presStyleCnt="2"/>
      <dgm:spPr>
        <a:blipFill>
          <a:blip xmlns:r="http://schemas.openxmlformats.org/officeDocument/2006/relationships" r:embed="rId1">
            <a:extLst>
              <a:ext uri="{96DAC541-7B7A-43D3-8B79-37D633B846F1}">
                <asvg:svgBlip xmlns:asvg="http://schemas.microsoft.com/office/drawing/2016/SVG/main" r:embed="rId2"/>
              </a:ext>
            </a:extLst>
          </a:blip>
          <a:srcRect/>
          <a:stretch>
            <a:fillRect t="-31000" b="-31000"/>
          </a:stretch>
        </a:blipFill>
      </dgm:spPr>
      <dgm:extLst>
        <a:ext uri="{E40237B7-FDA0-4F09-8148-C483321AD2D9}">
          <dgm14:cNvPr xmlns:dgm14="http://schemas.microsoft.com/office/drawing/2010/diagram" id="0" name="" descr="Blueprint with solid fill"/>
        </a:ext>
      </dgm:extLst>
    </dgm:pt>
    <dgm:pt modelId="{0B69BD41-B415-4C5E-B36D-9FDFD928D73B}" type="pres">
      <dgm:prSet presAssocID="{DBB91B79-E559-4768-9D48-AC384EC5D4EE}" presName="sibTrans" presStyleCnt="0"/>
      <dgm:spPr/>
    </dgm:pt>
    <dgm:pt modelId="{4A819C1B-0AC7-4906-9B9D-0096C75329C7}" type="pres">
      <dgm:prSet presAssocID="{E08AC97A-6966-4C3C-BEC5-5949CA4BAE9C}" presName="composite" presStyleCnt="0"/>
      <dgm:spPr/>
    </dgm:pt>
    <dgm:pt modelId="{2C487688-0941-4DD0-B72B-EA146F4D9789}" type="pres">
      <dgm:prSet presAssocID="{E08AC97A-6966-4C3C-BEC5-5949CA4BAE9C}" presName="ParentText" presStyleLbl="revTx" presStyleIdx="1" presStyleCnt="2">
        <dgm:presLayoutVars>
          <dgm:chMax val="0"/>
          <dgm:chPref val="0"/>
          <dgm:bulletEnabled val="1"/>
        </dgm:presLayoutVars>
      </dgm:prSet>
      <dgm:spPr/>
    </dgm:pt>
    <dgm:pt modelId="{F9B54C5C-CDEE-4B69-879D-4122AA80D48A}" type="pres">
      <dgm:prSet presAssocID="{E08AC97A-6966-4C3C-BEC5-5949CA4BAE9C}" presName="Accent1" presStyleLbl="parChTrans1D1" presStyleIdx="1" presStyleCnt="2"/>
      <dgm:spPr/>
    </dgm:pt>
    <dgm:pt modelId="{475D0818-A15A-4F3F-A084-C9B453B5ADDC}" type="pres">
      <dgm:prSet presAssocID="{E08AC97A-6966-4C3C-BEC5-5949CA4BAE9C}" presName="Image" presStyleLbl="alignImgPlace1" presStyleIdx="1" presStyleCnt="2"/>
      <dgm:spPr>
        <a:blipFill>
          <a:blip xmlns:r="http://schemas.openxmlformats.org/officeDocument/2006/relationships" r:embed="rId3">
            <a:extLst>
              <a:ext uri="{96DAC541-7B7A-43D3-8B79-37D633B846F1}">
                <asvg:svgBlip xmlns:asvg="http://schemas.microsoft.com/office/drawing/2016/SVG/main" r:embed="rId4"/>
              </a:ext>
            </a:extLst>
          </a:blip>
          <a:srcRect/>
          <a:stretch>
            <a:fillRect t="-31000" b="-31000"/>
          </a:stretch>
        </a:blipFill>
      </dgm:spPr>
      <dgm:extLst>
        <a:ext uri="{E40237B7-FDA0-4F09-8148-C483321AD2D9}">
          <dgm14:cNvPr xmlns:dgm14="http://schemas.microsoft.com/office/drawing/2010/diagram" id="0" name="" descr="Teacher with solid fill"/>
        </a:ext>
      </dgm:extLst>
    </dgm:pt>
  </dgm:ptLst>
  <dgm:cxnLst>
    <dgm:cxn modelId="{D9882D0D-3B84-4F68-A5B4-3108F2590ADD}" type="presOf" srcId="{6250FD90-F42F-40AD-B55C-C3994F9180FA}" destId="{B96E81B7-D82C-466F-B243-2B40C9C0E287}" srcOrd="0" destOrd="0" presId="urn:microsoft.com/office/officeart/2011/layout/Picture Frame"/>
    <dgm:cxn modelId="{81AAE062-1E49-4E6C-9A20-A8FA36077A15}" type="presOf" srcId="{331D565B-B90E-4802-B3DD-9A37CD8F631F}" destId="{82621AC0-1315-41BB-9FF9-B12B68F24D57}" srcOrd="0" destOrd="0" presId="urn:microsoft.com/office/officeart/2011/layout/Picture Frame"/>
    <dgm:cxn modelId="{973F324A-E31C-449B-B178-EBE8D0F1E7F7}" srcId="{331D565B-B90E-4802-B3DD-9A37CD8F631F}" destId="{E08AC97A-6966-4C3C-BEC5-5949CA4BAE9C}" srcOrd="1" destOrd="0" parTransId="{63D93144-229D-4C44-81DF-41E5551A6213}" sibTransId="{E8093531-DF14-4927-96ED-A79841FA0487}"/>
    <dgm:cxn modelId="{1096DFF2-EF88-4D06-801B-B2E299194D10}" srcId="{331D565B-B90E-4802-B3DD-9A37CD8F631F}" destId="{6250FD90-F42F-40AD-B55C-C3994F9180FA}" srcOrd="0" destOrd="0" parTransId="{C2CA033A-C6CA-47B3-8BFE-C0D0C7FE2825}" sibTransId="{DBB91B79-E559-4768-9D48-AC384EC5D4EE}"/>
    <dgm:cxn modelId="{8132F7F4-8374-4AA2-B97D-C719ADD01DB3}" type="presOf" srcId="{E08AC97A-6966-4C3C-BEC5-5949CA4BAE9C}" destId="{2C487688-0941-4DD0-B72B-EA146F4D9789}" srcOrd="0" destOrd="0" presId="urn:microsoft.com/office/officeart/2011/layout/Picture Frame"/>
    <dgm:cxn modelId="{9CB7FEF9-E920-4F3B-BE72-E992115D845D}" type="presParOf" srcId="{82621AC0-1315-41BB-9FF9-B12B68F24D57}" destId="{BA4E8D07-2E03-4880-8222-735EB52AC159}" srcOrd="0" destOrd="0" presId="urn:microsoft.com/office/officeart/2011/layout/Picture Frame"/>
    <dgm:cxn modelId="{CC86BAB5-0B50-43E5-BA1D-A39BB0B65E14}" type="presParOf" srcId="{BA4E8D07-2E03-4880-8222-735EB52AC159}" destId="{B96E81B7-D82C-466F-B243-2B40C9C0E287}" srcOrd="0" destOrd="0" presId="urn:microsoft.com/office/officeart/2011/layout/Picture Frame"/>
    <dgm:cxn modelId="{A26A542F-84C1-42C1-9031-CC841A1B1DD2}" type="presParOf" srcId="{BA4E8D07-2E03-4880-8222-735EB52AC159}" destId="{3079F045-85EE-4581-B24D-C621E261D2BC}" srcOrd="1" destOrd="0" presId="urn:microsoft.com/office/officeart/2011/layout/Picture Frame"/>
    <dgm:cxn modelId="{98A5AC12-EFFB-4998-A4D9-0D99F6B8619F}" type="presParOf" srcId="{BA4E8D07-2E03-4880-8222-735EB52AC159}" destId="{87A9F9DE-E90B-4A76-A345-C41DEF685E45}" srcOrd="2" destOrd="0" presId="urn:microsoft.com/office/officeart/2011/layout/Picture Frame"/>
    <dgm:cxn modelId="{F7B11CD2-CFF4-4294-B386-000ABCE72983}" type="presParOf" srcId="{82621AC0-1315-41BB-9FF9-B12B68F24D57}" destId="{0B69BD41-B415-4C5E-B36D-9FDFD928D73B}" srcOrd="1" destOrd="0" presId="urn:microsoft.com/office/officeart/2011/layout/Picture Frame"/>
    <dgm:cxn modelId="{27AC53A5-0EC7-4F4B-ACA8-6FC02FA4F79B}" type="presParOf" srcId="{82621AC0-1315-41BB-9FF9-B12B68F24D57}" destId="{4A819C1B-0AC7-4906-9B9D-0096C75329C7}" srcOrd="2" destOrd="0" presId="urn:microsoft.com/office/officeart/2011/layout/Picture Frame"/>
    <dgm:cxn modelId="{A19428BE-9B4F-4386-8520-519086EEE46C}" type="presParOf" srcId="{4A819C1B-0AC7-4906-9B9D-0096C75329C7}" destId="{2C487688-0941-4DD0-B72B-EA146F4D9789}" srcOrd="0" destOrd="0" presId="urn:microsoft.com/office/officeart/2011/layout/Picture Frame"/>
    <dgm:cxn modelId="{ED292666-C550-4FD0-A10D-6EFC9321BBE2}" type="presParOf" srcId="{4A819C1B-0AC7-4906-9B9D-0096C75329C7}" destId="{F9B54C5C-CDEE-4B69-879D-4122AA80D48A}" srcOrd="1" destOrd="0" presId="urn:microsoft.com/office/officeart/2011/layout/Picture Frame"/>
    <dgm:cxn modelId="{4B118FCC-7F37-46FE-82C1-FA4C7F31450D}" type="presParOf" srcId="{4A819C1B-0AC7-4906-9B9D-0096C75329C7}" destId="{475D0818-A15A-4F3F-A084-C9B453B5ADDC}" srcOrd="2" destOrd="0" presId="urn:microsoft.com/office/officeart/2011/layout/Picture Fram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59ABDF-94F1-485D-ABD9-5B9781F6AC2D}">
      <dsp:nvSpPr>
        <dsp:cNvPr id="0" name=""/>
        <dsp:cNvSpPr/>
      </dsp:nvSpPr>
      <dsp:spPr>
        <a:xfrm>
          <a:off x="512823" y="1860"/>
          <a:ext cx="1354084" cy="1354084"/>
        </a:xfrm>
        <a:prstGeom prst="ellipse">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bg1"/>
              </a:solidFill>
            </a:rPr>
            <a:t>Advanced Network Technology</a:t>
          </a:r>
        </a:p>
      </dsp:txBody>
      <dsp:txXfrm>
        <a:off x="711124" y="200161"/>
        <a:ext cx="957482" cy="957482"/>
      </dsp:txXfrm>
    </dsp:sp>
    <dsp:sp modelId="{6AD54EA0-1F74-43AA-9F7B-3A531EFC5C52}">
      <dsp:nvSpPr>
        <dsp:cNvPr id="0" name=""/>
        <dsp:cNvSpPr/>
      </dsp:nvSpPr>
      <dsp:spPr>
        <a:xfrm>
          <a:off x="797181" y="1465896"/>
          <a:ext cx="785369" cy="785369"/>
        </a:xfrm>
        <a:prstGeom prst="mathPlus">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901282" y="1766221"/>
        <a:ext cx="577167" cy="184719"/>
      </dsp:txXfrm>
    </dsp:sp>
    <dsp:sp modelId="{9675D9DA-53AD-4C4E-BCF5-1AE061153220}">
      <dsp:nvSpPr>
        <dsp:cNvPr id="0" name=""/>
        <dsp:cNvSpPr/>
      </dsp:nvSpPr>
      <dsp:spPr>
        <a:xfrm>
          <a:off x="512823" y="2361217"/>
          <a:ext cx="1354084" cy="1354084"/>
        </a:xfrm>
        <a:prstGeom prst="ellipse">
          <a:avLst/>
        </a:prstGeom>
        <a:solidFill>
          <a:schemeClr val="accent1">
            <a:lumMod val="40000"/>
            <a:lumOff val="6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dirty="0">
              <a:solidFill>
                <a:schemeClr val="bg1"/>
              </a:solidFill>
            </a:rPr>
            <a:t>Misaligned</a:t>
          </a:r>
          <a:r>
            <a:rPr lang="en-US" sz="1500" kern="1200" dirty="0">
              <a:solidFill>
                <a:schemeClr val="bg1"/>
              </a:solidFill>
            </a:rPr>
            <a:t> Technician Assignments</a:t>
          </a:r>
        </a:p>
      </dsp:txBody>
      <dsp:txXfrm>
        <a:off x="711124" y="2559518"/>
        <a:ext cx="957482" cy="957482"/>
      </dsp:txXfrm>
    </dsp:sp>
    <dsp:sp modelId="{AC7F66F6-46BB-49C6-8B41-EC98A7E52B72}">
      <dsp:nvSpPr>
        <dsp:cNvPr id="0" name=""/>
        <dsp:cNvSpPr/>
      </dsp:nvSpPr>
      <dsp:spPr>
        <a:xfrm>
          <a:off x="2070020" y="1606721"/>
          <a:ext cx="430598" cy="503719"/>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2070020" y="1707465"/>
        <a:ext cx="301419" cy="302231"/>
      </dsp:txXfrm>
    </dsp:sp>
    <dsp:sp modelId="{67E0A14F-63CC-439B-8C40-950D370CDE9B}">
      <dsp:nvSpPr>
        <dsp:cNvPr id="0" name=""/>
        <dsp:cNvSpPr/>
      </dsp:nvSpPr>
      <dsp:spPr>
        <a:xfrm>
          <a:off x="2679359" y="504496"/>
          <a:ext cx="2708169" cy="2708169"/>
        </a:xfrm>
        <a:prstGeom prst="ellipse">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r>
            <a:rPr lang="en-US" sz="2600" kern="1200" dirty="0">
              <a:solidFill>
                <a:schemeClr val="bg1"/>
              </a:solidFill>
            </a:rPr>
            <a:t>Lost Trust &amp; Dissatisfaction</a:t>
          </a:r>
        </a:p>
        <a:p>
          <a:pPr marL="228600" lvl="1" indent="-228600" algn="ctr" defTabSz="889000">
            <a:lnSpc>
              <a:spcPct val="90000"/>
            </a:lnSpc>
            <a:spcBef>
              <a:spcPct val="0"/>
            </a:spcBef>
            <a:spcAft>
              <a:spcPct val="15000"/>
            </a:spcAft>
            <a:buChar char="•"/>
          </a:pPr>
          <a:r>
            <a:rPr lang="en-US" sz="2000" kern="1200" dirty="0">
              <a:solidFill>
                <a:schemeClr val="bg1"/>
              </a:solidFill>
            </a:rPr>
            <a:t>Losing </a:t>
          </a:r>
          <a:r>
            <a:rPr lang="en-US" sz="2000" b="1" kern="1200" dirty="0">
              <a:solidFill>
                <a:schemeClr val="bg1"/>
              </a:solidFill>
            </a:rPr>
            <a:t>$2.09 billion</a:t>
          </a:r>
          <a:r>
            <a:rPr lang="en-US" sz="2000" kern="1200" dirty="0">
              <a:solidFill>
                <a:schemeClr val="bg1"/>
              </a:solidFill>
            </a:rPr>
            <a:t>/year from churn*</a:t>
          </a:r>
        </a:p>
      </dsp:txBody>
      <dsp:txXfrm>
        <a:off x="3075961" y="901098"/>
        <a:ext cx="1914965" cy="191496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7D82D3-02F0-419C-862A-13E999653E22}">
      <dsp:nvSpPr>
        <dsp:cNvPr id="0" name=""/>
        <dsp:cNvSpPr/>
      </dsp:nvSpPr>
      <dsp:spPr>
        <a:xfrm>
          <a:off x="113782" y="599839"/>
          <a:ext cx="1318498" cy="710023"/>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90000"/>
            </a:lnSpc>
            <a:spcBef>
              <a:spcPct val="0"/>
            </a:spcBef>
            <a:spcAft>
              <a:spcPct val="35000"/>
            </a:spcAft>
            <a:buNone/>
          </a:pPr>
          <a:r>
            <a:rPr lang="en-US" sz="1600" kern="1200" dirty="0"/>
            <a:t>Task request</a:t>
          </a:r>
        </a:p>
      </dsp:txBody>
      <dsp:txXfrm>
        <a:off x="113782" y="599839"/>
        <a:ext cx="1318498" cy="490720"/>
      </dsp:txXfrm>
    </dsp:sp>
    <dsp:sp modelId="{26E2DB53-DFF1-4235-8F86-4184067A26FB}">
      <dsp:nvSpPr>
        <dsp:cNvPr id="0" name=""/>
        <dsp:cNvSpPr/>
      </dsp:nvSpPr>
      <dsp:spPr>
        <a:xfrm>
          <a:off x="349221" y="995782"/>
          <a:ext cx="1318498" cy="1443688"/>
        </a:xfrm>
        <a:prstGeom prst="roundRect">
          <a:avLst>
            <a:gd name="adj" fmla="val 10000"/>
          </a:avLst>
        </a:prstGeom>
        <a:solidFill>
          <a:schemeClr val="lt1">
            <a:alpha val="90000"/>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FontTx/>
            <a:buChar char="-"/>
          </a:pPr>
          <a:r>
            <a:rPr lang="en-US" sz="1600" kern="1200" dirty="0"/>
            <a:t>Customer schedules technician service requests</a:t>
          </a:r>
        </a:p>
      </dsp:txBody>
      <dsp:txXfrm>
        <a:off x="387838" y="1034399"/>
        <a:ext cx="1241264" cy="1366454"/>
      </dsp:txXfrm>
    </dsp:sp>
    <dsp:sp modelId="{29345F63-C045-47FF-841E-0469DD9BAB98}">
      <dsp:nvSpPr>
        <dsp:cNvPr id="0" name=""/>
        <dsp:cNvSpPr/>
      </dsp:nvSpPr>
      <dsp:spPr>
        <a:xfrm rot="21579748">
          <a:off x="1619893" y="675065"/>
          <a:ext cx="397751" cy="327947"/>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1619894" y="740944"/>
        <a:ext cx="299367" cy="196769"/>
      </dsp:txXfrm>
    </dsp:sp>
    <dsp:sp modelId="{71D6746F-2EF7-475B-8E92-9C69D0813D5E}">
      <dsp:nvSpPr>
        <dsp:cNvPr id="0" name=""/>
        <dsp:cNvSpPr/>
      </dsp:nvSpPr>
      <dsp:spPr>
        <a:xfrm>
          <a:off x="2182743" y="578288"/>
          <a:ext cx="1440024" cy="736080"/>
        </a:xfrm>
        <a:prstGeom prst="roundRect">
          <a:avLst>
            <a:gd name="adj" fmla="val 10000"/>
          </a:avLst>
        </a:prstGeom>
        <a:solidFill>
          <a:schemeClr val="accent4">
            <a:hueOff val="-276512"/>
            <a:satOff val="-868"/>
            <a:lumOff val="-455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n-US" sz="1400" kern="1200" dirty="0"/>
            <a:t>Dispatcher assigns manually </a:t>
          </a:r>
        </a:p>
      </dsp:txBody>
      <dsp:txXfrm>
        <a:off x="2182743" y="578288"/>
        <a:ext cx="1440024" cy="508729"/>
      </dsp:txXfrm>
    </dsp:sp>
    <dsp:sp modelId="{F11AF00A-D95F-4C00-B989-BCF3BE3AEDEB}">
      <dsp:nvSpPr>
        <dsp:cNvPr id="0" name=""/>
        <dsp:cNvSpPr/>
      </dsp:nvSpPr>
      <dsp:spPr>
        <a:xfrm>
          <a:off x="2468383" y="1151116"/>
          <a:ext cx="1318498" cy="1104697"/>
        </a:xfrm>
        <a:prstGeom prst="roundRect">
          <a:avLst>
            <a:gd name="adj" fmla="val 10000"/>
          </a:avLst>
        </a:prstGeom>
        <a:solidFill>
          <a:schemeClr val="lt1">
            <a:alpha val="90000"/>
            <a:hueOff val="0"/>
            <a:satOff val="0"/>
            <a:lumOff val="0"/>
            <a:alphaOff val="0"/>
          </a:schemeClr>
        </a:solidFill>
        <a:ln w="15875" cap="flat" cmpd="sng" algn="ctr">
          <a:solidFill>
            <a:schemeClr val="accent4">
              <a:hueOff val="-276512"/>
              <a:satOff val="-868"/>
              <a:lumOff val="-455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114300" lvl="1" indent="-114300" algn="l" defTabSz="666750">
            <a:lnSpc>
              <a:spcPct val="90000"/>
            </a:lnSpc>
            <a:spcBef>
              <a:spcPct val="0"/>
            </a:spcBef>
            <a:spcAft>
              <a:spcPct val="15000"/>
            </a:spcAft>
            <a:buFontTx/>
            <a:buChar char="-"/>
          </a:pPr>
          <a:r>
            <a:rPr lang="en-US" sz="1500" kern="1200" dirty="0"/>
            <a:t>Relies on availability or location only</a:t>
          </a:r>
        </a:p>
      </dsp:txBody>
      <dsp:txXfrm>
        <a:off x="2500738" y="1183471"/>
        <a:ext cx="1253788" cy="1039987"/>
      </dsp:txXfrm>
    </dsp:sp>
    <dsp:sp modelId="{6D7A0BBF-9F8C-4A6B-A8F8-34688F4D0BCC}">
      <dsp:nvSpPr>
        <dsp:cNvPr id="0" name=""/>
        <dsp:cNvSpPr/>
      </dsp:nvSpPr>
      <dsp:spPr>
        <a:xfrm rot="5072">
          <a:off x="3780695" y="670221"/>
          <a:ext cx="334807" cy="327947"/>
        </a:xfrm>
        <a:prstGeom prst="rightArrow">
          <a:avLst>
            <a:gd name="adj1" fmla="val 60000"/>
            <a:gd name="adj2" fmla="val 50000"/>
          </a:avLst>
        </a:prstGeom>
        <a:solidFill>
          <a:schemeClr val="accent4">
            <a:hueOff val="-368683"/>
            <a:satOff val="-1157"/>
            <a:lumOff val="-6078"/>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3780695" y="735737"/>
        <a:ext cx="236423" cy="196769"/>
      </dsp:txXfrm>
    </dsp:sp>
    <dsp:sp modelId="{427E87E7-8482-4626-81A7-A6A79D211653}">
      <dsp:nvSpPr>
        <dsp:cNvPr id="0" name=""/>
        <dsp:cNvSpPr/>
      </dsp:nvSpPr>
      <dsp:spPr>
        <a:xfrm>
          <a:off x="4254479" y="549777"/>
          <a:ext cx="1318498" cy="857526"/>
        </a:xfrm>
        <a:prstGeom prst="roundRect">
          <a:avLst>
            <a:gd name="adj" fmla="val 10000"/>
          </a:avLst>
        </a:prstGeom>
        <a:solidFill>
          <a:schemeClr val="accent4">
            <a:hueOff val="-553025"/>
            <a:satOff val="-1735"/>
            <a:lumOff val="-9117"/>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90000"/>
            </a:lnSpc>
            <a:spcBef>
              <a:spcPct val="0"/>
            </a:spcBef>
            <a:spcAft>
              <a:spcPct val="35000"/>
            </a:spcAft>
            <a:buNone/>
          </a:pPr>
          <a:r>
            <a:rPr lang="en-US" sz="1600" kern="1200" dirty="0"/>
            <a:t>Technician assigned randomly </a:t>
          </a:r>
        </a:p>
      </dsp:txBody>
      <dsp:txXfrm>
        <a:off x="4254479" y="549777"/>
        <a:ext cx="1318498" cy="571684"/>
      </dsp:txXfrm>
    </dsp:sp>
    <dsp:sp modelId="{1AF180F8-E441-4269-8A87-5F0348086CBD}">
      <dsp:nvSpPr>
        <dsp:cNvPr id="0" name=""/>
        <dsp:cNvSpPr/>
      </dsp:nvSpPr>
      <dsp:spPr>
        <a:xfrm>
          <a:off x="4574156" y="1298916"/>
          <a:ext cx="1318498" cy="710142"/>
        </a:xfrm>
        <a:prstGeom prst="roundRect">
          <a:avLst>
            <a:gd name="adj" fmla="val 10000"/>
          </a:avLst>
        </a:prstGeom>
        <a:solidFill>
          <a:schemeClr val="lt1">
            <a:alpha val="90000"/>
            <a:hueOff val="0"/>
            <a:satOff val="0"/>
            <a:lumOff val="0"/>
            <a:alphaOff val="0"/>
          </a:schemeClr>
        </a:solidFill>
        <a:ln w="15875" cap="flat" cmpd="sng" algn="ctr">
          <a:solidFill>
            <a:schemeClr val="accent4">
              <a:hueOff val="-553025"/>
              <a:satOff val="-1735"/>
              <a:lumOff val="-911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114300" lvl="1" indent="-114300" algn="l" defTabSz="666750">
            <a:lnSpc>
              <a:spcPct val="90000"/>
            </a:lnSpc>
            <a:spcBef>
              <a:spcPct val="0"/>
            </a:spcBef>
            <a:spcAft>
              <a:spcPct val="15000"/>
            </a:spcAft>
            <a:buFontTx/>
            <a:buChar char="-"/>
          </a:pPr>
          <a:r>
            <a:rPr lang="en-US" sz="1500" kern="1200" dirty="0"/>
            <a:t>Frequent mismatches</a:t>
          </a:r>
        </a:p>
      </dsp:txBody>
      <dsp:txXfrm>
        <a:off x="4594955" y="1319715"/>
        <a:ext cx="1276900" cy="668544"/>
      </dsp:txXfrm>
    </dsp:sp>
    <dsp:sp modelId="{BFF7EE14-AF04-4327-A5DB-535B3C98452F}">
      <dsp:nvSpPr>
        <dsp:cNvPr id="0" name=""/>
        <dsp:cNvSpPr/>
      </dsp:nvSpPr>
      <dsp:spPr>
        <a:xfrm rot="111856">
          <a:off x="5790591" y="707704"/>
          <a:ext cx="461846" cy="327947"/>
        </a:xfrm>
        <a:prstGeom prst="rightArrow">
          <a:avLst>
            <a:gd name="adj1" fmla="val 60000"/>
            <a:gd name="adj2" fmla="val 50000"/>
          </a:avLst>
        </a:prstGeom>
        <a:solidFill>
          <a:schemeClr val="accent4">
            <a:hueOff val="-737366"/>
            <a:satOff val="-2313"/>
            <a:lumOff val="-1215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5790617" y="771693"/>
        <a:ext cx="363462" cy="196769"/>
      </dsp:txXfrm>
    </dsp:sp>
    <dsp:sp modelId="{969FA144-7833-488F-A55A-1F624475AC0E}">
      <dsp:nvSpPr>
        <dsp:cNvPr id="0" name=""/>
        <dsp:cNvSpPr/>
      </dsp:nvSpPr>
      <dsp:spPr>
        <a:xfrm>
          <a:off x="6443923" y="652520"/>
          <a:ext cx="1318498" cy="763093"/>
        </a:xfrm>
        <a:prstGeom prst="roundRect">
          <a:avLst>
            <a:gd name="adj" fmla="val 10000"/>
          </a:avLst>
        </a:prstGeom>
        <a:solidFill>
          <a:schemeClr val="accent4">
            <a:hueOff val="-829537"/>
            <a:satOff val="-2603"/>
            <a:lumOff val="-13676"/>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688975">
            <a:lnSpc>
              <a:spcPct val="90000"/>
            </a:lnSpc>
            <a:spcBef>
              <a:spcPct val="0"/>
            </a:spcBef>
            <a:spcAft>
              <a:spcPct val="35000"/>
            </a:spcAft>
            <a:buNone/>
          </a:pPr>
          <a:r>
            <a:rPr lang="en-US" sz="1550" kern="1200" dirty="0"/>
            <a:t>Task execution </a:t>
          </a:r>
        </a:p>
      </dsp:txBody>
      <dsp:txXfrm>
        <a:off x="6443923" y="652520"/>
        <a:ext cx="1318498" cy="508729"/>
      </dsp:txXfrm>
    </dsp:sp>
    <dsp:sp modelId="{86F3F724-5FD4-4993-A935-D47E380DF994}">
      <dsp:nvSpPr>
        <dsp:cNvPr id="0" name=""/>
        <dsp:cNvSpPr/>
      </dsp:nvSpPr>
      <dsp:spPr>
        <a:xfrm>
          <a:off x="6679929" y="1204089"/>
          <a:ext cx="1318498" cy="712286"/>
        </a:xfrm>
        <a:prstGeom prst="roundRect">
          <a:avLst>
            <a:gd name="adj" fmla="val 10000"/>
          </a:avLst>
        </a:prstGeom>
        <a:solidFill>
          <a:schemeClr val="lt1">
            <a:alpha val="90000"/>
            <a:hueOff val="0"/>
            <a:satOff val="0"/>
            <a:lumOff val="0"/>
            <a:alphaOff val="0"/>
          </a:schemeClr>
        </a:solidFill>
        <a:ln w="15875" cap="flat" cmpd="sng" algn="ctr">
          <a:solidFill>
            <a:schemeClr val="accent4">
              <a:hueOff val="-829537"/>
              <a:satOff val="-2603"/>
              <a:lumOff val="-1367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t" anchorCtr="0">
          <a:noAutofit/>
        </a:bodyPr>
        <a:lstStyle/>
        <a:p>
          <a:pPr marL="114300" lvl="1" indent="-114300" algn="l" defTabSz="622300">
            <a:lnSpc>
              <a:spcPct val="90000"/>
            </a:lnSpc>
            <a:spcBef>
              <a:spcPct val="0"/>
            </a:spcBef>
            <a:spcAft>
              <a:spcPct val="15000"/>
            </a:spcAft>
            <a:buFontTx/>
            <a:buChar char="-"/>
          </a:pPr>
          <a:r>
            <a:rPr lang="en-US" sz="1400" kern="1200" dirty="0"/>
            <a:t>Technician frustration &amp; burnout</a:t>
          </a:r>
        </a:p>
      </dsp:txBody>
      <dsp:txXfrm>
        <a:off x="6700791" y="1224951"/>
        <a:ext cx="1276774" cy="670562"/>
      </dsp:txXfrm>
    </dsp:sp>
    <dsp:sp modelId="{0E3CEF6E-9B86-46C4-9854-03CB70332758}">
      <dsp:nvSpPr>
        <dsp:cNvPr id="0" name=""/>
        <dsp:cNvSpPr/>
      </dsp:nvSpPr>
      <dsp:spPr>
        <a:xfrm rot="21553896">
          <a:off x="7956430" y="728708"/>
          <a:ext cx="411373" cy="327947"/>
        </a:xfrm>
        <a:prstGeom prst="rightArrow">
          <a:avLst>
            <a:gd name="adj1" fmla="val 60000"/>
            <a:gd name="adj2" fmla="val 50000"/>
          </a:avLst>
        </a:prstGeom>
        <a:solidFill>
          <a:schemeClr val="accent4">
            <a:hueOff val="-1106049"/>
            <a:satOff val="-3470"/>
            <a:lumOff val="-1823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7956434" y="794957"/>
        <a:ext cx="312989" cy="196769"/>
      </dsp:txXfrm>
    </dsp:sp>
    <dsp:sp modelId="{A67D30E2-05ED-4949-B9CB-52F7AD647B2B}">
      <dsp:nvSpPr>
        <dsp:cNvPr id="0" name=""/>
        <dsp:cNvSpPr/>
      </dsp:nvSpPr>
      <dsp:spPr>
        <a:xfrm>
          <a:off x="8538529" y="624438"/>
          <a:ext cx="1316992" cy="763093"/>
        </a:xfrm>
        <a:prstGeom prst="roundRect">
          <a:avLst>
            <a:gd name="adj" fmla="val 10000"/>
          </a:avLst>
        </a:prstGeom>
        <a:solidFill>
          <a:schemeClr val="accent4">
            <a:hueOff val="-1106049"/>
            <a:satOff val="-3470"/>
            <a:lumOff val="-1823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US" sz="1800" kern="1200" dirty="0"/>
            <a:t>Outcome</a:t>
          </a:r>
        </a:p>
      </dsp:txBody>
      <dsp:txXfrm>
        <a:off x="8538529" y="624438"/>
        <a:ext cx="1316992" cy="508729"/>
      </dsp:txXfrm>
    </dsp:sp>
    <dsp:sp modelId="{52124CBC-0F76-48B5-9E0E-3FE2EB0F1567}">
      <dsp:nvSpPr>
        <dsp:cNvPr id="0" name=""/>
        <dsp:cNvSpPr/>
      </dsp:nvSpPr>
      <dsp:spPr>
        <a:xfrm>
          <a:off x="8808011" y="1234002"/>
          <a:ext cx="1316992" cy="824615"/>
        </a:xfrm>
        <a:prstGeom prst="roundRect">
          <a:avLst>
            <a:gd name="adj" fmla="val 10000"/>
          </a:avLst>
        </a:prstGeom>
        <a:solidFill>
          <a:schemeClr val="lt1">
            <a:alpha val="90000"/>
            <a:hueOff val="0"/>
            <a:satOff val="0"/>
            <a:lumOff val="0"/>
            <a:alphaOff val="0"/>
          </a:schemeClr>
        </a:solidFill>
        <a:ln w="15875" cap="flat" cmpd="sng" algn="ctr">
          <a:solidFill>
            <a:schemeClr val="accent4">
              <a:hueOff val="-1106049"/>
              <a:satOff val="-3470"/>
              <a:lumOff val="-1823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FontTx/>
            <a:buChar char="-"/>
          </a:pPr>
          <a:r>
            <a:rPr lang="en-US" sz="1600" kern="1200" dirty="0"/>
            <a:t>Customer frustration</a:t>
          </a:r>
        </a:p>
      </dsp:txBody>
      <dsp:txXfrm>
        <a:off x="8832163" y="1258154"/>
        <a:ext cx="1268688" cy="77631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868EE7-0729-4387-ACC6-AA97F145B758}">
      <dsp:nvSpPr>
        <dsp:cNvPr id="0" name=""/>
        <dsp:cNvSpPr/>
      </dsp:nvSpPr>
      <dsp:spPr>
        <a:xfrm>
          <a:off x="662051" y="687607"/>
          <a:ext cx="1233785" cy="822934"/>
        </a:xfrm>
        <a:prstGeom prst="rect">
          <a:avLst/>
        </a:prstGeom>
        <a:solidFill>
          <a:schemeClr val="accent5">
            <a:alpha val="90000"/>
            <a:tint val="40000"/>
            <a:hueOff val="0"/>
            <a:satOff val="0"/>
            <a:lumOff val="0"/>
            <a:alphaOff val="0"/>
          </a:schemeClr>
        </a:solidFill>
        <a:ln w="15875"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Expertise Match Rate</a:t>
          </a:r>
        </a:p>
      </dsp:txBody>
      <dsp:txXfrm>
        <a:off x="859456" y="687607"/>
        <a:ext cx="1036379" cy="822934"/>
      </dsp:txXfrm>
    </dsp:sp>
    <dsp:sp modelId="{FE7F598B-6C42-43BD-9C70-F775B81E9E7B}">
      <dsp:nvSpPr>
        <dsp:cNvPr id="0" name=""/>
        <dsp:cNvSpPr/>
      </dsp:nvSpPr>
      <dsp:spPr>
        <a:xfrm>
          <a:off x="4032" y="358598"/>
          <a:ext cx="822523" cy="822523"/>
        </a:xfrm>
        <a:prstGeom prst="ellipse">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r>
            <a:rPr lang="en-US" sz="2300" kern="1200" dirty="0"/>
            <a:t>58%</a:t>
          </a:r>
        </a:p>
      </dsp:txBody>
      <dsp:txXfrm>
        <a:off x="124488" y="479054"/>
        <a:ext cx="581611" cy="581611"/>
      </dsp:txXfrm>
    </dsp:sp>
    <dsp:sp modelId="{8815A827-B2A2-46C2-B9A4-209F2720CC8D}">
      <dsp:nvSpPr>
        <dsp:cNvPr id="0" name=""/>
        <dsp:cNvSpPr/>
      </dsp:nvSpPr>
      <dsp:spPr>
        <a:xfrm>
          <a:off x="2718359" y="687607"/>
          <a:ext cx="1233785" cy="822934"/>
        </a:xfrm>
        <a:prstGeom prst="rect">
          <a:avLst/>
        </a:prstGeom>
        <a:solidFill>
          <a:schemeClr val="accent5">
            <a:alpha val="90000"/>
            <a:tint val="40000"/>
            <a:hueOff val="0"/>
            <a:satOff val="0"/>
            <a:lumOff val="0"/>
            <a:alphaOff val="0"/>
          </a:schemeClr>
        </a:solidFill>
        <a:ln w="15875"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Task Completion Rate</a:t>
          </a:r>
        </a:p>
      </dsp:txBody>
      <dsp:txXfrm>
        <a:off x="2915765" y="687607"/>
        <a:ext cx="1036379" cy="822934"/>
      </dsp:txXfrm>
    </dsp:sp>
    <dsp:sp modelId="{7B717EE1-3C95-4008-8FDE-1B647F94D66F}">
      <dsp:nvSpPr>
        <dsp:cNvPr id="0" name=""/>
        <dsp:cNvSpPr/>
      </dsp:nvSpPr>
      <dsp:spPr>
        <a:xfrm>
          <a:off x="2060341" y="358598"/>
          <a:ext cx="822523" cy="822523"/>
        </a:xfrm>
        <a:prstGeom prst="ellipse">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r>
            <a:rPr lang="en-US" sz="2300" kern="1200" dirty="0"/>
            <a:t>58%</a:t>
          </a:r>
        </a:p>
      </dsp:txBody>
      <dsp:txXfrm>
        <a:off x="2180797" y="479054"/>
        <a:ext cx="581611" cy="581611"/>
      </dsp:txXfrm>
    </dsp:sp>
    <dsp:sp modelId="{C725CD0C-7382-4E71-8825-8D7F2868B5C2}">
      <dsp:nvSpPr>
        <dsp:cNvPr id="0" name=""/>
        <dsp:cNvSpPr/>
      </dsp:nvSpPr>
      <dsp:spPr>
        <a:xfrm>
          <a:off x="4774668" y="687607"/>
          <a:ext cx="1233785" cy="822934"/>
        </a:xfrm>
        <a:prstGeom prst="rect">
          <a:avLst/>
        </a:prstGeom>
        <a:solidFill>
          <a:schemeClr val="accent5">
            <a:alpha val="90000"/>
            <a:tint val="40000"/>
            <a:hueOff val="0"/>
            <a:satOff val="0"/>
            <a:lumOff val="0"/>
            <a:alphaOff val="0"/>
          </a:schemeClr>
        </a:solidFill>
        <a:ln w="15875"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Total Penalty Cost for Delays</a:t>
          </a:r>
        </a:p>
      </dsp:txBody>
      <dsp:txXfrm>
        <a:off x="4972074" y="687607"/>
        <a:ext cx="1036379" cy="822934"/>
      </dsp:txXfrm>
    </dsp:sp>
    <dsp:sp modelId="{2AFF3D1C-16C6-4285-9446-AA45439E44A8}">
      <dsp:nvSpPr>
        <dsp:cNvPr id="0" name=""/>
        <dsp:cNvSpPr/>
      </dsp:nvSpPr>
      <dsp:spPr>
        <a:xfrm>
          <a:off x="4065447" y="319479"/>
          <a:ext cx="881728" cy="822523"/>
        </a:xfrm>
        <a:prstGeom prst="ellipse">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1600" kern="1200" dirty="0"/>
            <a:t>$16.8K</a:t>
          </a:r>
        </a:p>
      </dsp:txBody>
      <dsp:txXfrm>
        <a:off x="4194573" y="439935"/>
        <a:ext cx="623476" cy="581611"/>
      </dsp:txXfrm>
    </dsp:sp>
    <dsp:sp modelId="{F280C316-3B76-4BCE-9C73-202EDEA4C93D}">
      <dsp:nvSpPr>
        <dsp:cNvPr id="0" name=""/>
        <dsp:cNvSpPr/>
      </dsp:nvSpPr>
      <dsp:spPr>
        <a:xfrm>
          <a:off x="6890182" y="687607"/>
          <a:ext cx="1233785" cy="822934"/>
        </a:xfrm>
        <a:prstGeom prst="rect">
          <a:avLst/>
        </a:prstGeom>
        <a:solidFill>
          <a:schemeClr val="accent5">
            <a:alpha val="90000"/>
            <a:tint val="40000"/>
            <a:hueOff val="0"/>
            <a:satOff val="0"/>
            <a:lumOff val="0"/>
            <a:alphaOff val="0"/>
          </a:schemeClr>
        </a:solidFill>
        <a:ln w="15875"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Customer Satisfaction Score</a:t>
          </a:r>
        </a:p>
      </dsp:txBody>
      <dsp:txXfrm>
        <a:off x="7087587" y="687607"/>
        <a:ext cx="1036379" cy="822934"/>
      </dsp:txXfrm>
    </dsp:sp>
    <dsp:sp modelId="{D521A7E5-A2BB-4BB0-A5BA-ACBEC632E650}">
      <dsp:nvSpPr>
        <dsp:cNvPr id="0" name=""/>
        <dsp:cNvSpPr/>
      </dsp:nvSpPr>
      <dsp:spPr>
        <a:xfrm>
          <a:off x="6232163" y="358598"/>
          <a:ext cx="822523" cy="822523"/>
        </a:xfrm>
        <a:prstGeom prst="ellipse">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r>
            <a:rPr lang="en-US" sz="2300" kern="1200" dirty="0"/>
            <a:t>3.06</a:t>
          </a:r>
        </a:p>
      </dsp:txBody>
      <dsp:txXfrm>
        <a:off x="6352619" y="479054"/>
        <a:ext cx="581611" cy="58161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E6E9E7-2AC4-42E1-B8C3-EBA31F4B53FE}">
      <dsp:nvSpPr>
        <dsp:cNvPr id="0" name=""/>
        <dsp:cNvSpPr/>
      </dsp:nvSpPr>
      <dsp:spPr>
        <a:xfrm>
          <a:off x="1142" y="0"/>
          <a:ext cx="2970526" cy="4531226"/>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en-US" sz="4100" kern="1200" dirty="0"/>
            <a:t>Financial</a:t>
          </a:r>
        </a:p>
      </dsp:txBody>
      <dsp:txXfrm>
        <a:off x="1142" y="0"/>
        <a:ext cx="2970526" cy="1359367"/>
      </dsp:txXfrm>
    </dsp:sp>
    <dsp:sp modelId="{AC28C1E0-E8FD-47D7-8E57-78E0B2192CDD}">
      <dsp:nvSpPr>
        <dsp:cNvPr id="0" name=""/>
        <dsp:cNvSpPr/>
      </dsp:nvSpPr>
      <dsp:spPr>
        <a:xfrm>
          <a:off x="298195" y="1359754"/>
          <a:ext cx="2376420" cy="890204"/>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FontTx/>
            <a:buNone/>
          </a:pPr>
          <a:r>
            <a:rPr lang="en-US" sz="1600" b="1" kern="1200" dirty="0"/>
            <a:t>Rework costs</a:t>
          </a:r>
          <a:r>
            <a:rPr lang="en-US" sz="1600" kern="1200" dirty="0"/>
            <a:t> from failed assignments</a:t>
          </a:r>
        </a:p>
      </dsp:txBody>
      <dsp:txXfrm>
        <a:off x="324268" y="1385827"/>
        <a:ext cx="2324274" cy="838058"/>
      </dsp:txXfrm>
    </dsp:sp>
    <dsp:sp modelId="{6EC631FA-DB0C-49B2-B647-D077F8FD855D}">
      <dsp:nvSpPr>
        <dsp:cNvPr id="0" name=""/>
        <dsp:cNvSpPr/>
      </dsp:nvSpPr>
      <dsp:spPr>
        <a:xfrm>
          <a:off x="298195" y="2386914"/>
          <a:ext cx="2376420" cy="890204"/>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FontTx/>
            <a:buNone/>
          </a:pPr>
          <a:r>
            <a:rPr lang="en-US" sz="1600" kern="1200" dirty="0"/>
            <a:t>Revenue loss due to </a:t>
          </a:r>
          <a:r>
            <a:rPr lang="en-US" sz="1600" b="1" kern="1200" dirty="0"/>
            <a:t>missed SLAs and churn</a:t>
          </a:r>
          <a:r>
            <a:rPr lang="en-US" sz="1600" kern="1200" dirty="0"/>
            <a:t> from dissatisfied customers</a:t>
          </a:r>
        </a:p>
      </dsp:txBody>
      <dsp:txXfrm>
        <a:off x="324268" y="2412987"/>
        <a:ext cx="2324274" cy="838058"/>
      </dsp:txXfrm>
    </dsp:sp>
    <dsp:sp modelId="{91E16534-DB26-40F9-815C-3D6AB6F0D9D8}">
      <dsp:nvSpPr>
        <dsp:cNvPr id="0" name=""/>
        <dsp:cNvSpPr/>
      </dsp:nvSpPr>
      <dsp:spPr>
        <a:xfrm>
          <a:off x="298195" y="3414073"/>
          <a:ext cx="2376420" cy="890204"/>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FontTx/>
            <a:buNone/>
          </a:pPr>
          <a:r>
            <a:rPr lang="en-US" sz="1600" kern="1200" dirty="0"/>
            <a:t>Inability to scale </a:t>
          </a:r>
          <a:r>
            <a:rPr lang="en-US" sz="1600" b="0" kern="1200" dirty="0"/>
            <a:t>and</a:t>
          </a:r>
          <a:r>
            <a:rPr lang="en-US" sz="1600" b="1" kern="1200" dirty="0"/>
            <a:t> lose industry competitiveness</a:t>
          </a:r>
          <a:endParaRPr lang="en-US" sz="1600" kern="1200" dirty="0"/>
        </a:p>
      </dsp:txBody>
      <dsp:txXfrm>
        <a:off x="324268" y="3440146"/>
        <a:ext cx="2324274" cy="838058"/>
      </dsp:txXfrm>
    </dsp:sp>
    <dsp:sp modelId="{FDA1D751-0A16-4956-942D-F42D94E50972}">
      <dsp:nvSpPr>
        <dsp:cNvPr id="0" name=""/>
        <dsp:cNvSpPr/>
      </dsp:nvSpPr>
      <dsp:spPr>
        <a:xfrm>
          <a:off x="3194457" y="0"/>
          <a:ext cx="2970526" cy="4531226"/>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en-US" sz="4100" kern="1200" dirty="0"/>
            <a:t>Operational</a:t>
          </a:r>
        </a:p>
      </dsp:txBody>
      <dsp:txXfrm>
        <a:off x="3194457" y="0"/>
        <a:ext cx="2970526" cy="1359367"/>
      </dsp:txXfrm>
    </dsp:sp>
    <dsp:sp modelId="{85B8FB2C-7491-48EB-8AF8-923632D5CA52}">
      <dsp:nvSpPr>
        <dsp:cNvPr id="0" name=""/>
        <dsp:cNvSpPr/>
      </dsp:nvSpPr>
      <dsp:spPr>
        <a:xfrm>
          <a:off x="3491510" y="1359754"/>
          <a:ext cx="2376420" cy="890204"/>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FontTx/>
            <a:buNone/>
          </a:pPr>
          <a:r>
            <a:rPr lang="en-US" sz="1600" b="1" kern="1200" dirty="0"/>
            <a:t>Inefficient scheduling</a:t>
          </a:r>
          <a:r>
            <a:rPr lang="en-US" sz="1600" kern="1200" dirty="0"/>
            <a:t> → technician idle time and misallocations</a:t>
          </a:r>
        </a:p>
      </dsp:txBody>
      <dsp:txXfrm>
        <a:off x="3517583" y="1385827"/>
        <a:ext cx="2324274" cy="838058"/>
      </dsp:txXfrm>
    </dsp:sp>
    <dsp:sp modelId="{D83BDF92-E922-4211-A911-D70E8FAE146C}">
      <dsp:nvSpPr>
        <dsp:cNvPr id="0" name=""/>
        <dsp:cNvSpPr/>
      </dsp:nvSpPr>
      <dsp:spPr>
        <a:xfrm>
          <a:off x="3491510" y="2386914"/>
          <a:ext cx="2376420" cy="890204"/>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FontTx/>
            <a:buNone/>
          </a:pPr>
          <a:r>
            <a:rPr lang="en-US" sz="1600" kern="1200" dirty="0"/>
            <a:t>Increased </a:t>
          </a:r>
          <a:r>
            <a:rPr lang="en-US" sz="1600" b="1" kern="1200" dirty="0"/>
            <a:t>turnover and burnout</a:t>
          </a:r>
          <a:endParaRPr lang="en-US" sz="1600" kern="1200" dirty="0"/>
        </a:p>
      </dsp:txBody>
      <dsp:txXfrm>
        <a:off x="3517583" y="2412987"/>
        <a:ext cx="2324274" cy="838058"/>
      </dsp:txXfrm>
    </dsp:sp>
    <dsp:sp modelId="{D729EA07-F73E-4F55-9735-952CA26F3491}">
      <dsp:nvSpPr>
        <dsp:cNvPr id="0" name=""/>
        <dsp:cNvSpPr/>
      </dsp:nvSpPr>
      <dsp:spPr>
        <a:xfrm>
          <a:off x="3491510" y="3414073"/>
          <a:ext cx="2376420" cy="890204"/>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FontTx/>
            <a:buNone/>
          </a:pPr>
          <a:r>
            <a:rPr lang="en-US" sz="1600" b="1" kern="1200" dirty="0"/>
            <a:t>Stagnant service capacity</a:t>
          </a:r>
          <a:r>
            <a:rPr lang="en-US" sz="1600" kern="1200" dirty="0"/>
            <a:t> </a:t>
          </a:r>
        </a:p>
      </dsp:txBody>
      <dsp:txXfrm>
        <a:off x="3517583" y="3440146"/>
        <a:ext cx="2324274" cy="838058"/>
      </dsp:txXfrm>
    </dsp:sp>
    <dsp:sp modelId="{2ECAA9B4-E0BA-49C3-92DB-93F14044E9C9}">
      <dsp:nvSpPr>
        <dsp:cNvPr id="0" name=""/>
        <dsp:cNvSpPr/>
      </dsp:nvSpPr>
      <dsp:spPr>
        <a:xfrm>
          <a:off x="6388915" y="0"/>
          <a:ext cx="2970526" cy="4531226"/>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en-US" sz="4100" kern="1200" dirty="0"/>
            <a:t>Reputational</a:t>
          </a:r>
        </a:p>
      </dsp:txBody>
      <dsp:txXfrm>
        <a:off x="6388915" y="0"/>
        <a:ext cx="2970526" cy="1359367"/>
      </dsp:txXfrm>
    </dsp:sp>
    <dsp:sp modelId="{5F04DBFE-84B6-4A92-B059-25A26F9CDB55}">
      <dsp:nvSpPr>
        <dsp:cNvPr id="0" name=""/>
        <dsp:cNvSpPr/>
      </dsp:nvSpPr>
      <dsp:spPr>
        <a:xfrm>
          <a:off x="6684826" y="1360695"/>
          <a:ext cx="2376420" cy="1366226"/>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FontTx/>
            <a:buNone/>
          </a:pPr>
          <a:r>
            <a:rPr lang="en-US" sz="1600" kern="1200" dirty="0"/>
            <a:t>Decline in </a:t>
          </a:r>
          <a:r>
            <a:rPr lang="en-US" sz="1600" b="1" kern="1200" dirty="0"/>
            <a:t>customer trust </a:t>
          </a:r>
          <a:r>
            <a:rPr lang="en-US" sz="1600" kern="1200" dirty="0"/>
            <a:t>and satisfaction scores</a:t>
          </a:r>
        </a:p>
      </dsp:txBody>
      <dsp:txXfrm>
        <a:off x="6724841" y="1400710"/>
        <a:ext cx="2296390" cy="1286196"/>
      </dsp:txXfrm>
    </dsp:sp>
    <dsp:sp modelId="{A0020B70-7823-49A6-A3CC-E5C371B7324D}">
      <dsp:nvSpPr>
        <dsp:cNvPr id="0" name=""/>
        <dsp:cNvSpPr/>
      </dsp:nvSpPr>
      <dsp:spPr>
        <a:xfrm>
          <a:off x="6684826" y="2937110"/>
          <a:ext cx="2376420" cy="1366226"/>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FontTx/>
            <a:buNone/>
          </a:pPr>
          <a:r>
            <a:rPr lang="en-US" sz="1600" kern="1200" dirty="0"/>
            <a:t>Risk </a:t>
          </a:r>
          <a:r>
            <a:rPr lang="en-US" sz="1600" b="1" kern="1200" dirty="0"/>
            <a:t>of negative reviews</a:t>
          </a:r>
          <a:r>
            <a:rPr lang="en-US" sz="1600" kern="1200" dirty="0"/>
            <a:t>, regulatory scrutiny,</a:t>
          </a:r>
          <a:r>
            <a:rPr lang="en-US" sz="1600" b="1" kern="1200" dirty="0"/>
            <a:t> </a:t>
          </a:r>
          <a:r>
            <a:rPr lang="en-US" sz="1600" b="0" kern="1200" dirty="0"/>
            <a:t>or </a:t>
          </a:r>
          <a:r>
            <a:rPr lang="en-US" sz="1600" b="1" kern="1200" dirty="0"/>
            <a:t>union action</a:t>
          </a:r>
          <a:endParaRPr lang="en-US" sz="1600" kern="1200" dirty="0"/>
        </a:p>
      </dsp:txBody>
      <dsp:txXfrm>
        <a:off x="6724841" y="2977125"/>
        <a:ext cx="2296390" cy="128619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F3BF49-A404-4084-88D9-B4564F8134AD}">
      <dsp:nvSpPr>
        <dsp:cNvPr id="0" name=""/>
        <dsp:cNvSpPr/>
      </dsp:nvSpPr>
      <dsp:spPr>
        <a:xfrm>
          <a:off x="2670179" y="1515519"/>
          <a:ext cx="2280268" cy="1432932"/>
        </a:xfrm>
        <a:prstGeom prst="roundRect">
          <a:avLst/>
        </a:prstGeom>
        <a:solidFill>
          <a:schemeClr val="tx2">
            <a:lumMod val="20000"/>
            <a:lumOff val="8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1111250">
            <a:lnSpc>
              <a:spcPct val="90000"/>
            </a:lnSpc>
            <a:spcBef>
              <a:spcPct val="0"/>
            </a:spcBef>
            <a:spcAft>
              <a:spcPct val="35000"/>
            </a:spcAft>
            <a:buNone/>
          </a:pPr>
          <a:r>
            <a:rPr lang="en-US" sz="2500" kern="1200" dirty="0">
              <a:solidFill>
                <a:schemeClr val="bg1"/>
              </a:solidFill>
            </a:rPr>
            <a:t>Automated Task Assignment System</a:t>
          </a:r>
        </a:p>
      </dsp:txBody>
      <dsp:txXfrm>
        <a:off x="2740129" y="1585469"/>
        <a:ext cx="2140368" cy="1293032"/>
      </dsp:txXfrm>
    </dsp:sp>
    <dsp:sp modelId="{C21BD58D-3282-4918-B3E2-D242D16B4D44}">
      <dsp:nvSpPr>
        <dsp:cNvPr id="0" name=""/>
        <dsp:cNvSpPr/>
      </dsp:nvSpPr>
      <dsp:spPr>
        <a:xfrm rot="9486405">
          <a:off x="1733389" y="2871348"/>
          <a:ext cx="971834" cy="0"/>
        </a:xfrm>
        <a:custGeom>
          <a:avLst/>
          <a:gdLst/>
          <a:ahLst/>
          <a:cxnLst/>
          <a:rect l="0" t="0" r="0" b="0"/>
          <a:pathLst>
            <a:path>
              <a:moveTo>
                <a:pt x="0" y="0"/>
              </a:moveTo>
              <a:lnTo>
                <a:pt x="971834" y="0"/>
              </a:lnTo>
            </a:path>
          </a:pathLst>
        </a:custGeom>
        <a:noFill/>
        <a:ln w="15875"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4E39B0C-FC33-44DF-A7BE-B6596D629637}">
      <dsp:nvSpPr>
        <dsp:cNvPr id="0" name=""/>
        <dsp:cNvSpPr/>
      </dsp:nvSpPr>
      <dsp:spPr>
        <a:xfrm>
          <a:off x="412502" y="3052536"/>
          <a:ext cx="1572883" cy="457710"/>
        </a:xfrm>
        <a:prstGeom prst="round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420" tIns="58420" rIns="58420" bIns="58420" numCol="1" spcCol="1270" anchor="ctr" anchorCtr="0">
          <a:noAutofit/>
        </a:bodyPr>
        <a:lstStyle/>
        <a:p>
          <a:pPr marL="0" lvl="0" indent="0" algn="ctr" defTabSz="1022350">
            <a:lnSpc>
              <a:spcPct val="90000"/>
            </a:lnSpc>
            <a:spcBef>
              <a:spcPct val="0"/>
            </a:spcBef>
            <a:spcAft>
              <a:spcPct val="35000"/>
            </a:spcAft>
            <a:buNone/>
          </a:pPr>
          <a:r>
            <a:rPr lang="en-US" sz="2300" b="0" kern="1200" dirty="0">
              <a:solidFill>
                <a:schemeClr val="bg1"/>
              </a:solidFill>
            </a:rPr>
            <a:t>Improved UI</a:t>
          </a:r>
        </a:p>
      </dsp:txBody>
      <dsp:txXfrm>
        <a:off x="434846" y="3074880"/>
        <a:ext cx="1528195" cy="413022"/>
      </dsp:txXfrm>
    </dsp:sp>
    <dsp:sp modelId="{9332C759-E85E-4E97-B569-C2CE3A86D95C}">
      <dsp:nvSpPr>
        <dsp:cNvPr id="0" name=""/>
        <dsp:cNvSpPr/>
      </dsp:nvSpPr>
      <dsp:spPr>
        <a:xfrm rot="11632855">
          <a:off x="1969939" y="1864993"/>
          <a:ext cx="710616" cy="0"/>
        </a:xfrm>
        <a:custGeom>
          <a:avLst/>
          <a:gdLst/>
          <a:ahLst/>
          <a:cxnLst/>
          <a:rect l="0" t="0" r="0" b="0"/>
          <a:pathLst>
            <a:path>
              <a:moveTo>
                <a:pt x="0" y="0"/>
              </a:moveTo>
              <a:lnTo>
                <a:pt x="710616" y="0"/>
              </a:lnTo>
            </a:path>
          </a:pathLst>
        </a:custGeom>
        <a:noFill/>
        <a:ln w="15875"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FDF3780-96DC-4DD7-A1BE-3AE8EFE1C0D3}">
      <dsp:nvSpPr>
        <dsp:cNvPr id="0" name=""/>
        <dsp:cNvSpPr/>
      </dsp:nvSpPr>
      <dsp:spPr>
        <a:xfrm>
          <a:off x="336714" y="1213644"/>
          <a:ext cx="1643602" cy="726049"/>
        </a:xfrm>
        <a:prstGeom prst="round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933450">
            <a:lnSpc>
              <a:spcPct val="90000"/>
            </a:lnSpc>
            <a:spcBef>
              <a:spcPct val="0"/>
            </a:spcBef>
            <a:spcAft>
              <a:spcPct val="35000"/>
            </a:spcAft>
            <a:buNone/>
          </a:pPr>
          <a:r>
            <a:rPr lang="en-US" sz="2100" b="0" kern="1200" dirty="0">
              <a:solidFill>
                <a:schemeClr val="bg1"/>
              </a:solidFill>
            </a:rPr>
            <a:t>ML Matching Algorithm</a:t>
          </a:r>
        </a:p>
      </dsp:txBody>
      <dsp:txXfrm>
        <a:off x="372157" y="1249087"/>
        <a:ext cx="1572716" cy="655163"/>
      </dsp:txXfrm>
    </dsp:sp>
    <dsp:sp modelId="{F9ABF9A7-2A47-4085-9D4B-4E7700E2A760}">
      <dsp:nvSpPr>
        <dsp:cNvPr id="0" name=""/>
        <dsp:cNvSpPr/>
      </dsp:nvSpPr>
      <dsp:spPr>
        <a:xfrm rot="16046408">
          <a:off x="3476689" y="1227108"/>
          <a:ext cx="577397" cy="0"/>
        </a:xfrm>
        <a:custGeom>
          <a:avLst/>
          <a:gdLst/>
          <a:ahLst/>
          <a:cxnLst/>
          <a:rect l="0" t="0" r="0" b="0"/>
          <a:pathLst>
            <a:path>
              <a:moveTo>
                <a:pt x="0" y="0"/>
              </a:moveTo>
              <a:lnTo>
                <a:pt x="577397" y="0"/>
              </a:lnTo>
            </a:path>
          </a:pathLst>
        </a:custGeom>
        <a:noFill/>
        <a:ln w="15875"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F9463A5-FFA3-4E71-A7DD-EE9F884B4A9B}">
      <dsp:nvSpPr>
        <dsp:cNvPr id="0" name=""/>
        <dsp:cNvSpPr/>
      </dsp:nvSpPr>
      <dsp:spPr>
        <a:xfrm>
          <a:off x="2680089" y="222642"/>
          <a:ext cx="2112795" cy="716054"/>
        </a:xfrm>
        <a:prstGeom prst="round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933450">
            <a:lnSpc>
              <a:spcPct val="90000"/>
            </a:lnSpc>
            <a:spcBef>
              <a:spcPct val="0"/>
            </a:spcBef>
            <a:spcAft>
              <a:spcPct val="35000"/>
            </a:spcAft>
            <a:buNone/>
          </a:pPr>
          <a:r>
            <a:rPr lang="en-US" sz="2100" b="0" kern="1200" dirty="0">
              <a:solidFill>
                <a:schemeClr val="bg1"/>
              </a:solidFill>
            </a:rPr>
            <a:t>Robust Database &amp; Pipeline</a:t>
          </a:r>
        </a:p>
      </dsp:txBody>
      <dsp:txXfrm>
        <a:off x="2715044" y="257597"/>
        <a:ext cx="2042885" cy="646144"/>
      </dsp:txXfrm>
    </dsp:sp>
    <dsp:sp modelId="{7475F6C8-0C4B-4B14-917D-A6FD892265CE}">
      <dsp:nvSpPr>
        <dsp:cNvPr id="0" name=""/>
        <dsp:cNvSpPr/>
      </dsp:nvSpPr>
      <dsp:spPr>
        <a:xfrm rot="5358110">
          <a:off x="3451324" y="3320680"/>
          <a:ext cx="744512" cy="0"/>
        </a:xfrm>
        <a:custGeom>
          <a:avLst/>
          <a:gdLst/>
          <a:ahLst/>
          <a:cxnLst/>
          <a:rect l="0" t="0" r="0" b="0"/>
          <a:pathLst>
            <a:path>
              <a:moveTo>
                <a:pt x="0" y="0"/>
              </a:moveTo>
              <a:lnTo>
                <a:pt x="744512" y="0"/>
              </a:lnTo>
            </a:path>
          </a:pathLst>
        </a:custGeom>
        <a:noFill/>
        <a:ln w="15875"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CB9A409-254F-454C-ADA2-4245D46829F5}">
      <dsp:nvSpPr>
        <dsp:cNvPr id="0" name=""/>
        <dsp:cNvSpPr/>
      </dsp:nvSpPr>
      <dsp:spPr>
        <a:xfrm>
          <a:off x="2963460" y="3692909"/>
          <a:ext cx="1735422" cy="501336"/>
        </a:xfrm>
        <a:prstGeom prst="round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1111250">
            <a:lnSpc>
              <a:spcPct val="90000"/>
            </a:lnSpc>
            <a:spcBef>
              <a:spcPct val="0"/>
            </a:spcBef>
            <a:spcAft>
              <a:spcPct val="35000"/>
            </a:spcAft>
            <a:buNone/>
          </a:pPr>
          <a:r>
            <a:rPr lang="en-US" sz="2500" b="0" kern="1200" dirty="0">
              <a:solidFill>
                <a:schemeClr val="bg1"/>
              </a:solidFill>
            </a:rPr>
            <a:t>Automation</a:t>
          </a:r>
        </a:p>
      </dsp:txBody>
      <dsp:txXfrm>
        <a:off x="2987933" y="3717382"/>
        <a:ext cx="1686476" cy="45239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CABA8C-F68E-4747-BEE6-2CD84CE5039C}">
      <dsp:nvSpPr>
        <dsp:cNvPr id="0" name=""/>
        <dsp:cNvSpPr/>
      </dsp:nvSpPr>
      <dsp:spPr>
        <a:xfrm>
          <a:off x="0" y="370292"/>
          <a:ext cx="2474638" cy="1484782"/>
        </a:xfrm>
        <a:prstGeom prst="rect">
          <a:avLst/>
        </a:prstGeom>
        <a:solidFill>
          <a:schemeClr val="accent4">
            <a:shade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dirty="0"/>
            <a:t>Join</a:t>
          </a:r>
        </a:p>
        <a:p>
          <a:pPr marL="171450" lvl="1" indent="-171450" algn="l" defTabSz="800100">
            <a:lnSpc>
              <a:spcPct val="90000"/>
            </a:lnSpc>
            <a:spcBef>
              <a:spcPct val="0"/>
            </a:spcBef>
            <a:spcAft>
              <a:spcPct val="15000"/>
            </a:spcAft>
            <a:buChar char="•"/>
          </a:pPr>
          <a:r>
            <a:rPr lang="en-US" sz="1800" i="1" kern="1200" dirty="0"/>
            <a:t>Task Complexity</a:t>
          </a:r>
        </a:p>
        <a:p>
          <a:pPr marL="171450" lvl="1" indent="-171450" algn="l" defTabSz="800100">
            <a:lnSpc>
              <a:spcPct val="90000"/>
            </a:lnSpc>
            <a:spcBef>
              <a:spcPct val="0"/>
            </a:spcBef>
            <a:spcAft>
              <a:spcPct val="15000"/>
            </a:spcAft>
            <a:buChar char="•"/>
          </a:pPr>
          <a:r>
            <a:rPr lang="en-US" sz="1800" i="1" kern="1200" dirty="0"/>
            <a:t>Eqpt Required</a:t>
          </a:r>
        </a:p>
        <a:p>
          <a:pPr marL="171450" lvl="1" indent="-171450" algn="l" defTabSz="800100">
            <a:lnSpc>
              <a:spcPct val="90000"/>
            </a:lnSpc>
            <a:spcBef>
              <a:spcPct val="0"/>
            </a:spcBef>
            <a:spcAft>
              <a:spcPct val="15000"/>
            </a:spcAft>
            <a:buChar char="•"/>
          </a:pPr>
          <a:r>
            <a:rPr lang="en-US" sz="1800" i="1" kern="1200" dirty="0"/>
            <a:t>Customer Rating</a:t>
          </a:r>
        </a:p>
      </dsp:txBody>
      <dsp:txXfrm>
        <a:off x="0" y="370292"/>
        <a:ext cx="2474638" cy="1484782"/>
      </dsp:txXfrm>
    </dsp:sp>
    <dsp:sp modelId="{E3D83339-3605-41D3-B9CD-828554CE7429}">
      <dsp:nvSpPr>
        <dsp:cNvPr id="0" name=""/>
        <dsp:cNvSpPr/>
      </dsp:nvSpPr>
      <dsp:spPr>
        <a:xfrm>
          <a:off x="0" y="2476813"/>
          <a:ext cx="2474638" cy="1484782"/>
        </a:xfrm>
        <a:prstGeom prst="rect">
          <a:avLst/>
        </a:prstGeom>
        <a:solidFill>
          <a:schemeClr val="accent4">
            <a:shade val="50000"/>
            <a:hueOff val="-91960"/>
            <a:satOff val="1414"/>
            <a:lumOff val="25517"/>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dirty="0"/>
            <a:t>Imputation</a:t>
          </a:r>
        </a:p>
        <a:p>
          <a:pPr marL="171450" lvl="1" indent="-171450" algn="l" defTabSz="800100">
            <a:lnSpc>
              <a:spcPct val="90000"/>
            </a:lnSpc>
            <a:spcBef>
              <a:spcPct val="0"/>
            </a:spcBef>
            <a:spcAft>
              <a:spcPct val="15000"/>
            </a:spcAft>
            <a:buChar char="•"/>
          </a:pPr>
          <a:r>
            <a:rPr lang="en-US" sz="1800" i="1" kern="1200" dirty="0"/>
            <a:t>Penalty Cost</a:t>
          </a:r>
        </a:p>
        <a:p>
          <a:pPr marL="342900" lvl="2" indent="-171450" algn="l" defTabSz="800100">
            <a:lnSpc>
              <a:spcPct val="90000"/>
            </a:lnSpc>
            <a:spcBef>
              <a:spcPct val="0"/>
            </a:spcBef>
            <a:spcAft>
              <a:spcPct val="15000"/>
            </a:spcAft>
            <a:buChar char="•"/>
          </a:pPr>
          <a:r>
            <a:rPr lang="en-US" sz="1800" i="0" kern="1200" dirty="0"/>
            <a:t>Based on </a:t>
          </a:r>
          <a:r>
            <a:rPr lang="en-US" sz="1800" i="1" kern="1200" dirty="0"/>
            <a:t>Task Priority</a:t>
          </a:r>
          <a:endParaRPr lang="en-US" sz="1800" i="0" kern="1200" dirty="0"/>
        </a:p>
      </dsp:txBody>
      <dsp:txXfrm>
        <a:off x="0" y="2476813"/>
        <a:ext cx="2474638" cy="1484782"/>
      </dsp:txXfrm>
    </dsp:sp>
    <dsp:sp modelId="{C502F762-FE32-4C49-B6B4-F324024EBBB3}">
      <dsp:nvSpPr>
        <dsp:cNvPr id="0" name=""/>
        <dsp:cNvSpPr/>
      </dsp:nvSpPr>
      <dsp:spPr>
        <a:xfrm>
          <a:off x="3943366" y="625700"/>
          <a:ext cx="5441927" cy="2831243"/>
        </a:xfrm>
        <a:prstGeom prst="rect">
          <a:avLst/>
        </a:prstGeom>
        <a:solidFill>
          <a:schemeClr val="accent4">
            <a:shade val="50000"/>
            <a:hueOff val="-91960"/>
            <a:satOff val="1414"/>
            <a:lumOff val="25517"/>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dirty="0"/>
            <a:t>Feature Engineering</a:t>
          </a:r>
        </a:p>
        <a:p>
          <a:pPr marL="171450" lvl="1" indent="-171450" algn="l" defTabSz="800100">
            <a:lnSpc>
              <a:spcPct val="90000"/>
            </a:lnSpc>
            <a:spcBef>
              <a:spcPct val="0"/>
            </a:spcBef>
            <a:spcAft>
              <a:spcPct val="15000"/>
            </a:spcAft>
            <a:buChar char="•"/>
          </a:pPr>
          <a:r>
            <a:rPr lang="en-US" sz="1800" kern="1200" dirty="0"/>
            <a:t>Based on the task techs have worked on, what does it say about their skillset?</a:t>
          </a:r>
          <a:endParaRPr lang="en-US" sz="1800" i="1" kern="1200" dirty="0"/>
        </a:p>
        <a:p>
          <a:pPr marL="171450" lvl="1" indent="-171450" algn="l" defTabSz="800100">
            <a:lnSpc>
              <a:spcPct val="90000"/>
            </a:lnSpc>
            <a:spcBef>
              <a:spcPct val="0"/>
            </a:spcBef>
            <a:spcAft>
              <a:spcPct val="15000"/>
            </a:spcAft>
            <a:buChar char="•"/>
          </a:pPr>
          <a:r>
            <a:rPr lang="en-US" sz="1800" i="0" kern="1200" dirty="0"/>
            <a:t>Are you QUALIFIED or not?</a:t>
          </a:r>
        </a:p>
        <a:p>
          <a:pPr marL="171450" lvl="1" indent="-171450" algn="l" defTabSz="800100">
            <a:lnSpc>
              <a:spcPct val="90000"/>
            </a:lnSpc>
            <a:spcBef>
              <a:spcPct val="0"/>
            </a:spcBef>
            <a:spcAft>
              <a:spcPct val="15000"/>
            </a:spcAft>
            <a:buChar char="•"/>
          </a:pPr>
          <a:r>
            <a:rPr lang="en-US" sz="1800" i="0" kern="1200" dirty="0"/>
            <a:t>Assumption: Expertise Match looks at equipment requirement and complexity level</a:t>
          </a:r>
        </a:p>
        <a:p>
          <a:pPr marL="171450" lvl="1" indent="-171450" algn="l" defTabSz="800100">
            <a:lnSpc>
              <a:spcPct val="90000"/>
            </a:lnSpc>
            <a:spcBef>
              <a:spcPct val="0"/>
            </a:spcBef>
            <a:spcAft>
              <a:spcPct val="15000"/>
            </a:spcAft>
            <a:buChar char="•"/>
          </a:pPr>
          <a:endParaRPr lang="en-US" sz="1800" i="1" kern="1200" dirty="0"/>
        </a:p>
        <a:p>
          <a:pPr marL="171450" lvl="1" indent="-171450" algn="l" defTabSz="800100">
            <a:lnSpc>
              <a:spcPct val="90000"/>
            </a:lnSpc>
            <a:spcBef>
              <a:spcPct val="0"/>
            </a:spcBef>
            <a:spcAft>
              <a:spcPct val="15000"/>
            </a:spcAft>
            <a:buChar char="•"/>
          </a:pPr>
          <a:r>
            <a:rPr lang="en-US" sz="1800" i="1" kern="1200" dirty="0"/>
            <a:t>Expertise Match </a:t>
          </a:r>
          <a:r>
            <a:rPr lang="en-US" sz="1800" kern="1200" dirty="0"/>
            <a:t>+</a:t>
          </a:r>
          <a:r>
            <a:rPr lang="en-US" sz="1800" i="1" kern="1200" dirty="0"/>
            <a:t> Eqpt Required </a:t>
          </a:r>
          <a:r>
            <a:rPr lang="en-US" sz="1800" kern="1200" dirty="0"/>
            <a:t>+ </a:t>
          </a:r>
          <a:r>
            <a:rPr lang="en-US" sz="1800" i="1" kern="1200" dirty="0"/>
            <a:t>Task Complexity</a:t>
          </a:r>
        </a:p>
        <a:p>
          <a:pPr marL="171450" lvl="1" indent="-171450" algn="l" defTabSz="800100">
            <a:lnSpc>
              <a:spcPct val="90000"/>
            </a:lnSpc>
            <a:spcBef>
              <a:spcPct val="0"/>
            </a:spcBef>
            <a:spcAft>
              <a:spcPct val="15000"/>
            </a:spcAft>
            <a:buChar char="•"/>
          </a:pPr>
          <a:r>
            <a:rPr lang="en-US" sz="1800" i="0" kern="1200" dirty="0"/>
            <a:t>Create </a:t>
          </a:r>
          <a:r>
            <a:rPr lang="en-US" sz="1800" i="1" kern="1200" dirty="0"/>
            <a:t>Eqpt Trained </a:t>
          </a:r>
          <a:r>
            <a:rPr lang="en-US" sz="1800" i="0" kern="1200" dirty="0"/>
            <a:t>+ </a:t>
          </a:r>
          <a:r>
            <a:rPr lang="en-US" sz="1800" i="1" kern="1200" dirty="0"/>
            <a:t>Tech Complexity</a:t>
          </a:r>
        </a:p>
        <a:p>
          <a:pPr marL="171450" lvl="1" indent="-171450" algn="l" defTabSz="800100">
            <a:lnSpc>
              <a:spcPct val="90000"/>
            </a:lnSpc>
            <a:spcBef>
              <a:spcPct val="0"/>
            </a:spcBef>
            <a:spcAft>
              <a:spcPct val="15000"/>
            </a:spcAft>
            <a:buChar char="•"/>
          </a:pPr>
          <a:r>
            <a:rPr lang="en-US" sz="1800" i="0" kern="1200" dirty="0"/>
            <a:t>Recalibrate </a:t>
          </a:r>
          <a:r>
            <a:rPr lang="en-US" sz="1800" i="1" kern="1200" dirty="0"/>
            <a:t>Expertise Match</a:t>
          </a:r>
        </a:p>
      </dsp:txBody>
      <dsp:txXfrm>
        <a:off x="3943366" y="625700"/>
        <a:ext cx="5441927" cy="283124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CCE838-B451-4150-B8FC-DDC44F76E03A}">
      <dsp:nvSpPr>
        <dsp:cNvPr id="0" name=""/>
        <dsp:cNvSpPr/>
      </dsp:nvSpPr>
      <dsp:spPr>
        <a:xfrm>
          <a:off x="1980380" y="625714"/>
          <a:ext cx="4167238" cy="4167238"/>
        </a:xfrm>
        <a:prstGeom prst="blockArc">
          <a:avLst>
            <a:gd name="adj1" fmla="val 10800000"/>
            <a:gd name="adj2" fmla="val 16200000"/>
            <a:gd name="adj3" fmla="val 4642"/>
          </a:avLst>
        </a:prstGeom>
        <a:solidFill>
          <a:schemeClr val="accent5">
            <a:shade val="90000"/>
            <a:hueOff val="-86182"/>
            <a:satOff val="-6377"/>
            <a:lumOff val="19604"/>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DB9FC18-24F2-4383-BFA9-C55BA96745B9}">
      <dsp:nvSpPr>
        <dsp:cNvPr id="0" name=""/>
        <dsp:cNvSpPr/>
      </dsp:nvSpPr>
      <dsp:spPr>
        <a:xfrm>
          <a:off x="1980380" y="625714"/>
          <a:ext cx="4167238" cy="4167238"/>
        </a:xfrm>
        <a:prstGeom prst="blockArc">
          <a:avLst>
            <a:gd name="adj1" fmla="val 5400000"/>
            <a:gd name="adj2" fmla="val 10800000"/>
            <a:gd name="adj3" fmla="val 4642"/>
          </a:avLst>
        </a:prstGeom>
        <a:solidFill>
          <a:schemeClr val="accent5">
            <a:shade val="90000"/>
            <a:hueOff val="-172364"/>
            <a:satOff val="-12753"/>
            <a:lumOff val="39208"/>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617B71E-47AD-424E-AB4D-D1FC1ECFF7E0}">
      <dsp:nvSpPr>
        <dsp:cNvPr id="0" name=""/>
        <dsp:cNvSpPr/>
      </dsp:nvSpPr>
      <dsp:spPr>
        <a:xfrm>
          <a:off x="1980380" y="625714"/>
          <a:ext cx="4167238" cy="4167238"/>
        </a:xfrm>
        <a:prstGeom prst="blockArc">
          <a:avLst>
            <a:gd name="adj1" fmla="val 0"/>
            <a:gd name="adj2" fmla="val 5400000"/>
            <a:gd name="adj3" fmla="val 4642"/>
          </a:avLst>
        </a:prstGeom>
        <a:solidFill>
          <a:schemeClr val="accent5">
            <a:shade val="90000"/>
            <a:hueOff val="-86182"/>
            <a:satOff val="-6377"/>
            <a:lumOff val="19604"/>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026A9F2-A9D0-434D-8EA0-20EF8E55A791}">
      <dsp:nvSpPr>
        <dsp:cNvPr id="0" name=""/>
        <dsp:cNvSpPr/>
      </dsp:nvSpPr>
      <dsp:spPr>
        <a:xfrm>
          <a:off x="1980380" y="625714"/>
          <a:ext cx="4167238" cy="4167238"/>
        </a:xfrm>
        <a:prstGeom prst="blockArc">
          <a:avLst>
            <a:gd name="adj1" fmla="val 16200000"/>
            <a:gd name="adj2" fmla="val 0"/>
            <a:gd name="adj3" fmla="val 4642"/>
          </a:avLst>
        </a:prstGeom>
        <a:solidFill>
          <a:schemeClr val="accent5">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EFE0222-143C-4D5E-A770-6F0C8EDFA52E}">
      <dsp:nvSpPr>
        <dsp:cNvPr id="0" name=""/>
        <dsp:cNvSpPr/>
      </dsp:nvSpPr>
      <dsp:spPr>
        <a:xfrm>
          <a:off x="3104554" y="1749888"/>
          <a:ext cx="1918890" cy="1918890"/>
        </a:xfrm>
        <a:prstGeom prst="ellipse">
          <a:avLst/>
        </a:prstGeom>
        <a:solidFill>
          <a:schemeClr val="accent5">
            <a:shade val="6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kern="1200" dirty="0"/>
            <a:t>Are you QUALIFIED or not</a:t>
          </a:r>
        </a:p>
      </dsp:txBody>
      <dsp:txXfrm>
        <a:off x="3385569" y="2030903"/>
        <a:ext cx="1356860" cy="1356860"/>
      </dsp:txXfrm>
    </dsp:sp>
    <dsp:sp modelId="{6E6354F1-90B4-405F-8BA4-1295BB31D057}">
      <dsp:nvSpPr>
        <dsp:cNvPr id="0" name=""/>
        <dsp:cNvSpPr/>
      </dsp:nvSpPr>
      <dsp:spPr>
        <a:xfrm>
          <a:off x="3392388" y="2458"/>
          <a:ext cx="1343223" cy="1343223"/>
        </a:xfrm>
        <a:prstGeom prst="ellipse">
          <a:avLst/>
        </a:prstGeom>
        <a:solidFill>
          <a:schemeClr val="accent5">
            <a:shade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3589098" y="199168"/>
        <a:ext cx="949803" cy="949803"/>
      </dsp:txXfrm>
    </dsp:sp>
    <dsp:sp modelId="{C866CC31-4FBB-4E57-8986-7160BC5B84CC}">
      <dsp:nvSpPr>
        <dsp:cNvPr id="0" name=""/>
        <dsp:cNvSpPr/>
      </dsp:nvSpPr>
      <dsp:spPr>
        <a:xfrm>
          <a:off x="5427651" y="2037721"/>
          <a:ext cx="1343223" cy="1343223"/>
        </a:xfrm>
        <a:prstGeom prst="ellipse">
          <a:avLst/>
        </a:prstGeom>
        <a:solidFill>
          <a:schemeClr val="accent5">
            <a:shade val="50000"/>
            <a:hueOff val="-84201"/>
            <a:satOff val="-6701"/>
            <a:lumOff val="23107"/>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5624361" y="2234431"/>
        <a:ext cx="949803" cy="949803"/>
      </dsp:txXfrm>
    </dsp:sp>
    <dsp:sp modelId="{084D6C5F-DDB1-4CAC-8A58-B3C8D592F4C7}">
      <dsp:nvSpPr>
        <dsp:cNvPr id="0" name=""/>
        <dsp:cNvSpPr/>
      </dsp:nvSpPr>
      <dsp:spPr>
        <a:xfrm>
          <a:off x="3392388" y="4072985"/>
          <a:ext cx="1343223" cy="1343223"/>
        </a:xfrm>
        <a:prstGeom prst="ellipse">
          <a:avLst/>
        </a:prstGeom>
        <a:solidFill>
          <a:schemeClr val="accent5">
            <a:shade val="50000"/>
            <a:hueOff val="-168402"/>
            <a:satOff val="-13402"/>
            <a:lumOff val="4621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3589098" y="4269695"/>
        <a:ext cx="949803" cy="949803"/>
      </dsp:txXfrm>
    </dsp:sp>
    <dsp:sp modelId="{A273EF0A-67EC-4A39-B8CD-9974EBD300C3}">
      <dsp:nvSpPr>
        <dsp:cNvPr id="0" name=""/>
        <dsp:cNvSpPr/>
      </dsp:nvSpPr>
      <dsp:spPr>
        <a:xfrm>
          <a:off x="1357124" y="2037721"/>
          <a:ext cx="1343223" cy="1343223"/>
        </a:xfrm>
        <a:prstGeom prst="ellipse">
          <a:avLst/>
        </a:prstGeom>
        <a:solidFill>
          <a:schemeClr val="accent5">
            <a:shade val="50000"/>
            <a:hueOff val="-84201"/>
            <a:satOff val="-6701"/>
            <a:lumOff val="23107"/>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1553834" y="2234431"/>
        <a:ext cx="949803" cy="94980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C64EB1-1214-444E-AB45-2801BF31A0BC}">
      <dsp:nvSpPr>
        <dsp:cNvPr id="0" name=""/>
        <dsp:cNvSpPr/>
      </dsp:nvSpPr>
      <dsp:spPr>
        <a:xfrm>
          <a:off x="0" y="3736184"/>
          <a:ext cx="5630322" cy="1226011"/>
        </a:xfrm>
        <a:prstGeom prst="rect">
          <a:avLst/>
        </a:prstGeom>
        <a:solidFill>
          <a:schemeClr val="accent5">
            <a:shade val="8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PICK BEST TECH</a:t>
          </a:r>
        </a:p>
      </dsp:txBody>
      <dsp:txXfrm>
        <a:off x="0" y="3736184"/>
        <a:ext cx="5630322" cy="662046"/>
      </dsp:txXfrm>
    </dsp:sp>
    <dsp:sp modelId="{EE3A4992-5792-4366-AD06-56115DAA1AF2}">
      <dsp:nvSpPr>
        <dsp:cNvPr id="0" name=""/>
        <dsp:cNvSpPr/>
      </dsp:nvSpPr>
      <dsp:spPr>
        <a:xfrm>
          <a:off x="0" y="4372833"/>
          <a:ext cx="2815161" cy="563965"/>
        </a:xfrm>
        <a:prstGeom prst="rect">
          <a:avLst/>
        </a:prstGeom>
        <a:solidFill>
          <a:schemeClr val="accent5">
            <a:alpha val="90000"/>
            <a:tint val="40000"/>
            <a:hueOff val="0"/>
            <a:satOff val="0"/>
            <a:lumOff val="0"/>
            <a:alphaOff val="0"/>
          </a:schemeClr>
        </a:solidFill>
        <a:ln w="15875"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a:t>Soft max</a:t>
          </a:r>
          <a:endParaRPr lang="en-US" sz="1700" kern="1200" dirty="0"/>
        </a:p>
      </dsp:txBody>
      <dsp:txXfrm>
        <a:off x="0" y="4372833"/>
        <a:ext cx="2815161" cy="563965"/>
      </dsp:txXfrm>
    </dsp:sp>
    <dsp:sp modelId="{67C60EBC-7CAF-4911-9011-8B40734D3ACC}">
      <dsp:nvSpPr>
        <dsp:cNvPr id="0" name=""/>
        <dsp:cNvSpPr/>
      </dsp:nvSpPr>
      <dsp:spPr>
        <a:xfrm>
          <a:off x="2815161" y="4372833"/>
          <a:ext cx="2815161" cy="563965"/>
        </a:xfrm>
        <a:prstGeom prst="rect">
          <a:avLst/>
        </a:prstGeom>
        <a:solidFill>
          <a:schemeClr val="accent5">
            <a:alpha val="90000"/>
            <a:tint val="40000"/>
            <a:hueOff val="0"/>
            <a:satOff val="0"/>
            <a:lumOff val="0"/>
            <a:alphaOff val="0"/>
          </a:schemeClr>
        </a:solidFill>
        <a:ln w="15875"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dirty="0"/>
            <a:t>Fair distribution of tech assignments</a:t>
          </a:r>
        </a:p>
      </dsp:txBody>
      <dsp:txXfrm>
        <a:off x="2815161" y="4372833"/>
        <a:ext cx="2815161" cy="563965"/>
      </dsp:txXfrm>
    </dsp:sp>
    <dsp:sp modelId="{7A1E1409-D09C-48A1-BE21-AAD0F6430B18}">
      <dsp:nvSpPr>
        <dsp:cNvPr id="0" name=""/>
        <dsp:cNvSpPr/>
      </dsp:nvSpPr>
      <dsp:spPr>
        <a:xfrm rot="10800000">
          <a:off x="0" y="1868092"/>
          <a:ext cx="5630322" cy="1885605"/>
        </a:xfrm>
        <a:prstGeom prst="upArrowCallout">
          <a:avLst/>
        </a:prstGeom>
        <a:solidFill>
          <a:schemeClr val="accent5">
            <a:shade val="80000"/>
            <a:hueOff val="-75222"/>
            <a:satOff val="-5887"/>
            <a:lumOff val="14921"/>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PREDICT</a:t>
          </a:r>
        </a:p>
      </dsp:txBody>
      <dsp:txXfrm rot="-10800000">
        <a:off x="0" y="1868092"/>
        <a:ext cx="5630322" cy="661847"/>
      </dsp:txXfrm>
    </dsp:sp>
    <dsp:sp modelId="{A5C97C86-E057-4800-BF8D-543A41CEF243}">
      <dsp:nvSpPr>
        <dsp:cNvPr id="0" name=""/>
        <dsp:cNvSpPr/>
      </dsp:nvSpPr>
      <dsp:spPr>
        <a:xfrm>
          <a:off x="0" y="2529939"/>
          <a:ext cx="2815161" cy="563796"/>
        </a:xfrm>
        <a:prstGeom prst="rect">
          <a:avLst/>
        </a:prstGeom>
        <a:solidFill>
          <a:schemeClr val="accent5">
            <a:alpha val="90000"/>
            <a:tint val="40000"/>
            <a:hueOff val="0"/>
            <a:satOff val="0"/>
            <a:lumOff val="0"/>
            <a:alphaOff val="0"/>
          </a:schemeClr>
        </a:solidFill>
        <a:ln w="15875"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dirty="0"/>
            <a:t>Each tech-task pair</a:t>
          </a:r>
        </a:p>
      </dsp:txBody>
      <dsp:txXfrm>
        <a:off x="0" y="2529939"/>
        <a:ext cx="2815161" cy="563796"/>
      </dsp:txXfrm>
    </dsp:sp>
    <dsp:sp modelId="{4EC99613-076C-41CB-AE4C-FE803C7047FA}">
      <dsp:nvSpPr>
        <dsp:cNvPr id="0" name=""/>
        <dsp:cNvSpPr/>
      </dsp:nvSpPr>
      <dsp:spPr>
        <a:xfrm>
          <a:off x="2815161" y="2529939"/>
          <a:ext cx="2815161" cy="563796"/>
        </a:xfrm>
        <a:prstGeom prst="rect">
          <a:avLst/>
        </a:prstGeom>
        <a:solidFill>
          <a:schemeClr val="accent5">
            <a:alpha val="90000"/>
            <a:tint val="40000"/>
            <a:hueOff val="0"/>
            <a:satOff val="0"/>
            <a:lumOff val="0"/>
            <a:alphaOff val="0"/>
          </a:schemeClr>
        </a:solidFill>
        <a:ln w="15875"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dirty="0"/>
            <a:t>Predict possibility of completing the task</a:t>
          </a:r>
        </a:p>
      </dsp:txBody>
      <dsp:txXfrm>
        <a:off x="2815161" y="2529939"/>
        <a:ext cx="2815161" cy="563796"/>
      </dsp:txXfrm>
    </dsp:sp>
    <dsp:sp modelId="{B343DECD-0542-4B76-AE18-284480B0B298}">
      <dsp:nvSpPr>
        <dsp:cNvPr id="0" name=""/>
        <dsp:cNvSpPr/>
      </dsp:nvSpPr>
      <dsp:spPr>
        <a:xfrm rot="10800000">
          <a:off x="0" y="0"/>
          <a:ext cx="5630322" cy="1885605"/>
        </a:xfrm>
        <a:prstGeom prst="upArrowCallout">
          <a:avLst/>
        </a:prstGeom>
        <a:solidFill>
          <a:schemeClr val="accent5">
            <a:shade val="80000"/>
            <a:hueOff val="-150444"/>
            <a:satOff val="-11774"/>
            <a:lumOff val="2984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TRAIN/TEST XGBOOST CLASSIFIER MODEL</a:t>
          </a:r>
        </a:p>
      </dsp:txBody>
      <dsp:txXfrm rot="-10800000">
        <a:off x="0" y="0"/>
        <a:ext cx="5630322" cy="661847"/>
      </dsp:txXfrm>
    </dsp:sp>
    <dsp:sp modelId="{5269A965-7284-4586-8970-1D7D6F46AFA7}">
      <dsp:nvSpPr>
        <dsp:cNvPr id="0" name=""/>
        <dsp:cNvSpPr/>
      </dsp:nvSpPr>
      <dsp:spPr>
        <a:xfrm>
          <a:off x="2749" y="662724"/>
          <a:ext cx="1874941" cy="563796"/>
        </a:xfrm>
        <a:prstGeom prst="rect">
          <a:avLst/>
        </a:prstGeom>
        <a:solidFill>
          <a:schemeClr val="accent5">
            <a:alpha val="90000"/>
            <a:tint val="40000"/>
            <a:hueOff val="0"/>
            <a:satOff val="0"/>
            <a:lumOff val="0"/>
            <a:alphaOff val="0"/>
          </a:schemeClr>
        </a:solidFill>
        <a:ln w="15875"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dirty="0"/>
            <a:t>Task Attributes &amp; Tech Stats</a:t>
          </a:r>
        </a:p>
      </dsp:txBody>
      <dsp:txXfrm>
        <a:off x="2749" y="662724"/>
        <a:ext cx="1874941" cy="563796"/>
      </dsp:txXfrm>
    </dsp:sp>
    <dsp:sp modelId="{1712AA49-430E-4C41-B1E8-4A1BA1BC4924}">
      <dsp:nvSpPr>
        <dsp:cNvPr id="0" name=""/>
        <dsp:cNvSpPr/>
      </dsp:nvSpPr>
      <dsp:spPr>
        <a:xfrm>
          <a:off x="1877690" y="662724"/>
          <a:ext cx="1874941" cy="563796"/>
        </a:xfrm>
        <a:prstGeom prst="rect">
          <a:avLst/>
        </a:prstGeom>
        <a:solidFill>
          <a:schemeClr val="accent5">
            <a:alpha val="90000"/>
            <a:tint val="40000"/>
            <a:hueOff val="0"/>
            <a:satOff val="0"/>
            <a:lumOff val="0"/>
            <a:alphaOff val="0"/>
          </a:schemeClr>
        </a:solidFill>
        <a:ln w="15875"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dirty="0"/>
            <a:t>Target Variable: Task Completed</a:t>
          </a:r>
        </a:p>
      </dsp:txBody>
      <dsp:txXfrm>
        <a:off x="1877690" y="662724"/>
        <a:ext cx="1874941" cy="563796"/>
      </dsp:txXfrm>
    </dsp:sp>
    <dsp:sp modelId="{F3D1D10B-A256-49D0-A2EE-9FFBFCB2F114}">
      <dsp:nvSpPr>
        <dsp:cNvPr id="0" name=""/>
        <dsp:cNvSpPr/>
      </dsp:nvSpPr>
      <dsp:spPr>
        <a:xfrm>
          <a:off x="3752632" y="662724"/>
          <a:ext cx="1874941" cy="563796"/>
        </a:xfrm>
        <a:prstGeom prst="rect">
          <a:avLst/>
        </a:prstGeom>
        <a:solidFill>
          <a:schemeClr val="accent5">
            <a:alpha val="90000"/>
            <a:tint val="40000"/>
            <a:hueOff val="0"/>
            <a:satOff val="0"/>
            <a:lumOff val="0"/>
            <a:alphaOff val="0"/>
          </a:schemeClr>
        </a:solidFill>
        <a:ln w="15875"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dirty="0"/>
            <a:t>ROC: 0.667 </a:t>
          </a:r>
        </a:p>
        <a:p>
          <a:pPr marL="0" lvl="0" indent="0" algn="ctr" defTabSz="755650">
            <a:lnSpc>
              <a:spcPct val="90000"/>
            </a:lnSpc>
            <a:spcBef>
              <a:spcPct val="0"/>
            </a:spcBef>
            <a:spcAft>
              <a:spcPct val="35000"/>
            </a:spcAft>
            <a:buNone/>
          </a:pPr>
          <a:r>
            <a:rPr lang="en-US" sz="1700" kern="1200" dirty="0"/>
            <a:t>Accuracy: 83.3% </a:t>
          </a:r>
        </a:p>
      </dsp:txBody>
      <dsp:txXfrm>
        <a:off x="3752632" y="662724"/>
        <a:ext cx="1874941" cy="56379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B8AB3C-01B5-4EDF-A402-C8A8B7D88933}">
      <dsp:nvSpPr>
        <dsp:cNvPr id="0" name=""/>
        <dsp:cNvSpPr/>
      </dsp:nvSpPr>
      <dsp:spPr>
        <a:xfrm>
          <a:off x="7192987" y="177054"/>
          <a:ext cx="2713012" cy="200490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t="-18000" b="-18000"/>
          </a:stretch>
        </a:blipFill>
        <a:ln>
          <a:noFill/>
        </a:ln>
        <a:effectLst/>
      </dsp:spPr>
      <dsp:style>
        <a:lnRef idx="0">
          <a:scrgbClr r="0" g="0" b="0"/>
        </a:lnRef>
        <a:fillRef idx="1">
          <a:scrgbClr r="0" g="0" b="0"/>
        </a:fillRef>
        <a:effectRef idx="0">
          <a:scrgbClr r="0" g="0" b="0"/>
        </a:effectRef>
        <a:fontRef idx="minor"/>
      </dsp:style>
    </dsp:sp>
    <dsp:sp modelId="{84510E51-59F8-443D-A301-B79C0B16B121}">
      <dsp:nvSpPr>
        <dsp:cNvPr id="0" name=""/>
        <dsp:cNvSpPr/>
      </dsp:nvSpPr>
      <dsp:spPr>
        <a:xfrm>
          <a:off x="555876" y="2310638"/>
          <a:ext cx="2337809" cy="561814"/>
        </a:xfrm>
        <a:prstGeom prst="rect">
          <a:avLst/>
        </a:prstGeom>
        <a:solidFill>
          <a:schemeClr val="accent4">
            <a:shade val="8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5000"/>
            </a:spcAft>
            <a:buNone/>
          </a:pPr>
          <a:r>
            <a:rPr lang="en-US" sz="2000" kern="1200" dirty="0"/>
            <a:t>Python Transformation</a:t>
          </a:r>
        </a:p>
      </dsp:txBody>
      <dsp:txXfrm>
        <a:off x="555876" y="2310638"/>
        <a:ext cx="2337809" cy="561814"/>
      </dsp:txXfrm>
    </dsp:sp>
    <dsp:sp modelId="{9E363E57-DBED-4FD7-B483-4EED78A7CE32}">
      <dsp:nvSpPr>
        <dsp:cNvPr id="0" name=""/>
        <dsp:cNvSpPr/>
      </dsp:nvSpPr>
      <dsp:spPr>
        <a:xfrm>
          <a:off x="3814715" y="177054"/>
          <a:ext cx="2713012" cy="2004906"/>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t="-18000" b="-18000"/>
          </a:stretch>
        </a:blipFill>
        <a:ln>
          <a:noFill/>
        </a:ln>
        <a:effectLst/>
      </dsp:spPr>
      <dsp:style>
        <a:lnRef idx="0">
          <a:scrgbClr r="0" g="0" b="0"/>
        </a:lnRef>
        <a:fillRef idx="1">
          <a:scrgbClr r="0" g="0" b="0"/>
        </a:fillRef>
        <a:effectRef idx="0">
          <a:scrgbClr r="0" g="0" b="0"/>
        </a:effectRef>
        <a:fontRef idx="minor"/>
      </dsp:style>
    </dsp:sp>
    <dsp:sp modelId="{357F9515-AB64-471D-BFF4-BAF68BA3FC2D}">
      <dsp:nvSpPr>
        <dsp:cNvPr id="0" name=""/>
        <dsp:cNvSpPr/>
      </dsp:nvSpPr>
      <dsp:spPr>
        <a:xfrm>
          <a:off x="4058282" y="2310638"/>
          <a:ext cx="2337809" cy="561814"/>
        </a:xfrm>
        <a:prstGeom prst="rect">
          <a:avLst/>
        </a:prstGeom>
        <a:solidFill>
          <a:schemeClr val="accent4">
            <a:shade val="8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5000"/>
            </a:spcAft>
            <a:buNone/>
          </a:pPr>
          <a:r>
            <a:rPr lang="en-US" sz="2000" kern="1200" dirty="0"/>
            <a:t>Backend: </a:t>
          </a:r>
          <a:r>
            <a:rPr lang="en-US" sz="2000" kern="1200" dirty="0" err="1"/>
            <a:t>FastAPI</a:t>
          </a:r>
          <a:endParaRPr lang="en-US" sz="2000" kern="1200" dirty="0"/>
        </a:p>
      </dsp:txBody>
      <dsp:txXfrm>
        <a:off x="4058282" y="2310638"/>
        <a:ext cx="2337809" cy="561814"/>
      </dsp:txXfrm>
    </dsp:sp>
    <dsp:sp modelId="{53BE4C77-A89F-476F-B59F-FA365897BE09}">
      <dsp:nvSpPr>
        <dsp:cNvPr id="0" name=""/>
        <dsp:cNvSpPr/>
      </dsp:nvSpPr>
      <dsp:spPr>
        <a:xfrm>
          <a:off x="401977" y="259676"/>
          <a:ext cx="2713012" cy="2004906"/>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t="-18000" b="-18000"/>
          </a:stretch>
        </a:blipFill>
        <a:ln>
          <a:noFill/>
        </a:ln>
        <a:effectLst/>
      </dsp:spPr>
      <dsp:style>
        <a:lnRef idx="0">
          <a:scrgbClr r="0" g="0" b="0"/>
        </a:lnRef>
        <a:fillRef idx="1">
          <a:scrgbClr r="0" g="0" b="0"/>
        </a:fillRef>
        <a:effectRef idx="0">
          <a:scrgbClr r="0" g="0" b="0"/>
        </a:effectRef>
        <a:fontRef idx="minor"/>
      </dsp:style>
    </dsp:sp>
    <dsp:sp modelId="{F80EF63A-A349-48E0-B8D1-6D09AC7AE51B}">
      <dsp:nvSpPr>
        <dsp:cNvPr id="0" name=""/>
        <dsp:cNvSpPr/>
      </dsp:nvSpPr>
      <dsp:spPr>
        <a:xfrm>
          <a:off x="7417802" y="2301115"/>
          <a:ext cx="2337809" cy="561814"/>
        </a:xfrm>
        <a:prstGeom prst="rect">
          <a:avLst/>
        </a:prstGeom>
        <a:solidFill>
          <a:schemeClr val="accent4">
            <a:shade val="8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5000"/>
            </a:spcAft>
            <a:buNone/>
          </a:pPr>
          <a:r>
            <a:rPr lang="en-US" sz="2000" kern="1200" dirty="0"/>
            <a:t>Frontend: React</a:t>
          </a:r>
        </a:p>
      </dsp:txBody>
      <dsp:txXfrm>
        <a:off x="7417802" y="2301115"/>
        <a:ext cx="2337809" cy="56181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EE2342-CD07-4234-A375-26CE2301BC55}">
      <dsp:nvSpPr>
        <dsp:cNvPr id="0" name=""/>
        <dsp:cNvSpPr/>
      </dsp:nvSpPr>
      <dsp:spPr>
        <a:xfrm>
          <a:off x="-2200327" y="-340455"/>
          <a:ext cx="2628906" cy="2628906"/>
        </a:xfrm>
        <a:prstGeom prst="blockArc">
          <a:avLst>
            <a:gd name="adj1" fmla="val 18900000"/>
            <a:gd name="adj2" fmla="val 2700000"/>
            <a:gd name="adj3" fmla="val 822"/>
          </a:avLst>
        </a:prstGeom>
        <a:noFill/>
        <a:ln w="15875"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3DBB44F-6131-4E3A-8354-7475904496C0}">
      <dsp:nvSpPr>
        <dsp:cNvPr id="0" name=""/>
        <dsp:cNvSpPr/>
      </dsp:nvSpPr>
      <dsp:spPr>
        <a:xfrm>
          <a:off x="275497" y="194799"/>
          <a:ext cx="4485883" cy="389599"/>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9244" tIns="55880" rIns="55880" bIns="55880" numCol="1" spcCol="1270" anchor="ctr" anchorCtr="0">
          <a:noAutofit/>
        </a:bodyPr>
        <a:lstStyle/>
        <a:p>
          <a:pPr marL="0" lvl="0" indent="0" algn="l" defTabSz="977900">
            <a:lnSpc>
              <a:spcPct val="90000"/>
            </a:lnSpc>
            <a:spcBef>
              <a:spcPct val="0"/>
            </a:spcBef>
            <a:spcAft>
              <a:spcPct val="35000"/>
            </a:spcAft>
            <a:buNone/>
          </a:pPr>
          <a:r>
            <a:rPr lang="en-US" sz="2200" kern="1200" dirty="0"/>
            <a:t>Faster Job Turnaround</a:t>
          </a:r>
        </a:p>
      </dsp:txBody>
      <dsp:txXfrm>
        <a:off x="275497" y="194799"/>
        <a:ext cx="4485883" cy="389599"/>
      </dsp:txXfrm>
    </dsp:sp>
    <dsp:sp modelId="{79E8F1FD-DE42-4B62-A7FC-04975C6C7F01}">
      <dsp:nvSpPr>
        <dsp:cNvPr id="0" name=""/>
        <dsp:cNvSpPr/>
      </dsp:nvSpPr>
      <dsp:spPr>
        <a:xfrm>
          <a:off x="31998" y="146099"/>
          <a:ext cx="486999" cy="486999"/>
        </a:xfrm>
        <a:prstGeom prst="ellipse">
          <a:avLst/>
        </a:prstGeom>
        <a:solidFill>
          <a:schemeClr val="lt1">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5181F83-265F-4453-AA5B-4984297767AC}">
      <dsp:nvSpPr>
        <dsp:cNvPr id="0" name=""/>
        <dsp:cNvSpPr/>
      </dsp:nvSpPr>
      <dsp:spPr>
        <a:xfrm>
          <a:off x="417116" y="779198"/>
          <a:ext cx="4344264" cy="389599"/>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9244" tIns="55880" rIns="55880" bIns="55880" numCol="1" spcCol="1270" anchor="ctr" anchorCtr="0">
          <a:noAutofit/>
        </a:bodyPr>
        <a:lstStyle/>
        <a:p>
          <a:pPr marL="0" lvl="0" indent="0" algn="l" defTabSz="977900">
            <a:lnSpc>
              <a:spcPct val="90000"/>
            </a:lnSpc>
            <a:spcBef>
              <a:spcPct val="0"/>
            </a:spcBef>
            <a:spcAft>
              <a:spcPct val="35000"/>
            </a:spcAft>
            <a:buNone/>
          </a:pPr>
          <a:r>
            <a:rPr lang="en-US" sz="2200" kern="1200" dirty="0"/>
            <a:t>Fewer Errors</a:t>
          </a:r>
        </a:p>
      </dsp:txBody>
      <dsp:txXfrm>
        <a:off x="417116" y="779198"/>
        <a:ext cx="4344264" cy="389599"/>
      </dsp:txXfrm>
    </dsp:sp>
    <dsp:sp modelId="{4AD3371C-0AB4-45CB-ABE5-CC3BFEE19AA6}">
      <dsp:nvSpPr>
        <dsp:cNvPr id="0" name=""/>
        <dsp:cNvSpPr/>
      </dsp:nvSpPr>
      <dsp:spPr>
        <a:xfrm>
          <a:off x="173617" y="730498"/>
          <a:ext cx="486999" cy="486999"/>
        </a:xfrm>
        <a:prstGeom prst="ellipse">
          <a:avLst/>
        </a:prstGeom>
        <a:solidFill>
          <a:schemeClr val="lt1">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8FFA619-6E27-47EE-B6B5-11B3823D38C4}">
      <dsp:nvSpPr>
        <dsp:cNvPr id="0" name=""/>
        <dsp:cNvSpPr/>
      </dsp:nvSpPr>
      <dsp:spPr>
        <a:xfrm>
          <a:off x="275497" y="1363597"/>
          <a:ext cx="4485883" cy="389599"/>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9244" tIns="55880" rIns="55880" bIns="55880" numCol="1" spcCol="1270" anchor="ctr" anchorCtr="0">
          <a:noAutofit/>
        </a:bodyPr>
        <a:lstStyle/>
        <a:p>
          <a:pPr marL="0" lvl="0" indent="0" algn="l" defTabSz="977900">
            <a:lnSpc>
              <a:spcPct val="90000"/>
            </a:lnSpc>
            <a:spcBef>
              <a:spcPct val="0"/>
            </a:spcBef>
            <a:spcAft>
              <a:spcPct val="35000"/>
            </a:spcAft>
            <a:buNone/>
          </a:pPr>
          <a:r>
            <a:rPr lang="en-US" sz="2200" kern="1200" dirty="0"/>
            <a:t>More Efficient Use of Workforce</a:t>
          </a:r>
        </a:p>
      </dsp:txBody>
      <dsp:txXfrm>
        <a:off x="275497" y="1363597"/>
        <a:ext cx="4485883" cy="389599"/>
      </dsp:txXfrm>
    </dsp:sp>
    <dsp:sp modelId="{3C6F82AE-058D-4176-82DF-A5F513034D11}">
      <dsp:nvSpPr>
        <dsp:cNvPr id="0" name=""/>
        <dsp:cNvSpPr/>
      </dsp:nvSpPr>
      <dsp:spPr>
        <a:xfrm>
          <a:off x="31998" y="1314897"/>
          <a:ext cx="486999" cy="486999"/>
        </a:xfrm>
        <a:prstGeom prst="ellipse">
          <a:avLst/>
        </a:prstGeom>
        <a:solidFill>
          <a:schemeClr val="lt1">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EE2342-CD07-4234-A375-26CE2301BC55}">
      <dsp:nvSpPr>
        <dsp:cNvPr id="0" name=""/>
        <dsp:cNvSpPr/>
      </dsp:nvSpPr>
      <dsp:spPr>
        <a:xfrm>
          <a:off x="-2916083" y="-449269"/>
          <a:ext cx="3479173" cy="3479173"/>
        </a:xfrm>
        <a:prstGeom prst="blockArc">
          <a:avLst>
            <a:gd name="adj1" fmla="val 18900000"/>
            <a:gd name="adj2" fmla="val 2700000"/>
            <a:gd name="adj3" fmla="val 621"/>
          </a:avLst>
        </a:prstGeom>
        <a:noFill/>
        <a:ln w="15875"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3DBB44F-6131-4E3A-8354-7475904496C0}">
      <dsp:nvSpPr>
        <dsp:cNvPr id="0" name=""/>
        <dsp:cNvSpPr/>
      </dsp:nvSpPr>
      <dsp:spPr>
        <a:xfrm>
          <a:off x="362046" y="258063"/>
          <a:ext cx="2726389" cy="516127"/>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9676" tIns="45720" rIns="45720" bIns="45720" numCol="1" spcCol="1270" anchor="ctr" anchorCtr="0">
          <a:noAutofit/>
        </a:bodyPr>
        <a:lstStyle/>
        <a:p>
          <a:pPr marL="0" lvl="0" indent="0" algn="l" defTabSz="800100">
            <a:lnSpc>
              <a:spcPct val="90000"/>
            </a:lnSpc>
            <a:spcBef>
              <a:spcPct val="0"/>
            </a:spcBef>
            <a:spcAft>
              <a:spcPct val="35000"/>
            </a:spcAft>
            <a:buNone/>
          </a:pPr>
          <a:r>
            <a:rPr lang="en-US" sz="1800" b="0" kern="1200" dirty="0"/>
            <a:t>Avoid Rework + SLA Penalties</a:t>
          </a:r>
        </a:p>
      </dsp:txBody>
      <dsp:txXfrm>
        <a:off x="362046" y="258063"/>
        <a:ext cx="2726389" cy="516127"/>
      </dsp:txXfrm>
    </dsp:sp>
    <dsp:sp modelId="{79E8F1FD-DE42-4B62-A7FC-04975C6C7F01}">
      <dsp:nvSpPr>
        <dsp:cNvPr id="0" name=""/>
        <dsp:cNvSpPr/>
      </dsp:nvSpPr>
      <dsp:spPr>
        <a:xfrm>
          <a:off x="39467" y="193547"/>
          <a:ext cx="645158" cy="645158"/>
        </a:xfrm>
        <a:prstGeom prst="ellipse">
          <a:avLst/>
        </a:prstGeom>
        <a:solidFill>
          <a:schemeClr val="lt1">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5181F83-265F-4453-AA5B-4984297767AC}">
      <dsp:nvSpPr>
        <dsp:cNvPr id="0" name=""/>
        <dsp:cNvSpPr/>
      </dsp:nvSpPr>
      <dsp:spPr>
        <a:xfrm>
          <a:off x="549658" y="1032254"/>
          <a:ext cx="2538776" cy="516127"/>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9676" tIns="45720" rIns="45720" bIns="45720" numCol="1" spcCol="1270" anchor="ctr" anchorCtr="0">
          <a:noAutofit/>
        </a:bodyPr>
        <a:lstStyle/>
        <a:p>
          <a:pPr marL="0" lvl="0" indent="0" algn="l" defTabSz="800100">
            <a:lnSpc>
              <a:spcPct val="90000"/>
            </a:lnSpc>
            <a:spcBef>
              <a:spcPct val="0"/>
            </a:spcBef>
            <a:spcAft>
              <a:spcPct val="35000"/>
            </a:spcAft>
            <a:buNone/>
          </a:pPr>
          <a:r>
            <a:rPr lang="en-US" sz="1800" kern="1200" dirty="0"/>
            <a:t>More Efficient Technician Time</a:t>
          </a:r>
        </a:p>
      </dsp:txBody>
      <dsp:txXfrm>
        <a:off x="549658" y="1032254"/>
        <a:ext cx="2538776" cy="516127"/>
      </dsp:txXfrm>
    </dsp:sp>
    <dsp:sp modelId="{4AD3371C-0AB4-45CB-ABE5-CC3BFEE19AA6}">
      <dsp:nvSpPr>
        <dsp:cNvPr id="0" name=""/>
        <dsp:cNvSpPr/>
      </dsp:nvSpPr>
      <dsp:spPr>
        <a:xfrm>
          <a:off x="227079" y="967738"/>
          <a:ext cx="645158" cy="645158"/>
        </a:xfrm>
        <a:prstGeom prst="ellipse">
          <a:avLst/>
        </a:prstGeom>
        <a:solidFill>
          <a:schemeClr val="lt1">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8FFA619-6E27-47EE-B6B5-11B3823D38C4}">
      <dsp:nvSpPr>
        <dsp:cNvPr id="0" name=""/>
        <dsp:cNvSpPr/>
      </dsp:nvSpPr>
      <dsp:spPr>
        <a:xfrm>
          <a:off x="362046" y="1806444"/>
          <a:ext cx="2726389" cy="516127"/>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9676" tIns="45720" rIns="45720" bIns="45720" numCol="1" spcCol="1270" anchor="ctr" anchorCtr="0">
          <a:noAutofit/>
        </a:bodyPr>
        <a:lstStyle/>
        <a:p>
          <a:pPr marL="0" lvl="0" indent="0" algn="l" defTabSz="800100">
            <a:lnSpc>
              <a:spcPct val="90000"/>
            </a:lnSpc>
            <a:spcBef>
              <a:spcPct val="0"/>
            </a:spcBef>
            <a:spcAft>
              <a:spcPct val="35000"/>
            </a:spcAft>
            <a:buNone/>
          </a:pPr>
          <a:r>
            <a:rPr lang="en-US" sz="1800" kern="1200" dirty="0"/>
            <a:t>Higher Service Margins</a:t>
          </a:r>
        </a:p>
      </dsp:txBody>
      <dsp:txXfrm>
        <a:off x="362046" y="1806444"/>
        <a:ext cx="2726389" cy="516127"/>
      </dsp:txXfrm>
    </dsp:sp>
    <dsp:sp modelId="{3C6F82AE-058D-4176-82DF-A5F513034D11}">
      <dsp:nvSpPr>
        <dsp:cNvPr id="0" name=""/>
        <dsp:cNvSpPr/>
      </dsp:nvSpPr>
      <dsp:spPr>
        <a:xfrm>
          <a:off x="39467" y="1741928"/>
          <a:ext cx="645158" cy="645158"/>
        </a:xfrm>
        <a:prstGeom prst="ellipse">
          <a:avLst/>
        </a:prstGeom>
        <a:solidFill>
          <a:schemeClr val="lt1">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EE2342-CD07-4234-A375-26CE2301BC55}">
      <dsp:nvSpPr>
        <dsp:cNvPr id="0" name=""/>
        <dsp:cNvSpPr/>
      </dsp:nvSpPr>
      <dsp:spPr>
        <a:xfrm>
          <a:off x="-2141428" y="-331501"/>
          <a:ext cx="2558939" cy="2558939"/>
        </a:xfrm>
        <a:prstGeom prst="blockArc">
          <a:avLst>
            <a:gd name="adj1" fmla="val 18900000"/>
            <a:gd name="adj2" fmla="val 2700000"/>
            <a:gd name="adj3" fmla="val 844"/>
          </a:avLst>
        </a:prstGeom>
        <a:noFill/>
        <a:ln w="15875"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3DBB44F-6131-4E3A-8354-7475904496C0}">
      <dsp:nvSpPr>
        <dsp:cNvPr id="0" name=""/>
        <dsp:cNvSpPr/>
      </dsp:nvSpPr>
      <dsp:spPr>
        <a:xfrm>
          <a:off x="268375" y="189593"/>
          <a:ext cx="4044906" cy="379187"/>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0980" tIns="53340" rIns="53340" bIns="53340" numCol="1" spcCol="1270" anchor="ctr" anchorCtr="0">
          <a:noAutofit/>
        </a:bodyPr>
        <a:lstStyle/>
        <a:p>
          <a:pPr marL="0" lvl="0" indent="0" algn="l" defTabSz="933450">
            <a:lnSpc>
              <a:spcPct val="90000"/>
            </a:lnSpc>
            <a:spcBef>
              <a:spcPct val="0"/>
            </a:spcBef>
            <a:spcAft>
              <a:spcPct val="35000"/>
            </a:spcAft>
            <a:buNone/>
          </a:pPr>
          <a:r>
            <a:rPr lang="en-US" sz="2100" kern="1200" dirty="0"/>
            <a:t>Enhance Reputation</a:t>
          </a:r>
        </a:p>
      </dsp:txBody>
      <dsp:txXfrm>
        <a:off x="268375" y="189593"/>
        <a:ext cx="4044906" cy="379187"/>
      </dsp:txXfrm>
    </dsp:sp>
    <dsp:sp modelId="{79E8F1FD-DE42-4B62-A7FC-04975C6C7F01}">
      <dsp:nvSpPr>
        <dsp:cNvPr id="0" name=""/>
        <dsp:cNvSpPr/>
      </dsp:nvSpPr>
      <dsp:spPr>
        <a:xfrm>
          <a:off x="31383" y="142195"/>
          <a:ext cx="473984" cy="473984"/>
        </a:xfrm>
        <a:prstGeom prst="ellipse">
          <a:avLst/>
        </a:prstGeom>
        <a:solidFill>
          <a:schemeClr val="lt1">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5181F83-265F-4453-AA5B-4984297767AC}">
      <dsp:nvSpPr>
        <dsp:cNvPr id="0" name=""/>
        <dsp:cNvSpPr/>
      </dsp:nvSpPr>
      <dsp:spPr>
        <a:xfrm>
          <a:off x="406210" y="758374"/>
          <a:ext cx="3907071" cy="379187"/>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0980" tIns="53340" rIns="53340" bIns="53340" numCol="1" spcCol="1270" anchor="ctr" anchorCtr="0">
          <a:noAutofit/>
        </a:bodyPr>
        <a:lstStyle/>
        <a:p>
          <a:pPr marL="0" lvl="0" indent="0" algn="l" defTabSz="933450">
            <a:lnSpc>
              <a:spcPct val="90000"/>
            </a:lnSpc>
            <a:spcBef>
              <a:spcPct val="0"/>
            </a:spcBef>
            <a:spcAft>
              <a:spcPct val="35000"/>
            </a:spcAft>
            <a:buNone/>
          </a:pPr>
          <a:r>
            <a:rPr lang="en-US" sz="2100" kern="1200" dirty="0"/>
            <a:t>Increases Customer Retention</a:t>
          </a:r>
        </a:p>
      </dsp:txBody>
      <dsp:txXfrm>
        <a:off x="406210" y="758374"/>
        <a:ext cx="3907071" cy="379187"/>
      </dsp:txXfrm>
    </dsp:sp>
    <dsp:sp modelId="{4AD3371C-0AB4-45CB-ABE5-CC3BFEE19AA6}">
      <dsp:nvSpPr>
        <dsp:cNvPr id="0" name=""/>
        <dsp:cNvSpPr/>
      </dsp:nvSpPr>
      <dsp:spPr>
        <a:xfrm>
          <a:off x="169218" y="710976"/>
          <a:ext cx="473984" cy="473984"/>
        </a:xfrm>
        <a:prstGeom prst="ellipse">
          <a:avLst/>
        </a:prstGeom>
        <a:solidFill>
          <a:schemeClr val="lt1">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9228107-7147-41BE-A3C6-ABAEC590FC2C}">
      <dsp:nvSpPr>
        <dsp:cNvPr id="0" name=""/>
        <dsp:cNvSpPr/>
      </dsp:nvSpPr>
      <dsp:spPr>
        <a:xfrm>
          <a:off x="268375" y="1327155"/>
          <a:ext cx="4044906" cy="379187"/>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0980" tIns="53340" rIns="53340" bIns="53340" numCol="1" spcCol="1270" anchor="ctr" anchorCtr="0">
          <a:noAutofit/>
        </a:bodyPr>
        <a:lstStyle/>
        <a:p>
          <a:pPr marL="0" lvl="0" indent="0" algn="l" defTabSz="933450">
            <a:lnSpc>
              <a:spcPct val="90000"/>
            </a:lnSpc>
            <a:spcBef>
              <a:spcPct val="0"/>
            </a:spcBef>
            <a:spcAft>
              <a:spcPct val="35000"/>
            </a:spcAft>
            <a:buNone/>
          </a:pPr>
          <a:r>
            <a:rPr lang="en-US" sz="2100" kern="1200" dirty="0"/>
            <a:t>Become More Competitive</a:t>
          </a:r>
        </a:p>
      </dsp:txBody>
      <dsp:txXfrm>
        <a:off x="268375" y="1327155"/>
        <a:ext cx="4044906" cy="379187"/>
      </dsp:txXfrm>
    </dsp:sp>
    <dsp:sp modelId="{12206238-7B00-4C61-913F-3A099DECF3DA}">
      <dsp:nvSpPr>
        <dsp:cNvPr id="0" name=""/>
        <dsp:cNvSpPr/>
      </dsp:nvSpPr>
      <dsp:spPr>
        <a:xfrm>
          <a:off x="31383" y="1279757"/>
          <a:ext cx="473984" cy="473984"/>
        </a:xfrm>
        <a:prstGeom prst="ellipse">
          <a:avLst/>
        </a:prstGeom>
        <a:solidFill>
          <a:schemeClr val="lt1">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6C6187-5E01-4E04-B6AB-2BDE65DBFD12}">
      <dsp:nvSpPr>
        <dsp:cNvPr id="0" name=""/>
        <dsp:cNvSpPr/>
      </dsp:nvSpPr>
      <dsp:spPr>
        <a:xfrm>
          <a:off x="-3571762" y="-548949"/>
          <a:ext cx="4258072" cy="4258072"/>
        </a:xfrm>
        <a:prstGeom prst="blockArc">
          <a:avLst>
            <a:gd name="adj1" fmla="val 18900000"/>
            <a:gd name="adj2" fmla="val 2700000"/>
            <a:gd name="adj3" fmla="val 507"/>
          </a:avLst>
        </a:prstGeom>
        <a:noFill/>
        <a:ln w="15875"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A962971-7791-4752-B58B-603D82A1DEBC}">
      <dsp:nvSpPr>
        <dsp:cNvPr id="0" name=""/>
        <dsp:cNvSpPr/>
      </dsp:nvSpPr>
      <dsp:spPr>
        <a:xfrm>
          <a:off x="441330" y="316017"/>
          <a:ext cx="3471396" cy="632034"/>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1677"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t>Small Dataset</a:t>
          </a:r>
        </a:p>
      </dsp:txBody>
      <dsp:txXfrm>
        <a:off x="441330" y="316017"/>
        <a:ext cx="3471396" cy="632034"/>
      </dsp:txXfrm>
    </dsp:sp>
    <dsp:sp modelId="{FDB02009-68B0-4F8A-9B52-4CC6DAFEF662}">
      <dsp:nvSpPr>
        <dsp:cNvPr id="0" name=""/>
        <dsp:cNvSpPr/>
      </dsp:nvSpPr>
      <dsp:spPr>
        <a:xfrm>
          <a:off x="46309" y="237012"/>
          <a:ext cx="790043" cy="790043"/>
        </a:xfrm>
        <a:prstGeom prst="ellipse">
          <a:avLst/>
        </a:prstGeom>
        <a:solidFill>
          <a:schemeClr val="lt1">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A827153-4FC9-4752-B569-4439865ECB1F}">
      <dsp:nvSpPr>
        <dsp:cNvPr id="0" name=""/>
        <dsp:cNvSpPr/>
      </dsp:nvSpPr>
      <dsp:spPr>
        <a:xfrm>
          <a:off x="671075" y="1264069"/>
          <a:ext cx="3241652" cy="632034"/>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1677" tIns="58420" rIns="58420" bIns="58420" numCol="1" spcCol="1270" anchor="ctr" anchorCtr="0">
          <a:noAutofit/>
        </a:bodyPr>
        <a:lstStyle/>
        <a:p>
          <a:pPr marL="0" lvl="0" indent="0" algn="l" defTabSz="1022350">
            <a:lnSpc>
              <a:spcPct val="90000"/>
            </a:lnSpc>
            <a:spcBef>
              <a:spcPct val="0"/>
            </a:spcBef>
            <a:spcAft>
              <a:spcPct val="35000"/>
            </a:spcAft>
            <a:buNone/>
          </a:pPr>
          <a:r>
            <a:rPr lang="en-US" sz="2300" kern="1200" dirty="0"/>
            <a:t>Missing Contextual Data</a:t>
          </a:r>
        </a:p>
      </dsp:txBody>
      <dsp:txXfrm>
        <a:off x="671075" y="1264069"/>
        <a:ext cx="3241652" cy="632034"/>
      </dsp:txXfrm>
    </dsp:sp>
    <dsp:sp modelId="{B8FE4DD7-8EE9-4BCE-BDDD-448B4FA6F0C7}">
      <dsp:nvSpPr>
        <dsp:cNvPr id="0" name=""/>
        <dsp:cNvSpPr/>
      </dsp:nvSpPr>
      <dsp:spPr>
        <a:xfrm>
          <a:off x="276053" y="1185064"/>
          <a:ext cx="790043" cy="790043"/>
        </a:xfrm>
        <a:prstGeom prst="ellipse">
          <a:avLst/>
        </a:prstGeom>
        <a:solidFill>
          <a:schemeClr val="lt1">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815808B-988F-40D0-B4B4-EAE3D6C17100}">
      <dsp:nvSpPr>
        <dsp:cNvPr id="0" name=""/>
        <dsp:cNvSpPr/>
      </dsp:nvSpPr>
      <dsp:spPr>
        <a:xfrm>
          <a:off x="441330" y="2212121"/>
          <a:ext cx="3471396" cy="632034"/>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1677" tIns="53340" rIns="53340" bIns="53340" numCol="1" spcCol="1270" anchor="ctr" anchorCtr="0">
          <a:noAutofit/>
        </a:bodyPr>
        <a:lstStyle/>
        <a:p>
          <a:pPr marL="0" lvl="0" indent="0" algn="l" defTabSz="933450">
            <a:lnSpc>
              <a:spcPct val="90000"/>
            </a:lnSpc>
            <a:spcBef>
              <a:spcPct val="0"/>
            </a:spcBef>
            <a:spcAft>
              <a:spcPct val="35000"/>
            </a:spcAft>
            <a:buNone/>
          </a:pPr>
          <a:r>
            <a:rPr lang="en-US" sz="2100" kern="1200" dirty="0"/>
            <a:t>Challenges with Derived Attributes</a:t>
          </a:r>
        </a:p>
      </dsp:txBody>
      <dsp:txXfrm>
        <a:off x="441330" y="2212121"/>
        <a:ext cx="3471396" cy="632034"/>
      </dsp:txXfrm>
    </dsp:sp>
    <dsp:sp modelId="{A6DCA587-D663-4737-8BFD-F82FB70E6FFB}">
      <dsp:nvSpPr>
        <dsp:cNvPr id="0" name=""/>
        <dsp:cNvSpPr/>
      </dsp:nvSpPr>
      <dsp:spPr>
        <a:xfrm>
          <a:off x="46309" y="2133116"/>
          <a:ext cx="790043" cy="790043"/>
        </a:xfrm>
        <a:prstGeom prst="ellipse">
          <a:avLst/>
        </a:prstGeom>
        <a:solidFill>
          <a:schemeClr val="lt1">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97D994-870A-4A82-A245-1F1EF2F31AE7}">
      <dsp:nvSpPr>
        <dsp:cNvPr id="0" name=""/>
        <dsp:cNvSpPr/>
      </dsp:nvSpPr>
      <dsp:spPr>
        <a:xfrm>
          <a:off x="1169654" y="340840"/>
          <a:ext cx="3733279" cy="1166649"/>
        </a:xfrm>
        <a:prstGeom prst="rect">
          <a:avLst/>
        </a:prstGeom>
        <a:solidFill>
          <a:schemeClr val="lt1">
            <a:alpha val="55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90211"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Collect More Data</a:t>
          </a:r>
        </a:p>
      </dsp:txBody>
      <dsp:txXfrm>
        <a:off x="1169654" y="340840"/>
        <a:ext cx="3733279" cy="1166649"/>
      </dsp:txXfrm>
    </dsp:sp>
    <dsp:sp modelId="{22580AD0-2EDD-43B8-9E88-166C4DF122CE}">
      <dsp:nvSpPr>
        <dsp:cNvPr id="0" name=""/>
        <dsp:cNvSpPr/>
      </dsp:nvSpPr>
      <dsp:spPr>
        <a:xfrm>
          <a:off x="1014101" y="172324"/>
          <a:ext cx="816654" cy="1224982"/>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l="-25000" r="-25000"/>
          </a:stretch>
        </a:blipFill>
        <a:ln w="2222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dsp:style>
    </dsp:sp>
    <dsp:sp modelId="{9E7BC419-3940-4A07-8922-E9B08257DCC6}">
      <dsp:nvSpPr>
        <dsp:cNvPr id="0" name=""/>
        <dsp:cNvSpPr/>
      </dsp:nvSpPr>
      <dsp:spPr>
        <a:xfrm>
          <a:off x="1169654" y="1809522"/>
          <a:ext cx="3733279" cy="1166649"/>
        </a:xfrm>
        <a:prstGeom prst="rect">
          <a:avLst/>
        </a:prstGeom>
        <a:solidFill>
          <a:schemeClr val="lt1">
            <a:alpha val="55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90211"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Route Optimization</a:t>
          </a:r>
        </a:p>
      </dsp:txBody>
      <dsp:txXfrm>
        <a:off x="1169654" y="1809522"/>
        <a:ext cx="3733279" cy="1166649"/>
      </dsp:txXfrm>
    </dsp:sp>
    <dsp:sp modelId="{7C8BF911-CE23-4425-9D42-6A2677F79516}">
      <dsp:nvSpPr>
        <dsp:cNvPr id="0" name=""/>
        <dsp:cNvSpPr/>
      </dsp:nvSpPr>
      <dsp:spPr>
        <a:xfrm>
          <a:off x="1014101" y="1641006"/>
          <a:ext cx="816654" cy="1224982"/>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l="-25000" r="-25000"/>
          </a:stretch>
        </a:blipFill>
        <a:ln w="2222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dsp:style>
    </dsp:sp>
    <dsp:sp modelId="{0E015A7B-F094-49CE-B706-042E659A6A2B}">
      <dsp:nvSpPr>
        <dsp:cNvPr id="0" name=""/>
        <dsp:cNvSpPr/>
      </dsp:nvSpPr>
      <dsp:spPr>
        <a:xfrm>
          <a:off x="1169654" y="3278205"/>
          <a:ext cx="3733279" cy="1166649"/>
        </a:xfrm>
        <a:prstGeom prst="rect">
          <a:avLst/>
        </a:prstGeom>
        <a:solidFill>
          <a:schemeClr val="lt1">
            <a:alpha val="55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90211"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t>Account for Dynamic Conditions</a:t>
          </a:r>
        </a:p>
      </dsp:txBody>
      <dsp:txXfrm>
        <a:off x="1169654" y="3278205"/>
        <a:ext cx="3733279" cy="1166649"/>
      </dsp:txXfrm>
    </dsp:sp>
    <dsp:sp modelId="{94B3678D-892C-441A-B302-5B07ADA21553}">
      <dsp:nvSpPr>
        <dsp:cNvPr id="0" name=""/>
        <dsp:cNvSpPr/>
      </dsp:nvSpPr>
      <dsp:spPr>
        <a:xfrm>
          <a:off x="1014101" y="3109689"/>
          <a:ext cx="816654" cy="1224982"/>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l="-25000" r="-25000"/>
          </a:stretch>
        </a:blipFill>
        <a:ln w="2222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dsp:style>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D0818-A15A-4F3F-A084-C9B453B5ADDC}">
      <dsp:nvSpPr>
        <dsp:cNvPr id="0" name=""/>
        <dsp:cNvSpPr/>
      </dsp:nvSpPr>
      <dsp:spPr>
        <a:xfrm>
          <a:off x="4307175" y="0"/>
          <a:ext cx="3049740" cy="1882587"/>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t="-31000" b="-3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7A9F9DE-E90B-4A76-A345-C41DEF685E45}">
      <dsp:nvSpPr>
        <dsp:cNvPr id="0" name=""/>
        <dsp:cNvSpPr/>
      </dsp:nvSpPr>
      <dsp:spPr>
        <a:xfrm>
          <a:off x="280426" y="0"/>
          <a:ext cx="3049740" cy="1882587"/>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t="-31000" b="-3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96E81B7-D82C-466F-B243-2B40C9C0E287}">
      <dsp:nvSpPr>
        <dsp:cNvPr id="0" name=""/>
        <dsp:cNvSpPr/>
      </dsp:nvSpPr>
      <dsp:spPr>
        <a:xfrm>
          <a:off x="43455" y="1871578"/>
          <a:ext cx="3043495" cy="322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0" rIns="80010" bIns="0" numCol="1" spcCol="1270" anchor="b" anchorCtr="0">
          <a:noAutofit/>
        </a:bodyPr>
        <a:lstStyle/>
        <a:p>
          <a:pPr marL="0" lvl="0" indent="0" algn="l" defTabSz="933450">
            <a:lnSpc>
              <a:spcPct val="90000"/>
            </a:lnSpc>
            <a:spcBef>
              <a:spcPct val="0"/>
            </a:spcBef>
            <a:spcAft>
              <a:spcPct val="35000"/>
            </a:spcAft>
            <a:buNone/>
          </a:pPr>
          <a:r>
            <a:rPr lang="en-US" sz="2100" kern="1200" dirty="0"/>
            <a:t>Change Management Plan</a:t>
          </a:r>
        </a:p>
      </dsp:txBody>
      <dsp:txXfrm>
        <a:off x="43455" y="1871578"/>
        <a:ext cx="3043495" cy="322131"/>
      </dsp:txXfrm>
    </dsp:sp>
    <dsp:sp modelId="{3079F045-85EE-4581-B24D-C621E261D2BC}">
      <dsp:nvSpPr>
        <dsp:cNvPr id="0" name=""/>
        <dsp:cNvSpPr/>
      </dsp:nvSpPr>
      <dsp:spPr>
        <a:xfrm>
          <a:off x="43455" y="243085"/>
          <a:ext cx="3048753" cy="1958771"/>
        </a:xfrm>
        <a:prstGeom prst="rect">
          <a:avLst/>
        </a:prstGeom>
        <a:noFill/>
        <a:ln w="15875" cap="flat" cmpd="sng" algn="ctr">
          <a:solidFill>
            <a:schemeClr val="accent6">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C487688-0941-4DD0-B72B-EA146F4D9789}">
      <dsp:nvSpPr>
        <dsp:cNvPr id="0" name=""/>
        <dsp:cNvSpPr/>
      </dsp:nvSpPr>
      <dsp:spPr>
        <a:xfrm>
          <a:off x="4070204" y="1871578"/>
          <a:ext cx="3043495" cy="322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0" rIns="80010" bIns="0" numCol="1" spcCol="1270" anchor="b" anchorCtr="0">
          <a:noAutofit/>
        </a:bodyPr>
        <a:lstStyle/>
        <a:p>
          <a:pPr marL="0" lvl="0" indent="0" algn="l" defTabSz="933450">
            <a:lnSpc>
              <a:spcPct val="90000"/>
            </a:lnSpc>
            <a:spcBef>
              <a:spcPct val="0"/>
            </a:spcBef>
            <a:spcAft>
              <a:spcPct val="35000"/>
            </a:spcAft>
            <a:buNone/>
          </a:pPr>
          <a:r>
            <a:rPr lang="en-US" sz="2100" kern="1200"/>
            <a:t>Employee Trainings</a:t>
          </a:r>
          <a:endParaRPr lang="en-US" sz="2100" kern="1200" dirty="0"/>
        </a:p>
      </dsp:txBody>
      <dsp:txXfrm>
        <a:off x="4070204" y="1871578"/>
        <a:ext cx="3043495" cy="322131"/>
      </dsp:txXfrm>
    </dsp:sp>
    <dsp:sp modelId="{F9B54C5C-CDEE-4B69-879D-4122AA80D48A}">
      <dsp:nvSpPr>
        <dsp:cNvPr id="0" name=""/>
        <dsp:cNvSpPr/>
      </dsp:nvSpPr>
      <dsp:spPr>
        <a:xfrm>
          <a:off x="4070204" y="243085"/>
          <a:ext cx="3048753" cy="1958771"/>
        </a:xfrm>
        <a:prstGeom prst="rect">
          <a:avLst/>
        </a:prstGeom>
        <a:noFill/>
        <a:ln w="15875" cap="flat" cmpd="sng" algn="ctr">
          <a:solidFill>
            <a:schemeClr val="accent6">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2.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8/layout/BendingPictureCaption">
  <dgm:title val=""/>
  <dgm:desc val=""/>
  <dgm:catLst>
    <dgm:cat type="picture" pri="6000"/>
    <dgm:cat type="pictureconvert" pri="6000"/>
  </dgm:catLst>
  <dgm:sampData>
    <dgm:dataModel>
      <dgm:ptLst>
        <dgm:pt modelId="0" type="doc"/>
        <dgm:pt modelId="1">
          <dgm:prSet phldr="1"/>
        </dgm:pt>
        <dgm:pt modelId="2">
          <dgm:prSet phldr="1"/>
        </dgm:pt>
      </dgm:ptLst>
      <dgm:cxnLst>
        <dgm:cxn modelId="7" srcId="0" destId="1" srcOrd="0" destOrd="0"/>
        <dgm:cxn modelId="8" srcId="0" destId="2" srcOrd="1"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diagram">
    <dgm:varLst>
      <dgm:dir/>
    </dgm:varLst>
    <dgm:choose name="Name0">
      <dgm:if name="Name1" func="var" arg="dir" op="equ" val="norm">
        <dgm:alg type="snake">
          <dgm:param type="off" val="ctr"/>
        </dgm:alg>
      </dgm:if>
      <dgm:else name="Name2">
        <dgm:alg type="snake">
          <dgm:param type="grDir" val="tR"/>
          <dgm:param type="off" val="c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1"/>
        </dgm:alg>
        <dgm:shape xmlns:r="http://schemas.openxmlformats.org/officeDocument/2006/relationships" r:blip="">
          <dgm:adjLst/>
        </dgm:shape>
        <dgm:choose name="Name3">
          <dgm:if name="Name4" func="var" arg="dir" op="equ" val="norm">
            <dgm:constrLst>
              <dgm:constr type="l" for="ch" forName="Image" refType="w" fact="0"/>
              <dgm:constr type="t" for="ch" forName="Image" refType="h" fact="0"/>
              <dgm:constr type="w" for="ch" forName="Image" refType="w" fact="0.94"/>
              <dgm:constr type="h" for="ch" forName="Image" refType="h" fact="0.91"/>
              <dgm:constr type="l" for="ch" forName="Parent" refType="w" fact="0.19"/>
              <dgm:constr type="t" for="ch" forName="Parent" refType="h" fact="0.745"/>
              <dgm:constr type="w" for="ch" forName="Parent" refType="w" fact="0.81"/>
              <dgm:constr type="h" for="ch" forName="Parent" refType="h" fact="0.255"/>
            </dgm:constrLst>
          </dgm:if>
          <dgm:else name="Name5">
            <dgm:constrLst>
              <dgm:constr type="l" for="ch" forName="Image" refType="w" fact="0.06"/>
              <dgm:constr type="t" for="ch" forName="Image" refType="h" fact="0"/>
              <dgm:constr type="w" for="ch" forName="Image" refType="w" fact="0.94"/>
              <dgm:constr type="h" for="ch" forName="Image" refType="h" fact="0.91"/>
              <dgm:constr type="l" for="ch" forName="Parent" refType="w" fact="0"/>
              <dgm:constr type="t" for="ch" forName="Parent" refType="h" fact="0.745"/>
              <dgm:constr type="w" for="ch" forName="Parent" refType="w" fact="0.81"/>
              <dgm:constr type="h" for="ch" forName="Parent" refType="h" fact="0.255"/>
            </dgm:constrLst>
          </dgm:else>
        </dgm:choose>
        <dgm:layoutNode name="Image" styleLbl="bgShp">
          <dgm:alg type="sp"/>
          <dgm:shape xmlns:r="http://schemas.openxmlformats.org/officeDocument/2006/relationships" type="rect" r:blip="" blipPhldr="1">
            <dgm:adjLst/>
          </dgm:shape>
          <dgm:presOf/>
        </dgm:layoutNode>
        <dgm:layoutNode name="Parent" styleLbl="node0">
          <dgm:varLst>
            <dgm:bulletEnabled val="1"/>
          </dgm:varLst>
          <dgm:alg type="tx">
            <dgm:param type="txAnchorVertCh" val="mid"/>
            <dgm:param type="shpTxRTLAlignCh" val="r"/>
            <dgm:param type="lnSpAfParP" val="5"/>
          </dgm:alg>
          <dgm:shape xmlns:r="http://schemas.openxmlformats.org/officeDocument/2006/relationships" type="rect" r:blip="">
            <dgm:adjLst/>
          </dgm:shape>
          <dgm:presOf axis="desOr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4.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11/layout/Picture Frame">
  <dgm:title val="Picture Frame"/>
  <dgm:desc val="Use to show pictures and the corresponding Level 1 text, both displayed in an offset frame. Works best with Level 1 text only."/>
  <dgm:catLst>
    <dgm:cat type="picture" pri="6500"/>
    <dgm:cat type="officeonline" pri="10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varLst>
    <dgm:choose name="Name1">
      <dgm:if name="Name2" func="var" arg="dir" op="equ" val="norm">
        <dgm:alg type="snake">
          <dgm:param type="off" val="ctr"/>
        </dgm:alg>
      </dgm:if>
      <dgm:else name="Name3">
        <dgm:alg type="snake">
          <dgm:param type="grDir" val="tR"/>
          <dgm:param type="off" val="c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4927"/>
        </dgm:alg>
        <dgm:shape xmlns:r="http://schemas.openxmlformats.org/officeDocument/2006/relationships" r:blip="">
          <dgm:adjLst/>
        </dgm:shape>
        <dgm:choose name="Name4">
          <dgm:if name="Name5" func="var" arg="dir" op="equ" val="norm">
            <dgm:constrLst>
              <dgm:constr type="l" for="ch" forName="ParentText" refType="w" fact="0"/>
              <dgm:constr type="t" for="ch" forName="ParentText" refType="h" fact="0.85"/>
              <dgm:constr type="w" for="ch" forName="ParentText" refType="w" fact="0.926"/>
              <dgm:constr type="h" for="ch" forName="ParentText" refType="h" fact="0.1463"/>
              <dgm:constr type="l" for="ch" forName="Accent1" refType="w" fact="0"/>
              <dgm:constr type="t" for="ch" forName="Accent1" refType="h" fact="0.1104"/>
              <dgm:constr type="w" for="ch" forName="Accent1" refType="w" fact="0.9276"/>
              <dgm:constr type="h" for="ch" forName="Accent1" refType="h" fact="0.8896"/>
              <dgm:constr type="l" for="ch" forName="Image" refType="w" fact="0.0721"/>
              <dgm:constr type="t" for="ch" forName="Image" refType="h" fact="0"/>
              <dgm:constr type="w" for="ch" forName="Image" refType="w" fact="0.9279"/>
              <dgm:constr type="h" for="ch" forName="Image" refType="h" fact="0.855"/>
            </dgm:constrLst>
          </dgm:if>
          <dgm:else name="Name6">
            <dgm:constrLst>
              <dgm:constr type="l" for="ch" forName="ParentText" refType="w" fact="0.0837"/>
              <dgm:constr type="t" for="ch" forName="ParentText" refType="h" fact="0.84"/>
              <dgm:constr type="w" for="ch" forName="ParentText" refType="w" fact="0.9163"/>
              <dgm:constr type="h" for="ch" forName="ParentText" refType="h" fact="0.1463"/>
              <dgm:constr type="l" for="ch" forName="Accent1" refType="w" fact="0.0724"/>
              <dgm:constr type="t" for="ch" forName="Accent1" refType="h" fact="0.1104"/>
              <dgm:constr type="w" for="ch" forName="Accent1" refType="w" fact="0.9276"/>
              <dgm:constr type="h" for="ch" forName="Accent1" refType="h" fact="0.8896"/>
              <dgm:constr type="l" for="ch" forName="Image" refType="w" fact="0"/>
              <dgm:constr type="t" for="ch" forName="Image" refType="h" fact="0"/>
              <dgm:constr type="w" for="ch" forName="Image" refType="w" fact="0.9279"/>
              <dgm:constr type="h" for="ch" forName="Image" refType="h" fact="0.855"/>
            </dgm:constrLst>
          </dgm:else>
        </dgm:choose>
        <dgm:layoutNode name="ParentText" styleLbl="revTx">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
            <dgm:constr type="bMarg" refType="primFontSz" fact="0"/>
          </dgm:constrLst>
          <dgm:ruleLst>
            <dgm:rule type="primFontSz" val="5" fact="NaN" max="NaN"/>
          </dgm:ruleLst>
        </dgm:layoutNode>
        <dgm:layoutNode name="Accent1" styleLbl="parChTrans1D1">
          <dgm:alg type="sp"/>
          <dgm:shape xmlns:r="http://schemas.openxmlformats.org/officeDocument/2006/relationships" type="rect" r:blip="" zOrderOff="10">
            <dgm:adjLst/>
          </dgm:shape>
          <dgm:presOf/>
        </dgm:layoutNode>
        <dgm:layoutNode name="Image" styleLbl="alignImgPlace1">
          <dgm:alg type="sp"/>
          <dgm:shape xmlns:r="http://schemas.openxmlformats.org/officeDocument/2006/relationships" type="rect" r:blip="" zOrderOff="-15"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AEA731-F441-47FB-8AC3-B23CD2AACDD7}" type="datetimeFigureOut">
              <a:rPr lang="en-US" smtClean="0"/>
              <a:t>11/19/2025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D6E5AA-2C20-4C4E-BE94-E4CD41247A7F}" type="slidenum">
              <a:rPr lang="en-US" smtClean="0"/>
              <a:t>‹#›</a:t>
            </a:fld>
            <a:endParaRPr lang="en-US"/>
          </a:p>
        </p:txBody>
      </p:sp>
    </p:spTree>
    <p:extLst>
      <p:ext uri="{BB962C8B-B14F-4D97-AF65-F5344CB8AC3E}">
        <p14:creationId xmlns:p14="http://schemas.microsoft.com/office/powerpoint/2010/main" val="4138526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 introduction</a:t>
            </a:r>
          </a:p>
          <a:p>
            <a:r>
              <a:rPr lang="en-US" dirty="0"/>
              <a:t>Hello good morning good afternoon and good evening! thank you everyone for joining me here today for my final capstone presentation. My name is Sue Byeon. I am the lead project manager, developer, analyst on this project. I am excited to share with you guys what </a:t>
            </a:r>
            <a:r>
              <a:rPr lang="en-US" dirty="0" err="1"/>
              <a:t>Ive</a:t>
            </a:r>
            <a:r>
              <a:rPr lang="en-US" dirty="0"/>
              <a:t> been working on over the past 10 weeks: an automated task assignment algorithm specifically for the telecom industry. </a:t>
            </a:r>
            <a:r>
              <a:rPr lang="en-US" sz="1200" b="0" i="0" kern="1200" dirty="0">
                <a:solidFill>
                  <a:schemeClr val="tx1"/>
                </a:solidFill>
                <a:effectLst/>
                <a:latin typeface="+mn-lt"/>
                <a:ea typeface="+mn-ea"/>
                <a:cs typeface="+mn-cs"/>
              </a:rPr>
              <a:t>What makes this project unique is that it focuses on matching tasks to technicians based on their individual strengths and capabilities.</a:t>
            </a:r>
          </a:p>
          <a:p>
            <a:r>
              <a:rPr lang="en-US" sz="1200" b="0" i="0" kern="1200" dirty="0">
                <a:solidFill>
                  <a:schemeClr val="tx1"/>
                </a:solidFill>
                <a:effectLst/>
                <a:latin typeface="+mn-lt"/>
                <a:ea typeface="+mn-ea"/>
                <a:cs typeface="+mn-cs"/>
              </a:rPr>
              <a:t>So now Lets get into it!</a:t>
            </a:r>
            <a:endParaRPr lang="en-US" dirty="0"/>
          </a:p>
        </p:txBody>
      </p:sp>
      <p:sp>
        <p:nvSpPr>
          <p:cNvPr id="4" name="Slide Number Placeholder 3"/>
          <p:cNvSpPr>
            <a:spLocks noGrp="1"/>
          </p:cNvSpPr>
          <p:nvPr>
            <p:ph type="sldNum" sz="quarter" idx="5"/>
          </p:nvPr>
        </p:nvSpPr>
        <p:spPr/>
        <p:txBody>
          <a:bodyPr/>
          <a:lstStyle/>
          <a:p>
            <a:fld id="{2DD6E5AA-2C20-4C4E-BE94-E4CD41247A7F}" type="slidenum">
              <a:rPr lang="en-US" smtClean="0"/>
              <a:t>1</a:t>
            </a:fld>
            <a:endParaRPr lang="en-US"/>
          </a:p>
        </p:txBody>
      </p:sp>
    </p:spTree>
    <p:extLst>
      <p:ext uri="{BB962C8B-B14F-4D97-AF65-F5344CB8AC3E}">
        <p14:creationId xmlns:p14="http://schemas.microsoft.com/office/powerpoint/2010/main" val="15386436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a:t>
            </a:r>
          </a:p>
          <a:p>
            <a:r>
              <a:rPr lang="en-US" sz="1200" b="0" i="0" kern="1200" dirty="0">
                <a:solidFill>
                  <a:schemeClr val="tx1"/>
                </a:solidFill>
                <a:effectLst/>
                <a:latin typeface="+mn-lt"/>
                <a:ea typeface="+mn-ea"/>
                <a:cs typeface="+mn-cs"/>
              </a:rPr>
              <a:t>Now, let’s talk about why this project matters.</a:t>
            </a:r>
          </a:p>
          <a:p>
            <a:r>
              <a:rPr lang="en-US" sz="1200" b="0" i="0" kern="1200" dirty="0">
                <a:solidFill>
                  <a:schemeClr val="tx1"/>
                </a:solidFill>
                <a:effectLst/>
                <a:latin typeface="+mn-lt"/>
                <a:ea typeface="+mn-ea"/>
                <a:cs typeface="+mn-cs"/>
              </a:rPr>
              <a:t>In today’s world, people have an undeniable desire to stay connected. Telecom companies play a huge role in this by providing the high-speed connectivity we all depend on for work, school, and staying in touch with friends and family. But here’s the challenge—while customers expect fast and reliable connections, many providers struggle to offer that same quality when it comes to their field services. The main reason? They’re often stuck using outdated task assignment systems.</a:t>
            </a:r>
          </a:p>
          <a:p>
            <a:r>
              <a:rPr lang="en-US" sz="1200" b="0" i="0" kern="1200" dirty="0">
                <a:solidFill>
                  <a:schemeClr val="tx1"/>
                </a:solidFill>
                <a:effectLst/>
                <a:latin typeface="+mn-lt"/>
                <a:ea typeface="+mn-ea"/>
                <a:cs typeface="+mn-cs"/>
              </a:rPr>
              <a:t>So, even if you have a great product, you can end up delivering a poor experience to your customers.</a:t>
            </a:r>
          </a:p>
          <a:p>
            <a:r>
              <a:rPr lang="en-US" sz="1200" b="0" i="0" kern="1200" dirty="0">
                <a:solidFill>
                  <a:schemeClr val="tx1"/>
                </a:solidFill>
                <a:effectLst/>
                <a:latin typeface="+mn-lt"/>
                <a:ea typeface="+mn-ea"/>
                <a:cs typeface="+mn-cs"/>
              </a:rPr>
              <a:t>To put this into perspective, imagine a company with 100,000 customers. If they have a 30% annual churn rate and an average revenue per user of $70K, that company could lose around $2.09 billion each year—simply because customers are dissatisfied with poor service.</a:t>
            </a:r>
          </a:p>
          <a:p>
            <a:endParaRPr lang="en-US" dirty="0"/>
          </a:p>
        </p:txBody>
      </p:sp>
      <p:sp>
        <p:nvSpPr>
          <p:cNvPr id="4" name="Slide Number Placeholder 3"/>
          <p:cNvSpPr>
            <a:spLocks noGrp="1"/>
          </p:cNvSpPr>
          <p:nvPr>
            <p:ph type="sldNum" sz="quarter" idx="5"/>
          </p:nvPr>
        </p:nvSpPr>
        <p:spPr/>
        <p:txBody>
          <a:bodyPr/>
          <a:lstStyle/>
          <a:p>
            <a:fld id="{2DD6E5AA-2C20-4C4E-BE94-E4CD41247A7F}" type="slidenum">
              <a:rPr lang="en-US" smtClean="0"/>
              <a:t>2</a:t>
            </a:fld>
            <a:endParaRPr lang="en-US"/>
          </a:p>
        </p:txBody>
      </p:sp>
    </p:spTree>
    <p:extLst>
      <p:ext uri="{BB962C8B-B14F-4D97-AF65-F5344CB8AC3E}">
        <p14:creationId xmlns:p14="http://schemas.microsoft.com/office/powerpoint/2010/main" val="12363160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a:t>
            </a:r>
          </a:p>
          <a:p>
            <a:r>
              <a:rPr lang="en-US" sz="1200" b="0" i="0" kern="1200" dirty="0">
                <a:solidFill>
                  <a:schemeClr val="tx1"/>
                </a:solidFill>
                <a:effectLst/>
                <a:latin typeface="+mn-lt"/>
                <a:ea typeface="+mn-ea"/>
                <a:cs typeface="+mn-cs"/>
              </a:rPr>
              <a:t>In fact, let me show you what the current scheduling process actually looks like, and why it’s creating real inefficiencies across the operation.</a:t>
            </a:r>
          </a:p>
          <a:p>
            <a:r>
              <a:rPr lang="en-US" sz="1200" b="0" i="0" kern="1200" dirty="0">
                <a:solidFill>
                  <a:schemeClr val="tx1"/>
                </a:solidFill>
                <a:effectLst/>
                <a:latin typeface="+mn-lt"/>
                <a:ea typeface="+mn-ea"/>
                <a:cs typeface="+mn-cs"/>
              </a:rPr>
              <a:t>Right now, dispatchers assign tasks manually. They usually go by whoever’s available or closest to the job—not necessarily by who has the right skills or expertise. As a result, only about 58% of incoming tasks actually get matched to a technician who’s fully qualified for that job.</a:t>
            </a:r>
          </a:p>
          <a:p>
            <a:r>
              <a:rPr lang="en-US" sz="1200" b="0" i="0" kern="1200" dirty="0">
                <a:solidFill>
                  <a:schemeClr val="tx1"/>
                </a:solidFill>
                <a:effectLst/>
                <a:latin typeface="+mn-lt"/>
                <a:ea typeface="+mn-ea"/>
                <a:cs typeface="+mn-cs"/>
              </a:rPr>
              <a:t>This mismatch has a direct impact on our results. When technicians are assigned tasks outside their skill set, our first-time completion rate drops to just 58%. In other words, more than 4 out of 10 tasks require a second visit, which increases the workload and throws off the daily schedule.</a:t>
            </a:r>
          </a:p>
          <a:p>
            <a:r>
              <a:rPr lang="en-US" sz="1200" b="0" i="0" kern="1200" dirty="0">
                <a:solidFill>
                  <a:schemeClr val="tx1"/>
                </a:solidFill>
                <a:effectLst/>
                <a:latin typeface="+mn-lt"/>
                <a:ea typeface="+mn-ea"/>
                <a:cs typeface="+mn-cs"/>
              </a:rPr>
              <a:t>There’s also a clear financial cost. So far, the business has taken on about $17,000 in penalty costs just because of rework. Every failed job means dispatching another technician, which adds extra labor, travel, and customer follow-up expenses.</a:t>
            </a:r>
          </a:p>
          <a:p>
            <a:r>
              <a:rPr lang="en-US" sz="1200" b="0" i="0" kern="1200" dirty="0">
                <a:solidFill>
                  <a:schemeClr val="tx1"/>
                </a:solidFill>
                <a:effectLst/>
                <a:latin typeface="+mn-lt"/>
                <a:ea typeface="+mn-ea"/>
                <a:cs typeface="+mn-cs"/>
              </a:rPr>
              <a:t>From the technician’s perspective, it’s frustrating—they’re often given tasks they aren’t fully prepared for, which can really hurt morale. And customers are feeling it too. Our current customer satisfaction score averages just 3.06 out of 5, so we know the experience is already being impacted.</a:t>
            </a:r>
          </a:p>
          <a:p>
            <a:r>
              <a:rPr lang="en-US" sz="1200" b="0" i="0" kern="1200" dirty="0">
                <a:solidFill>
                  <a:schemeClr val="tx1"/>
                </a:solidFill>
                <a:effectLst/>
                <a:latin typeface="+mn-lt"/>
                <a:ea typeface="+mn-ea"/>
                <a:cs typeface="+mn-cs"/>
              </a:rPr>
              <a:t>So, that’s where we’re starting: a manual assignment process, low match accuracy, high rework, and added pressure on the business, our employees, and our customers.</a:t>
            </a:r>
          </a:p>
        </p:txBody>
      </p:sp>
      <p:sp>
        <p:nvSpPr>
          <p:cNvPr id="4" name="Slide Number Placeholder 3"/>
          <p:cNvSpPr>
            <a:spLocks noGrp="1"/>
          </p:cNvSpPr>
          <p:nvPr>
            <p:ph type="sldNum" sz="quarter" idx="5"/>
          </p:nvPr>
        </p:nvSpPr>
        <p:spPr/>
        <p:txBody>
          <a:bodyPr/>
          <a:lstStyle/>
          <a:p>
            <a:fld id="{2DD6E5AA-2C20-4C4E-BE94-E4CD41247A7F}" type="slidenum">
              <a:rPr lang="en-US" smtClean="0"/>
              <a:t>3</a:t>
            </a:fld>
            <a:endParaRPr lang="en-US"/>
          </a:p>
        </p:txBody>
      </p:sp>
    </p:spTree>
    <p:extLst>
      <p:ext uri="{BB962C8B-B14F-4D97-AF65-F5344CB8AC3E}">
        <p14:creationId xmlns:p14="http://schemas.microsoft.com/office/powerpoint/2010/main" val="12890047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why it matters</a:t>
            </a:r>
          </a:p>
          <a:p>
            <a:r>
              <a:rPr lang="en-US" sz="1200" b="0" i="0" kern="1200" dirty="0">
                <a:solidFill>
                  <a:schemeClr val="tx1"/>
                </a:solidFill>
                <a:effectLst/>
                <a:latin typeface="+mn-lt"/>
                <a:ea typeface="+mn-ea"/>
                <a:cs typeface="+mn-cs"/>
              </a:rPr>
              <a:t>So, now that we’ve seen where things stand today, the bigger question is: what happens if we don’t make any changes?</a:t>
            </a:r>
          </a:p>
          <a:p>
            <a:r>
              <a:rPr lang="en-US" sz="1200" b="0" i="0" kern="1200" dirty="0">
                <a:solidFill>
                  <a:schemeClr val="tx1"/>
                </a:solidFill>
                <a:effectLst/>
                <a:latin typeface="+mn-lt"/>
                <a:ea typeface="+mn-ea"/>
                <a:cs typeface="+mn-cs"/>
              </a:rPr>
              <a:t>The risks actually pile up in three major areas—financial, operational, and reputational.</a:t>
            </a:r>
          </a:p>
          <a:p>
            <a:r>
              <a:rPr lang="en-US" sz="1200" b="0" i="0" kern="1200" dirty="0">
                <a:solidFill>
                  <a:schemeClr val="tx1"/>
                </a:solidFill>
                <a:effectLst/>
                <a:latin typeface="+mn-lt"/>
                <a:ea typeface="+mn-ea"/>
                <a:cs typeface="+mn-cs"/>
              </a:rPr>
              <a:t>Let’s start with the financial impact. If we keep things as they are, the organization will keep absorbing costs from rework. Every time a job isn’t done right the first time, it means sending out another truck, spending more on labor, and sometimes even paying overtime. Plus, when we miss service level agreements and customers aren’t happy, that translates directly into lost revenue. Over time, we also miss out on chances to scale the business efficiently, which means losing out to competitors and passing up market opportunities.</a:t>
            </a:r>
          </a:p>
          <a:p>
            <a:r>
              <a:rPr lang="en-US" sz="1200" b="0" i="0" kern="1200" dirty="0">
                <a:solidFill>
                  <a:schemeClr val="tx1"/>
                </a:solidFill>
                <a:effectLst/>
                <a:latin typeface="+mn-lt"/>
                <a:ea typeface="+mn-ea"/>
                <a:cs typeface="+mn-cs"/>
              </a:rPr>
              <a:t>Operationally, the scheduling process stays inefficient. Tasks will continue to land with the wrong technicians, so some people end up overloaded while others are left waiting around. That kind of imbalance leads to burnout and higher turnover—which comes with its own costs when you factor in hiring and training new staff. And with limited capacity, it becomes harder for the organization to grow without sacrificing service quality.</a:t>
            </a:r>
          </a:p>
          <a:p>
            <a:r>
              <a:rPr lang="en-US" sz="1200" b="0" i="0" kern="1200" dirty="0">
                <a:solidFill>
                  <a:schemeClr val="tx1"/>
                </a:solidFill>
                <a:effectLst/>
                <a:latin typeface="+mn-lt"/>
                <a:ea typeface="+mn-ea"/>
                <a:cs typeface="+mn-cs"/>
              </a:rPr>
              <a:t>Finally, there’s reputational risk. Customer satisfaction is already under strain, and if things don’t improve, we risk eroding trust even further. That can lead to negative reviews, loss of customer loyalty, and in some cases, even regulatory attention or union concerns if working conditions aren’t addressed.</a:t>
            </a:r>
          </a:p>
          <a:p>
            <a:r>
              <a:rPr lang="en-US" sz="1200" b="0" i="0" kern="1200" dirty="0">
                <a:solidFill>
                  <a:schemeClr val="tx1"/>
                </a:solidFill>
                <a:effectLst/>
                <a:latin typeface="+mn-lt"/>
                <a:ea typeface="+mn-ea"/>
                <a:cs typeface="+mn-cs"/>
              </a:rPr>
              <a:t>So, the risk of doing nothing isn’t just about staying where we are—it actually means letting these financial, operational, and reputational problems grow bigger over time.</a:t>
            </a:r>
          </a:p>
        </p:txBody>
      </p:sp>
      <p:sp>
        <p:nvSpPr>
          <p:cNvPr id="4" name="Slide Number Placeholder 3"/>
          <p:cNvSpPr>
            <a:spLocks noGrp="1"/>
          </p:cNvSpPr>
          <p:nvPr>
            <p:ph type="sldNum" sz="quarter" idx="5"/>
          </p:nvPr>
        </p:nvSpPr>
        <p:spPr/>
        <p:txBody>
          <a:bodyPr/>
          <a:lstStyle/>
          <a:p>
            <a:fld id="{2DD6E5AA-2C20-4C4E-BE94-E4CD41247A7F}" type="slidenum">
              <a:rPr lang="en-US" smtClean="0"/>
              <a:t>4</a:t>
            </a:fld>
            <a:endParaRPr lang="en-US"/>
          </a:p>
        </p:txBody>
      </p:sp>
    </p:spTree>
    <p:extLst>
      <p:ext uri="{BB962C8B-B14F-4D97-AF65-F5344CB8AC3E}">
        <p14:creationId xmlns:p14="http://schemas.microsoft.com/office/powerpoint/2010/main" val="30097296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a:t>
            </a:r>
          </a:p>
          <a:p>
            <a:r>
              <a:rPr lang="en-US" sz="1200" b="0" i="0" kern="1200" dirty="0">
                <a:solidFill>
                  <a:schemeClr val="tx1"/>
                </a:solidFill>
                <a:effectLst/>
                <a:latin typeface="+mn-lt"/>
                <a:ea typeface="+mn-ea"/>
                <a:cs typeface="+mn-cs"/>
              </a:rPr>
              <a:t>So, how do we tackle these challenges? The solution I’m proposing is an automated task assignment system designed to boost accuracy, efficiency, and the overall quality of service.</a:t>
            </a:r>
          </a:p>
          <a:p>
            <a:r>
              <a:rPr lang="en-US" sz="1200" b="0" i="0" kern="1200" dirty="0">
                <a:solidFill>
                  <a:schemeClr val="tx1"/>
                </a:solidFill>
                <a:effectLst/>
                <a:latin typeface="+mn-lt"/>
                <a:ea typeface="+mn-ea"/>
                <a:cs typeface="+mn-cs"/>
              </a:rPr>
              <a:t>Here’s how it works:</a:t>
            </a:r>
          </a:p>
          <a:p>
            <a:r>
              <a:rPr lang="en-US" sz="1200" b="0" i="0" kern="1200" dirty="0">
                <a:solidFill>
                  <a:schemeClr val="tx1"/>
                </a:solidFill>
                <a:effectLst/>
                <a:latin typeface="+mn-lt"/>
                <a:ea typeface="+mn-ea"/>
                <a:cs typeface="+mn-cs"/>
              </a:rPr>
              <a:t>First, we start with a solid foundation—a robust database and data pipeline. This setup continuously brings in clean, organized data about both tasks and technicians. That way, the system always has up-to-date, reliable information to make decisions.</a:t>
            </a:r>
          </a:p>
          <a:p>
            <a:r>
              <a:rPr lang="en-US" sz="1200" b="0" i="0" kern="1200" dirty="0">
                <a:solidFill>
                  <a:schemeClr val="tx1"/>
                </a:solidFill>
                <a:effectLst/>
                <a:latin typeface="+mn-lt"/>
                <a:ea typeface="+mn-ea"/>
                <a:cs typeface="+mn-cs"/>
              </a:rPr>
              <a:t>Next, at the heart of the solution is a machine learning matching algorithm. This model looks at things like past performance, technician expertise, and the specific details of each task to predict which technician is the best fit for the job. So, instead of relying on gut instinct or manual assignments, we’re making data-driven decisions.</a:t>
            </a:r>
          </a:p>
          <a:p>
            <a:r>
              <a:rPr lang="en-US" sz="1200" b="0" i="0" kern="1200" dirty="0">
                <a:solidFill>
                  <a:schemeClr val="tx1"/>
                </a:solidFill>
                <a:effectLst/>
                <a:latin typeface="+mn-lt"/>
                <a:ea typeface="+mn-ea"/>
                <a:cs typeface="+mn-cs"/>
              </a:rPr>
              <a:t>We’ve also completely redesigned the user interface to make it more intuitive for both dispatchers and field teams. It’s now easier to see which technicians are available, review any unassigned tasks, and even understand why the system is recommending certain matches.</a:t>
            </a:r>
          </a:p>
          <a:p>
            <a:r>
              <a:rPr lang="en-US" sz="1200" b="0" i="0" kern="1200" dirty="0">
                <a:solidFill>
                  <a:schemeClr val="tx1"/>
                </a:solidFill>
                <a:effectLst/>
                <a:latin typeface="+mn-lt"/>
                <a:ea typeface="+mn-ea"/>
                <a:cs typeface="+mn-cs"/>
              </a:rPr>
              <a:t>And finally, automation steps in. Rather than dispatchers having to scroll through endless lists, the system can instantly recommend—or even automatically assign—the right technician for each job in real time. This cuts down decision-making time, reduces errors, and keeps jobs moving forward without unnecessary delays.</a:t>
            </a:r>
          </a:p>
          <a:p>
            <a:r>
              <a:rPr lang="en-US" sz="1200" b="0" i="0" kern="1200" dirty="0">
                <a:solidFill>
                  <a:schemeClr val="tx1"/>
                </a:solidFill>
                <a:effectLst/>
                <a:latin typeface="+mn-lt"/>
                <a:ea typeface="+mn-ea"/>
                <a:cs typeface="+mn-cs"/>
              </a:rPr>
              <a:t>When you put all these pieces together, the result is clear: faster, smarter technician assignments that set us up for success.</a:t>
            </a:r>
          </a:p>
        </p:txBody>
      </p:sp>
      <p:sp>
        <p:nvSpPr>
          <p:cNvPr id="4" name="Slide Number Placeholder 3"/>
          <p:cNvSpPr>
            <a:spLocks noGrp="1"/>
          </p:cNvSpPr>
          <p:nvPr>
            <p:ph type="sldNum" sz="quarter" idx="5"/>
          </p:nvPr>
        </p:nvSpPr>
        <p:spPr/>
        <p:txBody>
          <a:bodyPr/>
          <a:lstStyle/>
          <a:p>
            <a:fld id="{2DD6E5AA-2C20-4C4E-BE94-E4CD41247A7F}" type="slidenum">
              <a:rPr lang="en-US" smtClean="0"/>
              <a:t>5</a:t>
            </a:fld>
            <a:endParaRPr lang="en-US"/>
          </a:p>
        </p:txBody>
      </p:sp>
    </p:spTree>
    <p:extLst>
      <p:ext uri="{BB962C8B-B14F-4D97-AF65-F5344CB8AC3E}">
        <p14:creationId xmlns:p14="http://schemas.microsoft.com/office/powerpoint/2010/main" val="3636323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min</a:t>
            </a:r>
          </a:p>
          <a:p>
            <a:r>
              <a:rPr lang="en-US" sz="1200" b="0" i="0" kern="1200" dirty="0">
                <a:solidFill>
                  <a:schemeClr val="tx1"/>
                </a:solidFill>
                <a:effectLst/>
                <a:latin typeface="+mn-lt"/>
                <a:ea typeface="+mn-ea"/>
                <a:cs typeface="+mn-cs"/>
              </a:rPr>
              <a:t>Let me walk you through how I got started with the data.</a:t>
            </a:r>
          </a:p>
          <a:p>
            <a:r>
              <a:rPr lang="en-US" sz="1200" b="0" i="0" kern="1200" dirty="0">
                <a:solidFill>
                  <a:schemeClr val="tx1"/>
                </a:solidFill>
                <a:effectLst/>
                <a:latin typeface="+mn-lt"/>
                <a:ea typeface="+mn-ea"/>
                <a:cs typeface="+mn-cs"/>
              </a:rPr>
              <a:t>I began with two datasets that I sourced from Kaggle. The first one covered task assignments and completion records for field technicians—basically, each row represented a unique task, along with details about the task and how well it matched the technician’s skills. The second dataset focused on completed assignments and their outcomes, including details like operational logistics, what each task required, and how customers rated the results.</a:t>
            </a:r>
          </a:p>
          <a:p>
            <a:r>
              <a:rPr lang="en-US" sz="1200" b="0" i="0" kern="1200" dirty="0">
                <a:solidFill>
                  <a:schemeClr val="tx1"/>
                </a:solidFill>
                <a:effectLst/>
                <a:latin typeface="+mn-lt"/>
                <a:ea typeface="+mn-ea"/>
                <a:cs typeface="+mn-cs"/>
              </a:rPr>
              <a:t>To make sense of all this raw data, I transformed everything into a clean, organized structure with three key tables: Technicians, Historical Tasks, and Unassigned Tasks, which you can see in the ERD. Each technician can be linked to multiple completed or incoming tasks—so one technician might have worked on several jobs and could be assigned to many more. This setup lets us connect someone’s past performance directly to their future assignments, and it keeps the data organized for predictive modeling.</a:t>
            </a:r>
          </a:p>
          <a:p>
            <a:r>
              <a:rPr lang="en-US" sz="1200" b="0" i="0" kern="1200" dirty="0">
                <a:solidFill>
                  <a:schemeClr val="tx1"/>
                </a:solidFill>
                <a:effectLst/>
                <a:latin typeface="+mn-lt"/>
                <a:ea typeface="+mn-ea"/>
                <a:cs typeface="+mn-cs"/>
              </a:rPr>
              <a:t>I also want to highlight a few key fields that I engineered for this project—like Penalty Cost and Expertise Match on </a:t>
            </a:r>
            <a:r>
              <a:rPr lang="en-US" sz="1200" b="0" i="0" kern="1200" dirty="0" err="1">
                <a:solidFill>
                  <a:schemeClr val="tx1"/>
                </a:solidFill>
                <a:effectLst/>
                <a:latin typeface="+mn-lt"/>
                <a:ea typeface="+mn-ea"/>
                <a:cs typeface="+mn-cs"/>
              </a:rPr>
              <a:t>historical_tasks</a:t>
            </a:r>
            <a:r>
              <a:rPr lang="en-US" sz="1200" b="0" i="0" kern="1200" dirty="0">
                <a:solidFill>
                  <a:schemeClr val="tx1"/>
                </a:solidFill>
                <a:effectLst/>
                <a:latin typeface="+mn-lt"/>
                <a:ea typeface="+mn-ea"/>
                <a:cs typeface="+mn-cs"/>
              </a:rPr>
              <a:t> table and Eqpt Trained and Tech Complexity in technicians table. These new features became important drivers for the model. The original datasets lacked broader context of the technician’s skills and distinct factors to merge on. Without those, it would have been hard for the model to really understand the real-world relationships at play.</a:t>
            </a:r>
          </a:p>
          <a:p>
            <a:r>
              <a:rPr lang="en-US" sz="1200" b="0" i="0" kern="1200" dirty="0">
                <a:solidFill>
                  <a:schemeClr val="tx1"/>
                </a:solidFill>
                <a:effectLst/>
                <a:latin typeface="+mn-lt"/>
                <a:ea typeface="+mn-ea"/>
                <a:cs typeface="+mn-cs"/>
              </a:rPr>
              <a:t>By creating these engineered fields, I was able to give the model more meaningful information to work with, which laid a strong foundation for the predictive work that comes next.</a:t>
            </a:r>
          </a:p>
        </p:txBody>
      </p:sp>
      <p:sp>
        <p:nvSpPr>
          <p:cNvPr id="4" name="Slide Number Placeholder 3"/>
          <p:cNvSpPr>
            <a:spLocks noGrp="1"/>
          </p:cNvSpPr>
          <p:nvPr>
            <p:ph type="sldNum" sz="quarter" idx="5"/>
          </p:nvPr>
        </p:nvSpPr>
        <p:spPr/>
        <p:txBody>
          <a:bodyPr/>
          <a:lstStyle/>
          <a:p>
            <a:fld id="{2DD6E5AA-2C20-4C4E-BE94-E4CD41247A7F}" type="slidenum">
              <a:rPr lang="en-US" smtClean="0"/>
              <a:t>6</a:t>
            </a:fld>
            <a:endParaRPr lang="en-US"/>
          </a:p>
        </p:txBody>
      </p:sp>
    </p:spTree>
    <p:extLst>
      <p:ext uri="{BB962C8B-B14F-4D97-AF65-F5344CB8AC3E}">
        <p14:creationId xmlns:p14="http://schemas.microsoft.com/office/powerpoint/2010/main" val="26874988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1 min</a:t>
            </a:r>
          </a:p>
          <a:p>
            <a:r>
              <a:rPr lang="en-US" dirty="0"/>
              <a:t>“For the data preparation phase, I focused on three major steps to get the datasets ready for modeling: </a:t>
            </a:r>
            <a:r>
              <a:rPr lang="en-US" b="1" dirty="0"/>
              <a:t>joining the tables, imputing missing values, and engineering new features</a:t>
            </a:r>
            <a:r>
              <a:rPr lang="en-US" dirty="0"/>
              <a:t>.</a:t>
            </a:r>
          </a:p>
          <a:p>
            <a:r>
              <a:rPr lang="en-US" b="1" dirty="0"/>
              <a:t>First, joining the datasets:</a:t>
            </a:r>
            <a:br>
              <a:rPr lang="en-US" dirty="0"/>
            </a:br>
            <a:r>
              <a:rPr lang="en-US" dirty="0"/>
              <a:t>The two original Kaggle tables each captured different parts of the story. One focused on technician task assignments, while the other detailed completed task outcomes. To give the model a fuller picture, I merged them using shared fields—specifically </a:t>
            </a:r>
            <a:r>
              <a:rPr lang="en-US" b="1" dirty="0"/>
              <a:t>task priority</a:t>
            </a:r>
            <a:r>
              <a:rPr lang="en-US" dirty="0"/>
              <a:t> and </a:t>
            </a:r>
            <a:r>
              <a:rPr lang="en-US" b="1" dirty="0"/>
              <a:t>distance to task</a:t>
            </a:r>
            <a:r>
              <a:rPr lang="en-US" dirty="0"/>
              <a:t>—which allowed me to bring in important fields like </a:t>
            </a:r>
            <a:r>
              <a:rPr lang="en-US" b="1" dirty="0"/>
              <a:t>task complexity, equipment required, and customer rating</a:t>
            </a:r>
            <a:r>
              <a:rPr lang="en-US" dirty="0"/>
              <a:t> that weren’t available in both tables.</a:t>
            </a:r>
          </a:p>
          <a:p>
            <a:r>
              <a:rPr lang="en-US" b="1" dirty="0"/>
              <a:t>Second, imputation:</a:t>
            </a:r>
            <a:br>
              <a:rPr lang="en-US" dirty="0"/>
            </a:br>
            <a:r>
              <a:rPr lang="en-US" dirty="0"/>
              <a:t>One key variable—</a:t>
            </a:r>
            <a:r>
              <a:rPr lang="en-US" b="1" dirty="0"/>
              <a:t>Penalty Cost</a:t>
            </a:r>
            <a:r>
              <a:rPr lang="en-US" dirty="0"/>
              <a:t>—was missing entirely from the historical tasks table, but it’s important for understanding technician performance and the business impact of delays. The dataset description notes that penalty cost is calculated based on task priority, and during exploratory analysis I found consistent value ranges for each priority level. Using those patterns, I </a:t>
            </a:r>
            <a:r>
              <a:rPr lang="en-US" b="1" dirty="0"/>
              <a:t>reconstructed penalty cost</a:t>
            </a:r>
            <a:r>
              <a:rPr lang="en-US" dirty="0"/>
              <a:t> values so the model could learn from realistic performance signals.</a:t>
            </a:r>
          </a:p>
          <a:p>
            <a:r>
              <a:rPr lang="en-US" b="1" dirty="0"/>
              <a:t>Finally, feature engineering:</a:t>
            </a:r>
            <a:br>
              <a:rPr lang="en-US" dirty="0"/>
            </a:br>
            <a:r>
              <a:rPr lang="en-US" dirty="0"/>
              <a:t>Because both datasets lacked contextual information about technician skill levels, I engineered two new fields—</a:t>
            </a:r>
            <a:r>
              <a:rPr lang="en-US" b="1" dirty="0"/>
              <a:t>Equipment Trained</a:t>
            </a:r>
            <a:r>
              <a:rPr lang="en-US" dirty="0"/>
              <a:t> and </a:t>
            </a:r>
            <a:r>
              <a:rPr lang="en-US" b="1" dirty="0"/>
              <a:t>Technician Complexity</a:t>
            </a:r>
            <a:r>
              <a:rPr lang="en-US" dirty="0"/>
              <a:t>—to help interpret technician capability. These were then used to create a more meaningful version of the original </a:t>
            </a:r>
            <a:r>
              <a:rPr lang="en-US" b="1" dirty="0"/>
              <a:t>Expertise Match</a:t>
            </a:r>
            <a:r>
              <a:rPr lang="en-US" dirty="0"/>
              <a:t> field. The new logic evaluates whether a technician is truly qualified for a task by considering equipment requirements and how the task’s complexity compares to the technician’s demonstrated complexity level.</a:t>
            </a:r>
            <a:br>
              <a:rPr lang="en-US" dirty="0"/>
            </a:br>
            <a:r>
              <a:rPr lang="en-US" dirty="0"/>
              <a:t>This was important because it adds real-world intelligence into the dataset—allowing the model to understand not just </a:t>
            </a:r>
            <a:r>
              <a:rPr lang="en-US" i="1" dirty="0"/>
              <a:t>what</a:t>
            </a:r>
            <a:r>
              <a:rPr lang="en-US" dirty="0"/>
              <a:t> was assigned, but </a:t>
            </a:r>
            <a:r>
              <a:rPr lang="en-US" i="1" dirty="0"/>
              <a:t>why</a:t>
            </a:r>
            <a:r>
              <a:rPr lang="en-US" dirty="0"/>
              <a:t> certain assignments succeed or fail.”</a:t>
            </a:r>
          </a:p>
          <a:p>
            <a:endParaRPr lang="en-US" dirty="0"/>
          </a:p>
        </p:txBody>
      </p:sp>
      <p:sp>
        <p:nvSpPr>
          <p:cNvPr id="4" name="Slide Number Placeholder 3"/>
          <p:cNvSpPr>
            <a:spLocks noGrp="1"/>
          </p:cNvSpPr>
          <p:nvPr>
            <p:ph type="sldNum" sz="quarter" idx="5"/>
          </p:nvPr>
        </p:nvSpPr>
        <p:spPr/>
        <p:txBody>
          <a:bodyPr/>
          <a:lstStyle/>
          <a:p>
            <a:fld id="{2DD6E5AA-2C20-4C4E-BE94-E4CD41247A7F}" type="slidenum">
              <a:rPr lang="en-US" smtClean="0"/>
              <a:t>7</a:t>
            </a:fld>
            <a:endParaRPr lang="en-US"/>
          </a:p>
        </p:txBody>
      </p:sp>
    </p:spTree>
    <p:extLst>
      <p:ext uri="{BB962C8B-B14F-4D97-AF65-F5344CB8AC3E}">
        <p14:creationId xmlns:p14="http://schemas.microsoft.com/office/powerpoint/2010/main" val="5247678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1 min</a:t>
            </a:r>
          </a:p>
          <a:p>
            <a:r>
              <a:rPr lang="en-US" dirty="0"/>
              <a:t>For the modeling approach, the name of the game is who has the best chance of completing the task. To do that, the workflow is structured into three cascading steps: </a:t>
            </a:r>
            <a:r>
              <a:rPr lang="en-US" b="1" dirty="0"/>
              <a:t>train the model, predict outcomes, and select the best technician. First, training the model:</a:t>
            </a:r>
            <a:br>
              <a:rPr lang="en-US" dirty="0"/>
            </a:br>
            <a:r>
              <a:rPr lang="en-US" dirty="0"/>
              <a:t>I used an </a:t>
            </a:r>
            <a:r>
              <a:rPr lang="en-US" b="1" dirty="0" err="1"/>
              <a:t>XGBoost</a:t>
            </a:r>
            <a:r>
              <a:rPr lang="en-US" b="1" dirty="0"/>
              <a:t> classifier</a:t>
            </a:r>
            <a:r>
              <a:rPr lang="en-US" dirty="0"/>
              <a:t>, with the feature inputs combining </a:t>
            </a:r>
            <a:r>
              <a:rPr lang="en-US" b="1" dirty="0"/>
              <a:t>task attributes</a:t>
            </a:r>
            <a:r>
              <a:rPr lang="en-US" dirty="0"/>
              <a:t>—such as priority, complexity, and equipment requirements—and </a:t>
            </a:r>
            <a:r>
              <a:rPr lang="en-US" b="1" dirty="0"/>
              <a:t>technician stats</a:t>
            </a:r>
            <a:r>
              <a:rPr lang="en-US" dirty="0"/>
              <a:t>, like whether they are eqpt trained and average customer rating from previous tasks.</a:t>
            </a:r>
            <a:br>
              <a:rPr lang="en-US" dirty="0"/>
            </a:br>
            <a:r>
              <a:rPr lang="en-US" dirty="0"/>
              <a:t>The target variable was simply whether the task was completed or not.</a:t>
            </a:r>
            <a:br>
              <a:rPr lang="en-US" dirty="0"/>
            </a:br>
            <a:r>
              <a:rPr lang="en-US" dirty="0"/>
              <a:t>The model was trained on an </a:t>
            </a:r>
            <a:r>
              <a:rPr lang="en-US" b="1" dirty="0"/>
              <a:t>80/20 train–test split</a:t>
            </a:r>
            <a:r>
              <a:rPr lang="en-US" dirty="0"/>
              <a:t>, and it delivered an </a:t>
            </a:r>
            <a:r>
              <a:rPr lang="en-US" b="1" dirty="0"/>
              <a:t>ROC-AUC of 0.667</a:t>
            </a:r>
            <a:r>
              <a:rPr lang="en-US" dirty="0"/>
              <a:t> and an </a:t>
            </a:r>
            <a:r>
              <a:rPr lang="en-US" b="1" dirty="0"/>
              <a:t>accuracy of 83.3%</a:t>
            </a:r>
            <a:r>
              <a:rPr lang="en-US" dirty="0"/>
              <a:t>, which indicates that the model is moderately good at distinguishing successful versus unsuccessful assignments, while maintaining a strong overall correctness rate.</a:t>
            </a:r>
          </a:p>
          <a:p>
            <a:r>
              <a:rPr lang="en-US" b="1" dirty="0"/>
              <a:t>Then </a:t>
            </a:r>
            <a:r>
              <a:rPr lang="en-US" dirty="0"/>
              <a:t>the model was applied to all </a:t>
            </a:r>
            <a:r>
              <a:rPr lang="en-US" b="1" dirty="0"/>
              <a:t>possible technician–task pairs</a:t>
            </a:r>
            <a:r>
              <a:rPr lang="en-US" dirty="0"/>
              <a:t>. For every unassigned task, I generated a prediction for every technician, estimating the </a:t>
            </a:r>
            <a:r>
              <a:rPr lang="en-US" b="1" dirty="0"/>
              <a:t>probability that each technician would successfully complete that task</a:t>
            </a:r>
            <a:r>
              <a:rPr lang="en-US" dirty="0"/>
              <a:t>.</a:t>
            </a:r>
          </a:p>
          <a:p>
            <a:r>
              <a:rPr lang="en-US" b="1" dirty="0"/>
              <a:t>Finally, </a:t>
            </a:r>
            <a:r>
              <a:rPr lang="en-US" dirty="0"/>
              <a:t>To make the assignment decision, I applied a </a:t>
            </a:r>
            <a:r>
              <a:rPr lang="en-US" b="1" dirty="0" err="1"/>
              <a:t>softmax</a:t>
            </a:r>
            <a:r>
              <a:rPr lang="en-US" b="1" dirty="0"/>
              <a:t>-based approach</a:t>
            </a:r>
            <a:r>
              <a:rPr lang="en-US" dirty="0"/>
              <a:t>, which converts all predicted probabilities for a given task into weighted random choices. This ensures the model selects the technician with the highest probability </a:t>
            </a:r>
            <a:r>
              <a:rPr lang="en-US" b="1" dirty="0"/>
              <a:t>without introducing bias</a:t>
            </a:r>
            <a:r>
              <a:rPr lang="en-US" dirty="0"/>
              <a:t> toward technicians who naturally score higher across all tasks.</a:t>
            </a:r>
          </a:p>
          <a:p>
            <a:r>
              <a:rPr lang="en-US" dirty="0"/>
              <a:t>Overall, this framework allows us to systematically compare technicians and assign each task to the individual with the strongest likelihood of success.”</a:t>
            </a:r>
          </a:p>
          <a:p>
            <a:pPr marL="0" indent="0">
              <a:buNone/>
            </a:pPr>
            <a:endParaRPr lang="en-US" dirty="0"/>
          </a:p>
        </p:txBody>
      </p:sp>
      <p:sp>
        <p:nvSpPr>
          <p:cNvPr id="4" name="Slide Number Placeholder 3"/>
          <p:cNvSpPr>
            <a:spLocks noGrp="1"/>
          </p:cNvSpPr>
          <p:nvPr>
            <p:ph type="sldNum" sz="quarter" idx="5"/>
          </p:nvPr>
        </p:nvSpPr>
        <p:spPr/>
        <p:txBody>
          <a:bodyPr/>
          <a:lstStyle/>
          <a:p>
            <a:fld id="{2DD6E5AA-2C20-4C4E-BE94-E4CD41247A7F}" type="slidenum">
              <a:rPr lang="en-US" smtClean="0"/>
              <a:t>8</a:t>
            </a:fld>
            <a:endParaRPr lang="en-US"/>
          </a:p>
        </p:txBody>
      </p:sp>
    </p:spTree>
    <p:extLst>
      <p:ext uri="{BB962C8B-B14F-4D97-AF65-F5344CB8AC3E}">
        <p14:creationId xmlns:p14="http://schemas.microsoft.com/office/powerpoint/2010/main" val="1649465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3 min</a:t>
            </a:r>
          </a:p>
          <a:p>
            <a:r>
              <a:rPr lang="en-US" b="1" dirty="0"/>
              <a:t>System Architecture Overview</a:t>
            </a:r>
          </a:p>
          <a:p>
            <a:r>
              <a:rPr lang="en-US" dirty="0"/>
              <a:t>Now that we’ve covered how the model makes predictions, I want to show how the overall system brings everything together.</a:t>
            </a:r>
            <a:br>
              <a:rPr lang="en-US" dirty="0"/>
            </a:br>
            <a:r>
              <a:rPr lang="en-US" dirty="0"/>
              <a:t>The application is structured with a </a:t>
            </a:r>
            <a:r>
              <a:rPr lang="en-US" b="1" dirty="0" err="1"/>
              <a:t>FastAPI</a:t>
            </a:r>
            <a:r>
              <a:rPr lang="en-US" b="1" dirty="0"/>
              <a:t> backend</a:t>
            </a:r>
            <a:r>
              <a:rPr lang="en-US" dirty="0"/>
              <a:t>, which handles the core logic—serving the ML model, managing data flow, and running all the Python-based transformations.</a:t>
            </a:r>
            <a:br>
              <a:rPr lang="en-US" dirty="0"/>
            </a:br>
            <a:r>
              <a:rPr lang="en-US" dirty="0"/>
              <a:t>On the front end, I built a </a:t>
            </a:r>
            <a:r>
              <a:rPr lang="en-US" b="1" dirty="0"/>
              <a:t>React interface</a:t>
            </a:r>
            <a:r>
              <a:rPr lang="en-US" dirty="0"/>
              <a:t> that allows users to seamlessly interact with the system and request technician assignments in real time.</a:t>
            </a:r>
            <a:br>
              <a:rPr lang="en-US" dirty="0"/>
            </a:br>
            <a:r>
              <a:rPr lang="en-US" dirty="0"/>
              <a:t>These two layers communicate through a fully </a:t>
            </a:r>
            <a:r>
              <a:rPr lang="en-US" b="1" dirty="0"/>
              <a:t>API-driven architecture</a:t>
            </a:r>
            <a:r>
              <a:rPr lang="en-US" dirty="0"/>
              <a:t>, ensuring that the model’s predictions, task updates, and technician data flow smoothly between the backend and the UI. Let me show you how it looks like and how it works.</a:t>
            </a:r>
          </a:p>
          <a:p>
            <a:r>
              <a:rPr lang="en-US" b="1" dirty="0"/>
              <a:t>12. Application Demo (Screenshots or Live Demo)</a:t>
            </a:r>
          </a:p>
          <a:p>
            <a:r>
              <a:rPr lang="en-US" dirty="0"/>
              <a:t>Homepage</a:t>
            </a:r>
          </a:p>
          <a:p>
            <a:r>
              <a:rPr lang="en-US" dirty="0"/>
              <a:t>Technician profile</a:t>
            </a:r>
          </a:p>
          <a:p>
            <a:r>
              <a:rPr lang="en-US" dirty="0"/>
              <a:t>Unassigned tasks list</a:t>
            </a:r>
          </a:p>
          <a:p>
            <a:r>
              <a:rPr lang="en-US" dirty="0"/>
              <a:t>Automated assignment workflow</a:t>
            </a:r>
          </a:p>
          <a:p>
            <a:r>
              <a:rPr lang="en-US" dirty="0"/>
              <a:t>“Assigned” confirmation and logs</a:t>
            </a:r>
          </a:p>
          <a:p>
            <a:endParaRPr lang="en-US" dirty="0"/>
          </a:p>
        </p:txBody>
      </p:sp>
      <p:sp>
        <p:nvSpPr>
          <p:cNvPr id="4" name="Slide Number Placeholder 3"/>
          <p:cNvSpPr>
            <a:spLocks noGrp="1"/>
          </p:cNvSpPr>
          <p:nvPr>
            <p:ph type="sldNum" sz="quarter" idx="5"/>
          </p:nvPr>
        </p:nvSpPr>
        <p:spPr/>
        <p:txBody>
          <a:bodyPr/>
          <a:lstStyle/>
          <a:p>
            <a:fld id="{2DD6E5AA-2C20-4C4E-BE94-E4CD41247A7F}" type="slidenum">
              <a:rPr lang="en-US" smtClean="0"/>
              <a:t>9</a:t>
            </a:fld>
            <a:endParaRPr lang="en-US"/>
          </a:p>
        </p:txBody>
      </p:sp>
    </p:spTree>
    <p:extLst>
      <p:ext uri="{BB962C8B-B14F-4D97-AF65-F5344CB8AC3E}">
        <p14:creationId xmlns:p14="http://schemas.microsoft.com/office/powerpoint/2010/main" val="11318466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“Operationally, the system drove a significant performance lift. Our overall task completion rate increased by </a:t>
            </a:r>
            <a:r>
              <a:rPr lang="en-US" b="1" dirty="0"/>
              <a:t>32%</a:t>
            </a:r>
            <a:r>
              <a:rPr lang="en-US" dirty="0"/>
              <a:t>, rising from 58% to 76.5%, which directly reflects more accurate technician-task assignments.</a:t>
            </a:r>
          </a:p>
          <a:p>
            <a:r>
              <a:rPr lang="en-US" dirty="0"/>
              <a:t>Now, the expertise match rate itself remained at </a:t>
            </a:r>
            <a:r>
              <a:rPr lang="en-US" b="1" dirty="0"/>
              <a:t>58%</a:t>
            </a:r>
            <a:r>
              <a:rPr lang="en-US" dirty="0"/>
              <a:t>, but the quality of those matches improved meaningfully. When a technician </a:t>
            </a:r>
            <a:r>
              <a:rPr lang="en-US" i="1" dirty="0"/>
              <a:t>was</a:t>
            </a:r>
            <a:r>
              <a:rPr lang="en-US" dirty="0"/>
              <a:t> matched on expertise, they were far more likely to complete the task successfully. And when expertise was missing, the system exposed those mismatches more clearly.</a:t>
            </a:r>
          </a:p>
          <a:p>
            <a:r>
              <a:rPr lang="en-US" dirty="0"/>
              <a:t>Together, this means faster job turnaround, fewer errors, and a much more efficient use of our field workforce.”</a:t>
            </a:r>
          </a:p>
          <a:p>
            <a:endParaRPr lang="en-US" dirty="0"/>
          </a:p>
        </p:txBody>
      </p:sp>
      <p:sp>
        <p:nvSpPr>
          <p:cNvPr id="4" name="Slide Number Placeholder 3"/>
          <p:cNvSpPr>
            <a:spLocks noGrp="1"/>
          </p:cNvSpPr>
          <p:nvPr>
            <p:ph type="sldNum" sz="quarter" idx="5"/>
          </p:nvPr>
        </p:nvSpPr>
        <p:spPr/>
        <p:txBody>
          <a:bodyPr/>
          <a:lstStyle/>
          <a:p>
            <a:fld id="{2DD6E5AA-2C20-4C4E-BE94-E4CD41247A7F}" type="slidenum">
              <a:rPr lang="en-US" smtClean="0"/>
              <a:t>10</a:t>
            </a:fld>
            <a:endParaRPr lang="en-US"/>
          </a:p>
        </p:txBody>
      </p:sp>
    </p:spTree>
    <p:extLst>
      <p:ext uri="{BB962C8B-B14F-4D97-AF65-F5344CB8AC3E}">
        <p14:creationId xmlns:p14="http://schemas.microsoft.com/office/powerpoint/2010/main" val="3973284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clearest indicators of improvement is penalty cost. Today, the organization incurs about </a:t>
            </a:r>
            <a:r>
              <a:rPr lang="en-US" b="1" dirty="0"/>
              <a:t>$16.8K</a:t>
            </a:r>
            <a:r>
              <a:rPr lang="en-US" dirty="0"/>
              <a:t> in avoidable penalties due to misassignments and rework.</a:t>
            </a:r>
          </a:p>
          <a:p>
            <a:r>
              <a:rPr lang="en-US" dirty="0"/>
              <a:t>With the optimized matching model, that drops to </a:t>
            </a:r>
            <a:r>
              <a:rPr lang="en-US" b="1" dirty="0"/>
              <a:t>$4.1K</a:t>
            </a:r>
            <a:r>
              <a:rPr lang="en-US" dirty="0"/>
              <a:t>—a </a:t>
            </a:r>
            <a:r>
              <a:rPr lang="en-US" b="1" dirty="0"/>
              <a:t>$12.7K reduction, or a 76% improvement</a:t>
            </a:r>
            <a:r>
              <a:rPr lang="en-US" dirty="0"/>
              <a:t>, driven largely by better completion of urgent, high-priority tasks that carry the greatest financial risk.</a:t>
            </a:r>
          </a:p>
          <a:p>
            <a:r>
              <a:rPr lang="en-US" dirty="0"/>
              <a:t>This creates three meaningful financial benefits:</a:t>
            </a:r>
            <a:br>
              <a:rPr lang="en-US" dirty="0"/>
            </a:br>
            <a:r>
              <a:rPr lang="en-US" b="1" dirty="0"/>
              <a:t>First</a:t>
            </a:r>
            <a:r>
              <a:rPr lang="en-US" dirty="0"/>
              <a:t>, we avoid costly rework—repeat truck rolls, overtime, and SLA fines.</a:t>
            </a:r>
            <a:br>
              <a:rPr lang="en-US" dirty="0"/>
            </a:br>
            <a:r>
              <a:rPr lang="en-US" b="1" dirty="0"/>
              <a:t>Second</a:t>
            </a:r>
            <a:r>
              <a:rPr lang="en-US" dirty="0"/>
              <a:t>, technicians spend less time fixing failed jobs and more time completing billable tasks.</a:t>
            </a:r>
            <a:br>
              <a:rPr lang="en-US" dirty="0"/>
            </a:br>
            <a:r>
              <a:rPr lang="en-US" b="1" dirty="0"/>
              <a:t>And third</a:t>
            </a:r>
            <a:r>
              <a:rPr lang="en-US" dirty="0"/>
              <a:t>, margins improve because the most expensive-to-fail tasks are now resolved correctly the first time.</a:t>
            </a:r>
          </a:p>
          <a:p>
            <a:r>
              <a:rPr lang="en-US" dirty="0"/>
              <a:t>Altogether, this reduction in penalty cost directly boosts operational efficiency and bottom-line profitability.”</a:t>
            </a:r>
          </a:p>
          <a:p>
            <a:endParaRPr lang="en-US" dirty="0"/>
          </a:p>
        </p:txBody>
      </p:sp>
      <p:sp>
        <p:nvSpPr>
          <p:cNvPr id="4" name="Slide Number Placeholder 3"/>
          <p:cNvSpPr>
            <a:spLocks noGrp="1"/>
          </p:cNvSpPr>
          <p:nvPr>
            <p:ph type="sldNum" sz="quarter" idx="5"/>
          </p:nvPr>
        </p:nvSpPr>
        <p:spPr/>
        <p:txBody>
          <a:bodyPr/>
          <a:lstStyle/>
          <a:p>
            <a:fld id="{2DD6E5AA-2C20-4C4E-BE94-E4CD41247A7F}" type="slidenum">
              <a:rPr lang="en-US" smtClean="0"/>
              <a:t>11</a:t>
            </a:fld>
            <a:endParaRPr lang="en-US"/>
          </a:p>
        </p:txBody>
      </p:sp>
    </p:spTree>
    <p:extLst>
      <p:ext uri="{BB962C8B-B14F-4D97-AF65-F5344CB8AC3E}">
        <p14:creationId xmlns:p14="http://schemas.microsoft.com/office/powerpoint/2010/main" val="17502737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 reputational standpoint, we also saw a clear improvement in customer experience. The average customer rating increased by </a:t>
            </a:r>
            <a:r>
              <a:rPr lang="en-US" b="1" dirty="0"/>
              <a:t>20%</a:t>
            </a:r>
            <a:r>
              <a:rPr lang="en-US" dirty="0"/>
              <a:t>, reaching </a:t>
            </a:r>
            <a:r>
              <a:rPr lang="en-US" b="1" dirty="0"/>
              <a:t>3.66</a:t>
            </a:r>
            <a:r>
              <a:rPr lang="en-US" dirty="0"/>
              <a:t>, and the bar chart shows a noticeable left-skew, meaning more customers are giving higher scores after implementation.</a:t>
            </a:r>
          </a:p>
          <a:p>
            <a:r>
              <a:rPr lang="en-US" dirty="0"/>
              <a:t>This shift signals stronger customer confidence in service quality and a more consistent experience in the field. Improving satisfaction not only strengthens the company’s reputation, but also increases customer retention and positions the organization more competitively in the telecom market, where reliability is a major differentiator.”</a:t>
            </a:r>
          </a:p>
        </p:txBody>
      </p:sp>
      <p:sp>
        <p:nvSpPr>
          <p:cNvPr id="4" name="Slide Number Placeholder 3"/>
          <p:cNvSpPr>
            <a:spLocks noGrp="1"/>
          </p:cNvSpPr>
          <p:nvPr>
            <p:ph type="sldNum" sz="quarter" idx="5"/>
          </p:nvPr>
        </p:nvSpPr>
        <p:spPr/>
        <p:txBody>
          <a:bodyPr/>
          <a:lstStyle/>
          <a:p>
            <a:fld id="{2DD6E5AA-2C20-4C4E-BE94-E4CD41247A7F}" type="slidenum">
              <a:rPr lang="en-US" smtClean="0"/>
              <a:t>12</a:t>
            </a:fld>
            <a:endParaRPr lang="en-US"/>
          </a:p>
        </p:txBody>
      </p:sp>
    </p:spTree>
    <p:extLst>
      <p:ext uri="{BB962C8B-B14F-4D97-AF65-F5344CB8AC3E}">
        <p14:creationId xmlns:p14="http://schemas.microsoft.com/office/powerpoint/2010/main" val="18750714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a:t>
            </a:r>
          </a:p>
          <a:p>
            <a:r>
              <a:rPr lang="en-US" dirty="0"/>
              <a:t>“The biggest limitation of this project is the size of the training dataset. With relatively few rows, the model can only learn a limited set of patterns, which increases the risk of overfitting and reduces its ability to generalize to new scenarios.</a:t>
            </a:r>
          </a:p>
          <a:p>
            <a:r>
              <a:rPr lang="en-US" dirty="0"/>
              <a:t>Another challenge was the lack of deeper contextual data in both Kaggle datasets. Important real-world factors weren’t captured, which limited the precision of engineered fields such as technician complexity and equipment training. As a result, the model performs well with assumptions made, but not as deeply or accurately as it could with richer operational data.</a:t>
            </a:r>
          </a:p>
          <a:p>
            <a:r>
              <a:rPr lang="en-US" dirty="0"/>
              <a:t>Looking ahead, the most impactful improvement would be expanding data collection directly from the live service platform. Adding route optimization, and incorporating dynamic conditions—like sudden outages, demand spikes, or technician availability—would significantly strengthen the model and make scheduling smarter, faster, and more adaptive to real-world complexity.”</a:t>
            </a:r>
          </a:p>
          <a:p>
            <a:endParaRPr lang="en-US" dirty="0"/>
          </a:p>
        </p:txBody>
      </p:sp>
      <p:sp>
        <p:nvSpPr>
          <p:cNvPr id="4" name="Slide Number Placeholder 3"/>
          <p:cNvSpPr>
            <a:spLocks noGrp="1"/>
          </p:cNvSpPr>
          <p:nvPr>
            <p:ph type="sldNum" sz="quarter" idx="5"/>
          </p:nvPr>
        </p:nvSpPr>
        <p:spPr/>
        <p:txBody>
          <a:bodyPr/>
          <a:lstStyle/>
          <a:p>
            <a:fld id="{2DD6E5AA-2C20-4C4E-BE94-E4CD41247A7F}" type="slidenum">
              <a:rPr lang="en-US" smtClean="0"/>
              <a:t>13</a:t>
            </a:fld>
            <a:endParaRPr lang="en-US"/>
          </a:p>
        </p:txBody>
      </p:sp>
    </p:spTree>
    <p:extLst>
      <p:ext uri="{BB962C8B-B14F-4D97-AF65-F5344CB8AC3E}">
        <p14:creationId xmlns:p14="http://schemas.microsoft.com/office/powerpoint/2010/main" val="20480568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a:t>
            </a:r>
          </a:p>
          <a:p>
            <a:r>
              <a:rPr lang="en-US" dirty="0"/>
              <a:t>“The Automated Technician Task Matching System is not just a tool—it’s an opportunity to transform how the organization delivers field service. By leveraging data-driven assignments, we can reduce costs, improve task success, and ensure a more consistent, high-quality experience for every customer.</a:t>
            </a:r>
          </a:p>
          <a:p>
            <a:r>
              <a:rPr lang="en-US" dirty="0"/>
              <a:t>To fully capitalize on this, I recommend a structured implementation plan: start with a pilot in one region, provide targeted training and change management for technicians and dispatch teams, and incorporate their feedback to refine workflows. Coupling this with continuous data integration and real-time updates will make the system adaptive, resilient, and aligned with operational realities.</a:t>
            </a:r>
          </a:p>
          <a:p>
            <a:r>
              <a:rPr lang="en-US" dirty="0"/>
              <a:t>With these steps, this solution can set a new benchmark for efficiency, reliability, and customer satisfaction in the telecommunications industry—turning data insights into measurable business impact and positioning the company as a leader in intelligent, industry-aligned field service.”</a:t>
            </a:r>
          </a:p>
          <a:p>
            <a:r>
              <a:rPr lang="en-US" dirty="0"/>
              <a:t>Thank you all for staying and listening. Please reach out if you have </a:t>
            </a:r>
            <a:r>
              <a:rPr lang="en-US"/>
              <a:t>any questions.</a:t>
            </a:r>
            <a:endParaRPr lang="en-US" dirty="0"/>
          </a:p>
        </p:txBody>
      </p:sp>
      <p:sp>
        <p:nvSpPr>
          <p:cNvPr id="4" name="Slide Number Placeholder 3"/>
          <p:cNvSpPr>
            <a:spLocks noGrp="1"/>
          </p:cNvSpPr>
          <p:nvPr>
            <p:ph type="sldNum" sz="quarter" idx="5"/>
          </p:nvPr>
        </p:nvSpPr>
        <p:spPr/>
        <p:txBody>
          <a:bodyPr/>
          <a:lstStyle/>
          <a:p>
            <a:fld id="{2DD6E5AA-2C20-4C4E-BE94-E4CD41247A7F}" type="slidenum">
              <a:rPr lang="en-US" smtClean="0"/>
              <a:t>14</a:t>
            </a:fld>
            <a:endParaRPr lang="en-US"/>
          </a:p>
        </p:txBody>
      </p:sp>
    </p:spTree>
    <p:extLst>
      <p:ext uri="{BB962C8B-B14F-4D97-AF65-F5344CB8AC3E}">
        <p14:creationId xmlns:p14="http://schemas.microsoft.com/office/powerpoint/2010/main" val="20674398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26CC6C37-217C-4E3F-A720-649A358A3115}" type="datetimeFigureOut">
              <a:rPr lang="en-US" smtClean="0"/>
              <a:t>11/19/2025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ABB29862-F48E-4F54-913B-BAA21766EC4A}" type="slidenum">
              <a:rPr lang="en-US" smtClean="0"/>
              <a:t>‹#›</a:t>
            </a:fld>
            <a:endParaRPr lang="en-US"/>
          </a:p>
        </p:txBody>
      </p:sp>
    </p:spTree>
    <p:extLst>
      <p:ext uri="{BB962C8B-B14F-4D97-AF65-F5344CB8AC3E}">
        <p14:creationId xmlns:p14="http://schemas.microsoft.com/office/powerpoint/2010/main" val="14639295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CC6C37-217C-4E3F-A720-649A358A3115}"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B29862-F48E-4F54-913B-BAA21766EC4A}" type="slidenum">
              <a:rPr lang="en-US" smtClean="0"/>
              <a:t>‹#›</a:t>
            </a:fld>
            <a:endParaRPr lang="en-US"/>
          </a:p>
        </p:txBody>
      </p:sp>
    </p:spTree>
    <p:extLst>
      <p:ext uri="{BB962C8B-B14F-4D97-AF65-F5344CB8AC3E}">
        <p14:creationId xmlns:p14="http://schemas.microsoft.com/office/powerpoint/2010/main" val="960972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CC6C37-217C-4E3F-A720-649A358A3115}"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B29862-F48E-4F54-913B-BAA21766EC4A}" type="slidenum">
              <a:rPr lang="en-US" smtClean="0"/>
              <a:t>‹#›</a:t>
            </a:fld>
            <a:endParaRPr lang="en-US"/>
          </a:p>
        </p:txBody>
      </p:sp>
    </p:spTree>
    <p:extLst>
      <p:ext uri="{BB962C8B-B14F-4D97-AF65-F5344CB8AC3E}">
        <p14:creationId xmlns:p14="http://schemas.microsoft.com/office/powerpoint/2010/main" val="93113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CC6C37-217C-4E3F-A720-649A358A3115}"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B29862-F48E-4F54-913B-BAA21766EC4A}" type="slidenum">
              <a:rPr lang="en-US" smtClean="0"/>
              <a:t>‹#›</a:t>
            </a:fld>
            <a:endParaRPr lang="en-US"/>
          </a:p>
        </p:txBody>
      </p:sp>
    </p:spTree>
    <p:extLst>
      <p:ext uri="{BB962C8B-B14F-4D97-AF65-F5344CB8AC3E}">
        <p14:creationId xmlns:p14="http://schemas.microsoft.com/office/powerpoint/2010/main" val="3283566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CC6C37-217C-4E3F-A720-649A358A3115}" type="datetimeFigureOut">
              <a:rPr lang="en-US" smtClean="0"/>
              <a:t>11/19/2025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BB29862-F48E-4F54-913B-BAA21766EC4A}" type="slidenum">
              <a:rPr lang="en-US" smtClean="0"/>
              <a:t>‹#›</a:t>
            </a:fld>
            <a:endParaRPr lang="en-US"/>
          </a:p>
        </p:txBody>
      </p:sp>
    </p:spTree>
    <p:extLst>
      <p:ext uri="{BB962C8B-B14F-4D97-AF65-F5344CB8AC3E}">
        <p14:creationId xmlns:p14="http://schemas.microsoft.com/office/powerpoint/2010/main" val="739757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6CC6C37-217C-4E3F-A720-649A358A3115}" type="datetimeFigureOut">
              <a:rPr lang="en-US" smtClean="0"/>
              <a:t>11/19/2025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BB29862-F48E-4F54-913B-BAA21766EC4A}" type="slidenum">
              <a:rPr lang="en-US" smtClean="0"/>
              <a:t>‹#›</a:t>
            </a:fld>
            <a:endParaRPr lang="en-US"/>
          </a:p>
        </p:txBody>
      </p:sp>
    </p:spTree>
    <p:extLst>
      <p:ext uri="{BB962C8B-B14F-4D97-AF65-F5344CB8AC3E}">
        <p14:creationId xmlns:p14="http://schemas.microsoft.com/office/powerpoint/2010/main" val="8983470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CC6C37-217C-4E3F-A720-649A358A3115}" type="datetimeFigureOut">
              <a:rPr lang="en-US" smtClean="0"/>
              <a:t>11/19/2025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BB29862-F48E-4F54-913B-BAA21766EC4A}" type="slidenum">
              <a:rPr lang="en-US" smtClean="0"/>
              <a:t>‹#›</a:t>
            </a:fld>
            <a:endParaRPr lang="en-US"/>
          </a:p>
        </p:txBody>
      </p:sp>
    </p:spTree>
    <p:extLst>
      <p:ext uri="{BB962C8B-B14F-4D97-AF65-F5344CB8AC3E}">
        <p14:creationId xmlns:p14="http://schemas.microsoft.com/office/powerpoint/2010/main" val="9150006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CC6C37-217C-4E3F-A720-649A358A3115}"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B29862-F48E-4F54-913B-BAA21766EC4A}" type="slidenum">
              <a:rPr lang="en-US" smtClean="0"/>
              <a:t>‹#›</a:t>
            </a:fld>
            <a:endParaRPr lang="en-US"/>
          </a:p>
        </p:txBody>
      </p:sp>
    </p:spTree>
    <p:extLst>
      <p:ext uri="{BB962C8B-B14F-4D97-AF65-F5344CB8AC3E}">
        <p14:creationId xmlns:p14="http://schemas.microsoft.com/office/powerpoint/2010/main" val="2036825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CC6C37-217C-4E3F-A720-649A358A3115}"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B29862-F48E-4F54-913B-BAA21766EC4A}" type="slidenum">
              <a:rPr lang="en-US" smtClean="0"/>
              <a:t>‹#›</a:t>
            </a:fld>
            <a:endParaRPr lang="en-US"/>
          </a:p>
        </p:txBody>
      </p:sp>
    </p:spTree>
    <p:extLst>
      <p:ext uri="{BB962C8B-B14F-4D97-AF65-F5344CB8AC3E}">
        <p14:creationId xmlns:p14="http://schemas.microsoft.com/office/powerpoint/2010/main" val="1247740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CC6C37-217C-4E3F-A720-649A358A3115}"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B29862-F48E-4F54-913B-BAA21766EC4A}" type="slidenum">
              <a:rPr lang="en-US" smtClean="0"/>
              <a:t>‹#›</a:t>
            </a:fld>
            <a:endParaRPr lang="en-US"/>
          </a:p>
        </p:txBody>
      </p:sp>
    </p:spTree>
    <p:extLst>
      <p:ext uri="{BB962C8B-B14F-4D97-AF65-F5344CB8AC3E}">
        <p14:creationId xmlns:p14="http://schemas.microsoft.com/office/powerpoint/2010/main" val="3322161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CC6C37-217C-4E3F-A720-649A358A3115}"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B29862-F48E-4F54-913B-BAA21766EC4A}" type="slidenum">
              <a:rPr lang="en-US" smtClean="0"/>
              <a:t>‹#›</a:t>
            </a:fld>
            <a:endParaRPr lang="en-US"/>
          </a:p>
        </p:txBody>
      </p:sp>
    </p:spTree>
    <p:extLst>
      <p:ext uri="{BB962C8B-B14F-4D97-AF65-F5344CB8AC3E}">
        <p14:creationId xmlns:p14="http://schemas.microsoft.com/office/powerpoint/2010/main" val="8277386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CC6C37-217C-4E3F-A720-649A358A3115}"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B29862-F48E-4F54-913B-BAA21766EC4A}"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8739098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CC6C37-217C-4E3F-A720-649A358A3115}"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B29862-F48E-4F54-913B-BAA21766EC4A}" type="slidenum">
              <a:rPr lang="en-US" smtClean="0"/>
              <a:t>‹#›</a:t>
            </a:fld>
            <a:endParaRPr lang="en-US"/>
          </a:p>
        </p:txBody>
      </p:sp>
    </p:spTree>
    <p:extLst>
      <p:ext uri="{BB962C8B-B14F-4D97-AF65-F5344CB8AC3E}">
        <p14:creationId xmlns:p14="http://schemas.microsoft.com/office/powerpoint/2010/main" val="40296699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6CC6C37-217C-4E3F-A720-649A358A3115}" type="datetimeFigureOut">
              <a:rPr lang="en-US" smtClean="0"/>
              <a:t>11/19/2025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BB29862-F48E-4F54-913B-BAA21766EC4A}" type="slidenum">
              <a:rPr lang="en-US" smtClean="0"/>
              <a:t>‹#›</a:t>
            </a:fld>
            <a:endParaRPr lang="en-US"/>
          </a:p>
        </p:txBody>
      </p:sp>
    </p:spTree>
    <p:extLst>
      <p:ext uri="{BB962C8B-B14F-4D97-AF65-F5344CB8AC3E}">
        <p14:creationId xmlns:p14="http://schemas.microsoft.com/office/powerpoint/2010/main" val="7807672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6CC6C37-217C-4E3F-A720-649A358A3115}" type="datetimeFigureOut">
              <a:rPr lang="en-US" smtClean="0"/>
              <a:t>11/19/2025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BB29862-F48E-4F54-913B-BAA21766EC4A}" type="slidenum">
              <a:rPr lang="en-US" smtClean="0"/>
              <a:t>‹#›</a:t>
            </a:fld>
            <a:endParaRPr lang="en-US"/>
          </a:p>
        </p:txBody>
      </p:sp>
    </p:spTree>
    <p:extLst>
      <p:ext uri="{BB962C8B-B14F-4D97-AF65-F5344CB8AC3E}">
        <p14:creationId xmlns:p14="http://schemas.microsoft.com/office/powerpoint/2010/main" val="25095292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CC6C37-217C-4E3F-A720-649A358A3115}"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B29862-F48E-4F54-913B-BAA21766EC4A}" type="slidenum">
              <a:rPr lang="en-US" smtClean="0"/>
              <a:t>‹#›</a:t>
            </a:fld>
            <a:endParaRPr lang="en-US"/>
          </a:p>
        </p:txBody>
      </p:sp>
    </p:spTree>
    <p:extLst>
      <p:ext uri="{BB962C8B-B14F-4D97-AF65-F5344CB8AC3E}">
        <p14:creationId xmlns:p14="http://schemas.microsoft.com/office/powerpoint/2010/main" val="16816759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CC6C37-217C-4E3F-A720-649A358A3115}"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B29862-F48E-4F54-913B-BAA21766EC4A}" type="slidenum">
              <a:rPr lang="en-US" smtClean="0"/>
              <a:t>‹#›</a:t>
            </a:fld>
            <a:endParaRPr lang="en-US"/>
          </a:p>
        </p:txBody>
      </p:sp>
    </p:spTree>
    <p:extLst>
      <p:ext uri="{BB962C8B-B14F-4D97-AF65-F5344CB8AC3E}">
        <p14:creationId xmlns:p14="http://schemas.microsoft.com/office/powerpoint/2010/main" val="4230155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6CC6C37-217C-4E3F-A720-649A358A3115}" type="datetimeFigureOut">
              <a:rPr lang="en-US" smtClean="0"/>
              <a:t>11/19/2025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ABB29862-F48E-4F54-913B-BAA21766EC4A}" type="slidenum">
              <a:rPr lang="en-US" smtClean="0"/>
              <a:t>‹#›</a:t>
            </a:fld>
            <a:endParaRPr lang="en-US"/>
          </a:p>
        </p:txBody>
      </p:sp>
    </p:spTree>
    <p:extLst>
      <p:ext uri="{BB962C8B-B14F-4D97-AF65-F5344CB8AC3E}">
        <p14:creationId xmlns:p14="http://schemas.microsoft.com/office/powerpoint/2010/main" val="236677890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6.xml"/><Relationship Id="rId13" Type="http://schemas.openxmlformats.org/officeDocument/2006/relationships/diagramColors" Target="../diagrams/colors7.xml"/><Relationship Id="rId3" Type="http://schemas.openxmlformats.org/officeDocument/2006/relationships/image" Target="../media/image1.jpeg"/><Relationship Id="rId7" Type="http://schemas.openxmlformats.org/officeDocument/2006/relationships/diagramQuickStyle" Target="../diagrams/quickStyle6.xml"/><Relationship Id="rId12" Type="http://schemas.openxmlformats.org/officeDocument/2006/relationships/diagramQuickStyle" Target="../diagrams/quickStyle7.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Layout" Target="../diagrams/layout6.xml"/><Relationship Id="rId11" Type="http://schemas.openxmlformats.org/officeDocument/2006/relationships/diagramLayout" Target="../diagrams/layout7.xml"/><Relationship Id="rId5" Type="http://schemas.openxmlformats.org/officeDocument/2006/relationships/diagramData" Target="../diagrams/data6.xml"/><Relationship Id="rId10" Type="http://schemas.openxmlformats.org/officeDocument/2006/relationships/diagramData" Target="../diagrams/data7.xml"/><Relationship Id="rId4" Type="http://schemas.openxmlformats.org/officeDocument/2006/relationships/image" Target="../media/image2.png"/><Relationship Id="rId9" Type="http://schemas.microsoft.com/office/2007/relationships/diagramDrawing" Target="../diagrams/drawing6.xml"/><Relationship Id="rId14" Type="http://schemas.microsoft.com/office/2007/relationships/diagramDrawing" Target="../diagrams/drawing7.xml"/></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 Id="rId9"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0.xml.rels><?xml version="1.0" encoding="UTF-8" standalone="yes"?>
<Relationships xmlns="http://schemas.openxmlformats.org/package/2006/relationships"><Relationship Id="rId8" Type="http://schemas.openxmlformats.org/officeDocument/2006/relationships/diagramColors" Target="../diagrams/colors10.xml"/><Relationship Id="rId3" Type="http://schemas.openxmlformats.org/officeDocument/2006/relationships/image" Target="../media/image11.png"/><Relationship Id="rId7" Type="http://schemas.openxmlformats.org/officeDocument/2006/relationships/diagramQuickStyle" Target="../diagrams/quickStyle10.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Layout" Target="../diagrams/layout10.xml"/><Relationship Id="rId5" Type="http://schemas.openxmlformats.org/officeDocument/2006/relationships/diagramData" Target="../diagrams/data10.xml"/><Relationship Id="rId4" Type="http://schemas.openxmlformats.org/officeDocument/2006/relationships/image" Target="../media/image12.png"/><Relationship Id="rId9" Type="http://schemas.microsoft.com/office/2007/relationships/diagramDrawing" Target="../diagrams/drawing10.xml"/></Relationships>
</file>

<file path=ppt/slides/_rels/slide11.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image" Target="../media/image13.png"/><Relationship Id="rId7" Type="http://schemas.openxmlformats.org/officeDocument/2006/relationships/diagramColors" Target="../diagrams/colors1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QuickStyle" Target="../diagrams/quickStyle11.xml"/><Relationship Id="rId5" Type="http://schemas.openxmlformats.org/officeDocument/2006/relationships/diagramLayout" Target="../diagrams/layout11.xml"/><Relationship Id="rId4" Type="http://schemas.openxmlformats.org/officeDocument/2006/relationships/diagramData" Target="../diagrams/data11.xml"/></Relationships>
</file>

<file path=ppt/slides/_rels/slide12.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image" Target="../media/image14.png"/><Relationship Id="rId7" Type="http://schemas.openxmlformats.org/officeDocument/2006/relationships/diagramColors" Target="../diagrams/colors12.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s>
</file>

<file path=ppt/slides/_rels/slide13.xml.rels><?xml version="1.0" encoding="UTF-8" standalone="yes"?>
<Relationships xmlns="http://schemas.openxmlformats.org/package/2006/relationships"><Relationship Id="rId8" Type="http://schemas.openxmlformats.org/officeDocument/2006/relationships/diagramData" Target="../diagrams/data14.xml"/><Relationship Id="rId3" Type="http://schemas.openxmlformats.org/officeDocument/2006/relationships/diagramData" Target="../diagrams/data13.xml"/><Relationship Id="rId7" Type="http://schemas.microsoft.com/office/2007/relationships/diagramDrawing" Target="../diagrams/drawing13.xml"/><Relationship Id="rId12" Type="http://schemas.microsoft.com/office/2007/relationships/diagramDrawing" Target="../diagrams/drawing14.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3.xml"/><Relationship Id="rId11" Type="http://schemas.openxmlformats.org/officeDocument/2006/relationships/diagramColors" Target="../diagrams/colors14.xml"/><Relationship Id="rId5" Type="http://schemas.openxmlformats.org/officeDocument/2006/relationships/diagramQuickStyle" Target="../diagrams/quickStyle13.xml"/><Relationship Id="rId10" Type="http://schemas.openxmlformats.org/officeDocument/2006/relationships/diagramQuickStyle" Target="../diagrams/quickStyle14.xml"/><Relationship Id="rId4" Type="http://schemas.openxmlformats.org/officeDocument/2006/relationships/diagramLayout" Target="../diagrams/layout13.xml"/><Relationship Id="rId9" Type="http://schemas.openxmlformats.org/officeDocument/2006/relationships/diagramLayout" Target="../diagrams/layout14.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7D4B16D-600A-41A1-8B1B-3727C56C0C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DE7C35E0-BD19-4AFC-81BF-7A7507E9C9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60000"/>
            </a:schemeClr>
          </a:solidFill>
          <a:effectLst/>
        </p:grpSpPr>
        <p:sp>
          <p:nvSpPr>
            <p:cNvPr id="11" name="Rectangle 5">
              <a:extLst>
                <a:ext uri="{FF2B5EF4-FFF2-40B4-BE49-F238E27FC236}">
                  <a16:creationId xmlns:a16="http://schemas.microsoft.com/office/drawing/2014/main" id="{1E08D20A-3975-4596-85C6-D4679958628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12" name="Freeform 6">
              <a:extLst>
                <a:ext uri="{FF2B5EF4-FFF2-40B4-BE49-F238E27FC236}">
                  <a16:creationId xmlns:a16="http://schemas.microsoft.com/office/drawing/2014/main" id="{630A9349-BFE4-4720-A229-98DCD3B69F3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3" name="Freeform 7">
              <a:extLst>
                <a:ext uri="{FF2B5EF4-FFF2-40B4-BE49-F238E27FC236}">
                  <a16:creationId xmlns:a16="http://schemas.microsoft.com/office/drawing/2014/main" id="{28487744-BBC9-4D40-85B3-0D45003C33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4" name="Rectangle 8">
              <a:extLst>
                <a:ext uri="{FF2B5EF4-FFF2-40B4-BE49-F238E27FC236}">
                  <a16:creationId xmlns:a16="http://schemas.microsoft.com/office/drawing/2014/main" id="{FAD6EF4D-97BD-46B4-9B5B-CD70971DD55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15" name="Freeform 9">
              <a:extLst>
                <a:ext uri="{FF2B5EF4-FFF2-40B4-BE49-F238E27FC236}">
                  <a16:creationId xmlns:a16="http://schemas.microsoft.com/office/drawing/2014/main" id="{210DCC42-11D2-4162-B47A-869B3F6694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6" name="Freeform 10">
              <a:extLst>
                <a:ext uri="{FF2B5EF4-FFF2-40B4-BE49-F238E27FC236}">
                  <a16:creationId xmlns:a16="http://schemas.microsoft.com/office/drawing/2014/main" id="{DE4880D6-6ECE-4F1B-B474-FE3940D043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7" name="Freeform 11">
              <a:extLst>
                <a:ext uri="{FF2B5EF4-FFF2-40B4-BE49-F238E27FC236}">
                  <a16:creationId xmlns:a16="http://schemas.microsoft.com/office/drawing/2014/main" id="{A1A39307-F675-49D2-9E45-28DA2AB5C9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8" name="Freeform 12">
              <a:extLst>
                <a:ext uri="{FF2B5EF4-FFF2-40B4-BE49-F238E27FC236}">
                  <a16:creationId xmlns:a16="http://schemas.microsoft.com/office/drawing/2014/main" id="{AC5E23C5-C5D6-4BC3-9531-C0B2D7D29F9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9" name="Freeform 13">
              <a:extLst>
                <a:ext uri="{FF2B5EF4-FFF2-40B4-BE49-F238E27FC236}">
                  <a16:creationId xmlns:a16="http://schemas.microsoft.com/office/drawing/2014/main" id="{4D3FC0A7-9672-4B19-8D54-71C3B39F7A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0" name="Freeform 14">
              <a:extLst>
                <a:ext uri="{FF2B5EF4-FFF2-40B4-BE49-F238E27FC236}">
                  <a16:creationId xmlns:a16="http://schemas.microsoft.com/office/drawing/2014/main" id="{9911D04C-3FFB-4D1E-8F59-5C02692E3E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1" name="Freeform 15">
              <a:extLst>
                <a:ext uri="{FF2B5EF4-FFF2-40B4-BE49-F238E27FC236}">
                  <a16:creationId xmlns:a16="http://schemas.microsoft.com/office/drawing/2014/main" id="{A0178C8F-EF32-4F3D-B022-60A7DE1367B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2" name="Freeform 16">
              <a:extLst>
                <a:ext uri="{FF2B5EF4-FFF2-40B4-BE49-F238E27FC236}">
                  <a16:creationId xmlns:a16="http://schemas.microsoft.com/office/drawing/2014/main" id="{EEB2DD25-DE0D-48CE-8218-E4EF12273A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3" name="Freeform 17">
              <a:extLst>
                <a:ext uri="{FF2B5EF4-FFF2-40B4-BE49-F238E27FC236}">
                  <a16:creationId xmlns:a16="http://schemas.microsoft.com/office/drawing/2014/main" id="{13C92E55-66CB-48F7-BF28-5D8ED146BB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4" name="Freeform 18">
              <a:extLst>
                <a:ext uri="{FF2B5EF4-FFF2-40B4-BE49-F238E27FC236}">
                  <a16:creationId xmlns:a16="http://schemas.microsoft.com/office/drawing/2014/main" id="{CB0B6C7B-4820-48AB-92AF-896559F009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5" name="Freeform 19">
              <a:extLst>
                <a:ext uri="{FF2B5EF4-FFF2-40B4-BE49-F238E27FC236}">
                  <a16:creationId xmlns:a16="http://schemas.microsoft.com/office/drawing/2014/main" id="{2018EECD-4518-458F-989E-6FCAE5AE0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6" name="Freeform 20">
              <a:extLst>
                <a:ext uri="{FF2B5EF4-FFF2-40B4-BE49-F238E27FC236}">
                  <a16:creationId xmlns:a16="http://schemas.microsoft.com/office/drawing/2014/main" id="{1FB0915F-3C52-468A-87E7-F3EE381DA3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7" name="Freeform 21">
              <a:extLst>
                <a:ext uri="{FF2B5EF4-FFF2-40B4-BE49-F238E27FC236}">
                  <a16:creationId xmlns:a16="http://schemas.microsoft.com/office/drawing/2014/main" id="{7B184771-5A8E-4ED5-9179-24B19F26C32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8" name="Freeform 22">
              <a:extLst>
                <a:ext uri="{FF2B5EF4-FFF2-40B4-BE49-F238E27FC236}">
                  <a16:creationId xmlns:a16="http://schemas.microsoft.com/office/drawing/2014/main" id="{BC5162D1-D64C-4FBA-BE86-11B27A7432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9" name="Freeform 23">
              <a:extLst>
                <a:ext uri="{FF2B5EF4-FFF2-40B4-BE49-F238E27FC236}">
                  <a16:creationId xmlns:a16="http://schemas.microsoft.com/office/drawing/2014/main" id="{9EFF345C-6A58-4123-B2D1-2ED9E369124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0" name="Freeform 24">
              <a:extLst>
                <a:ext uri="{FF2B5EF4-FFF2-40B4-BE49-F238E27FC236}">
                  <a16:creationId xmlns:a16="http://schemas.microsoft.com/office/drawing/2014/main" id="{03CE89F7-AE1C-4370-920E-EE04C4124F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1" name="Freeform 25">
              <a:extLst>
                <a:ext uri="{FF2B5EF4-FFF2-40B4-BE49-F238E27FC236}">
                  <a16:creationId xmlns:a16="http://schemas.microsoft.com/office/drawing/2014/main" id="{D6E298F6-F99D-49EF-B614-24D2179C23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2" name="Freeform 26">
              <a:extLst>
                <a:ext uri="{FF2B5EF4-FFF2-40B4-BE49-F238E27FC236}">
                  <a16:creationId xmlns:a16="http://schemas.microsoft.com/office/drawing/2014/main" id="{2424FD35-451D-468C-9EB2-8DA350C1247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3" name="Freeform 27">
              <a:extLst>
                <a:ext uri="{FF2B5EF4-FFF2-40B4-BE49-F238E27FC236}">
                  <a16:creationId xmlns:a16="http://schemas.microsoft.com/office/drawing/2014/main" id="{45BC0C6F-B91F-42CC-9046-522FE8223C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4" name="Freeform 28">
              <a:extLst>
                <a:ext uri="{FF2B5EF4-FFF2-40B4-BE49-F238E27FC236}">
                  <a16:creationId xmlns:a16="http://schemas.microsoft.com/office/drawing/2014/main" id="{F88AFBEE-A8B5-4B18-B834-5269F6C13C0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5" name="Freeform 29">
              <a:extLst>
                <a:ext uri="{FF2B5EF4-FFF2-40B4-BE49-F238E27FC236}">
                  <a16:creationId xmlns:a16="http://schemas.microsoft.com/office/drawing/2014/main" id="{64B0F493-EC69-4C85-87D4-287628231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6" name="Freeform 30">
              <a:extLst>
                <a:ext uri="{FF2B5EF4-FFF2-40B4-BE49-F238E27FC236}">
                  <a16:creationId xmlns:a16="http://schemas.microsoft.com/office/drawing/2014/main" id="{09920E7F-979C-40F6-8FB1-791325A4A44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7" name="Freeform 31">
              <a:extLst>
                <a:ext uri="{FF2B5EF4-FFF2-40B4-BE49-F238E27FC236}">
                  <a16:creationId xmlns:a16="http://schemas.microsoft.com/office/drawing/2014/main" id="{1387BCC3-D7BF-443E-B18C-87B696E64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8" name="Freeform 32">
              <a:extLst>
                <a:ext uri="{FF2B5EF4-FFF2-40B4-BE49-F238E27FC236}">
                  <a16:creationId xmlns:a16="http://schemas.microsoft.com/office/drawing/2014/main" id="{F1C0670D-9FA2-48D7-AFDB-4438ECC3EE1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9" name="Rectangle 33">
              <a:extLst>
                <a:ext uri="{FF2B5EF4-FFF2-40B4-BE49-F238E27FC236}">
                  <a16:creationId xmlns:a16="http://schemas.microsoft.com/office/drawing/2014/main" id="{34088C0C-CAD1-4E66-A162-1D7020365B6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40" name="Freeform 34">
              <a:extLst>
                <a:ext uri="{FF2B5EF4-FFF2-40B4-BE49-F238E27FC236}">
                  <a16:creationId xmlns:a16="http://schemas.microsoft.com/office/drawing/2014/main" id="{B8C224A6-72B4-4763-B708-65A321D0D61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1" name="Freeform 35">
              <a:extLst>
                <a:ext uri="{FF2B5EF4-FFF2-40B4-BE49-F238E27FC236}">
                  <a16:creationId xmlns:a16="http://schemas.microsoft.com/office/drawing/2014/main" id="{2EE3A964-523C-470B-8B10-09053452C5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2" name="Freeform 36">
              <a:extLst>
                <a:ext uri="{FF2B5EF4-FFF2-40B4-BE49-F238E27FC236}">
                  <a16:creationId xmlns:a16="http://schemas.microsoft.com/office/drawing/2014/main" id="{1B87487E-C0EA-4E2A-8FC0-3D4C4F0177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3" name="Freeform 37">
              <a:extLst>
                <a:ext uri="{FF2B5EF4-FFF2-40B4-BE49-F238E27FC236}">
                  <a16:creationId xmlns:a16="http://schemas.microsoft.com/office/drawing/2014/main" id="{D8B57E7E-D885-4A0B-BBA0-E3BC3A68CD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4" name="Freeform 38">
              <a:extLst>
                <a:ext uri="{FF2B5EF4-FFF2-40B4-BE49-F238E27FC236}">
                  <a16:creationId xmlns:a16="http://schemas.microsoft.com/office/drawing/2014/main" id="{6FB84573-B84B-4571-A6E5-91CD308E7D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5" name="Freeform 39">
              <a:extLst>
                <a:ext uri="{FF2B5EF4-FFF2-40B4-BE49-F238E27FC236}">
                  <a16:creationId xmlns:a16="http://schemas.microsoft.com/office/drawing/2014/main" id="{7EE5EE00-E139-4AB9-ACFC-5E39CFA95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6" name="Freeform 40">
              <a:extLst>
                <a:ext uri="{FF2B5EF4-FFF2-40B4-BE49-F238E27FC236}">
                  <a16:creationId xmlns:a16="http://schemas.microsoft.com/office/drawing/2014/main" id="{5A38A6AA-6753-4EFE-94BB-96DF739758C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7" name="Freeform 41">
              <a:extLst>
                <a:ext uri="{FF2B5EF4-FFF2-40B4-BE49-F238E27FC236}">
                  <a16:creationId xmlns:a16="http://schemas.microsoft.com/office/drawing/2014/main" id="{506AB599-570B-4547-97F4-F2C672301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8" name="Freeform 42">
              <a:extLst>
                <a:ext uri="{FF2B5EF4-FFF2-40B4-BE49-F238E27FC236}">
                  <a16:creationId xmlns:a16="http://schemas.microsoft.com/office/drawing/2014/main" id="{9AFDEA1E-DBAB-4507-8D36-786F19A85B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9" name="Freeform 43">
              <a:extLst>
                <a:ext uri="{FF2B5EF4-FFF2-40B4-BE49-F238E27FC236}">
                  <a16:creationId xmlns:a16="http://schemas.microsoft.com/office/drawing/2014/main" id="{C824D6F7-0BDF-4C8C-869D-BDDEB07641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0" name="Freeform 44">
              <a:extLst>
                <a:ext uri="{FF2B5EF4-FFF2-40B4-BE49-F238E27FC236}">
                  <a16:creationId xmlns:a16="http://schemas.microsoft.com/office/drawing/2014/main" id="{6953C491-AE0F-4D2B-9474-18D5E8B5DC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1" name="Rectangle 45">
              <a:extLst>
                <a:ext uri="{FF2B5EF4-FFF2-40B4-BE49-F238E27FC236}">
                  <a16:creationId xmlns:a16="http://schemas.microsoft.com/office/drawing/2014/main" id="{5B956350-9BDD-4090-B2B6-12C13D1CE27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52" name="Freeform 46">
              <a:extLst>
                <a:ext uri="{FF2B5EF4-FFF2-40B4-BE49-F238E27FC236}">
                  <a16:creationId xmlns:a16="http://schemas.microsoft.com/office/drawing/2014/main" id="{ECE31E80-E354-44C3-81E0-4E3E41DDF6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3" name="Freeform 47">
              <a:extLst>
                <a:ext uri="{FF2B5EF4-FFF2-40B4-BE49-F238E27FC236}">
                  <a16:creationId xmlns:a16="http://schemas.microsoft.com/office/drawing/2014/main" id="{9DFA35DB-5360-405A-A7EB-064E51FBC0A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4" name="Freeform 48">
              <a:extLst>
                <a:ext uri="{FF2B5EF4-FFF2-40B4-BE49-F238E27FC236}">
                  <a16:creationId xmlns:a16="http://schemas.microsoft.com/office/drawing/2014/main" id="{2DA499BD-4313-4AD1-BE87-4BEF50FECB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5" name="Freeform 49">
              <a:extLst>
                <a:ext uri="{FF2B5EF4-FFF2-40B4-BE49-F238E27FC236}">
                  <a16:creationId xmlns:a16="http://schemas.microsoft.com/office/drawing/2014/main" id="{680E4C6D-12D1-417A-A709-EC416D98FA0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6" name="Freeform 50">
              <a:extLst>
                <a:ext uri="{FF2B5EF4-FFF2-40B4-BE49-F238E27FC236}">
                  <a16:creationId xmlns:a16="http://schemas.microsoft.com/office/drawing/2014/main" id="{C93537B4-09B6-4CC6-92DE-3D3BDAC7AB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7" name="Freeform 51">
              <a:extLst>
                <a:ext uri="{FF2B5EF4-FFF2-40B4-BE49-F238E27FC236}">
                  <a16:creationId xmlns:a16="http://schemas.microsoft.com/office/drawing/2014/main" id="{5D100FC5-9EA8-4DA7-AFA4-BC60831FD8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8" name="Freeform 52">
              <a:extLst>
                <a:ext uri="{FF2B5EF4-FFF2-40B4-BE49-F238E27FC236}">
                  <a16:creationId xmlns:a16="http://schemas.microsoft.com/office/drawing/2014/main" id="{3F10D757-6A3B-4314-9755-419B3738E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59" name="Freeform 53">
              <a:extLst>
                <a:ext uri="{FF2B5EF4-FFF2-40B4-BE49-F238E27FC236}">
                  <a16:creationId xmlns:a16="http://schemas.microsoft.com/office/drawing/2014/main" id="{28A4D881-D08B-4AAF-866D-7C31601126D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0" name="Freeform 54">
              <a:extLst>
                <a:ext uri="{FF2B5EF4-FFF2-40B4-BE49-F238E27FC236}">
                  <a16:creationId xmlns:a16="http://schemas.microsoft.com/office/drawing/2014/main" id="{A666F3F8-571E-483F-9B9F-31EDB91A9C6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1" name="Freeform 55">
              <a:extLst>
                <a:ext uri="{FF2B5EF4-FFF2-40B4-BE49-F238E27FC236}">
                  <a16:creationId xmlns:a16="http://schemas.microsoft.com/office/drawing/2014/main" id="{18305C0F-0A00-450D-92A1-313C724398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2" name="Freeform 56">
              <a:extLst>
                <a:ext uri="{FF2B5EF4-FFF2-40B4-BE49-F238E27FC236}">
                  <a16:creationId xmlns:a16="http://schemas.microsoft.com/office/drawing/2014/main" id="{9A5635D8-CCB7-4D16-BB87-B1BC1AC97DC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3" name="Freeform 57">
              <a:extLst>
                <a:ext uri="{FF2B5EF4-FFF2-40B4-BE49-F238E27FC236}">
                  <a16:creationId xmlns:a16="http://schemas.microsoft.com/office/drawing/2014/main" id="{7C10A784-B5EE-4486-96E7-3CC72B93A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64" name="Freeform 58">
              <a:extLst>
                <a:ext uri="{FF2B5EF4-FFF2-40B4-BE49-F238E27FC236}">
                  <a16:creationId xmlns:a16="http://schemas.microsoft.com/office/drawing/2014/main" id="{AE5FA7CA-916C-4A34-A727-E0289D891AB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pic>
        <p:nvPicPr>
          <p:cNvPr id="66" name="Picture 2">
            <a:extLst>
              <a:ext uri="{FF2B5EF4-FFF2-40B4-BE49-F238E27FC236}">
                <a16:creationId xmlns:a16="http://schemas.microsoft.com/office/drawing/2014/main" id="{51039561-92F9-40EE-900B-6AA0F58042A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3" y="9525"/>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sp>
        <p:nvSpPr>
          <p:cNvPr id="2" name="Title 1">
            <a:extLst>
              <a:ext uri="{FF2B5EF4-FFF2-40B4-BE49-F238E27FC236}">
                <a16:creationId xmlns:a16="http://schemas.microsoft.com/office/drawing/2014/main" id="{AA2DA2F2-1054-DB29-D32C-D0D8291480A7}"/>
              </a:ext>
            </a:extLst>
          </p:cNvPr>
          <p:cNvSpPr>
            <a:spLocks noGrp="1"/>
          </p:cNvSpPr>
          <p:nvPr>
            <p:ph type="ctrTitle"/>
          </p:nvPr>
        </p:nvSpPr>
        <p:spPr>
          <a:xfrm>
            <a:off x="2043113" y="1122363"/>
            <a:ext cx="4527929" cy="4287836"/>
          </a:xfrm>
        </p:spPr>
        <p:txBody>
          <a:bodyPr anchor="ctr">
            <a:normAutofit/>
          </a:bodyPr>
          <a:lstStyle/>
          <a:p>
            <a:pPr algn="r"/>
            <a:r>
              <a:rPr lang="en-US" sz="4700" dirty="0"/>
              <a:t>Automated Task Assignment system</a:t>
            </a:r>
          </a:p>
        </p:txBody>
      </p:sp>
      <p:sp>
        <p:nvSpPr>
          <p:cNvPr id="3" name="Subtitle 2">
            <a:extLst>
              <a:ext uri="{FF2B5EF4-FFF2-40B4-BE49-F238E27FC236}">
                <a16:creationId xmlns:a16="http://schemas.microsoft.com/office/drawing/2014/main" id="{D13A2BED-F95B-318A-3D69-FE25FE159D04}"/>
              </a:ext>
            </a:extLst>
          </p:cNvPr>
          <p:cNvSpPr>
            <a:spLocks noGrp="1"/>
          </p:cNvSpPr>
          <p:nvPr>
            <p:ph type="subTitle" idx="1"/>
          </p:nvPr>
        </p:nvSpPr>
        <p:spPr>
          <a:xfrm>
            <a:off x="7851631" y="1122363"/>
            <a:ext cx="2816368" cy="4287834"/>
          </a:xfrm>
        </p:spPr>
        <p:txBody>
          <a:bodyPr anchor="ctr">
            <a:normAutofit/>
          </a:bodyPr>
          <a:lstStyle/>
          <a:p>
            <a:r>
              <a:rPr lang="en-US" sz="2400" dirty="0"/>
              <a:t>Sue </a:t>
            </a:r>
            <a:r>
              <a:rPr lang="en-US" sz="2400" dirty="0" err="1"/>
              <a:t>Byeon</a:t>
            </a:r>
            <a:endParaRPr lang="en-US" sz="2400" dirty="0"/>
          </a:p>
        </p:txBody>
      </p:sp>
      <p:cxnSp>
        <p:nvCxnSpPr>
          <p:cNvPr id="68" name="Straight Connector 67">
            <a:extLst>
              <a:ext uri="{FF2B5EF4-FFF2-40B4-BE49-F238E27FC236}">
                <a16:creationId xmlns:a16="http://schemas.microsoft.com/office/drawing/2014/main" id="{D902DA06-324A-48CE-8C20-94535480A6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1336" y="1454684"/>
            <a:ext cx="0" cy="3649129"/>
          </a:xfrm>
          <a:prstGeom prst="line">
            <a:avLst/>
          </a:prstGeom>
          <a:ln w="25400">
            <a:solidFill>
              <a:schemeClr val="tx1">
                <a:alpha val="70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3410737-A6E6-6C18-F98A-5071E7DCC1A5}"/>
              </a:ext>
            </a:extLst>
          </p:cNvPr>
          <p:cNvSpPr txBox="1"/>
          <p:nvPr/>
        </p:nvSpPr>
        <p:spPr>
          <a:xfrm>
            <a:off x="10525125" y="6326268"/>
            <a:ext cx="1391728" cy="369332"/>
          </a:xfrm>
          <a:prstGeom prst="rect">
            <a:avLst/>
          </a:prstGeom>
          <a:noFill/>
        </p:spPr>
        <p:txBody>
          <a:bodyPr wrap="none" rtlCol="0">
            <a:spAutoFit/>
          </a:bodyPr>
          <a:lstStyle/>
          <a:p>
            <a:r>
              <a:rPr lang="en-US" dirty="0"/>
              <a:t>Dec. 2, 2025</a:t>
            </a:r>
          </a:p>
        </p:txBody>
      </p:sp>
    </p:spTree>
    <p:extLst>
      <p:ext uri="{BB962C8B-B14F-4D97-AF65-F5344CB8AC3E}">
        <p14:creationId xmlns:p14="http://schemas.microsoft.com/office/powerpoint/2010/main" val="4243429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CCBCD-4140-8102-A874-94783DD8090D}"/>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FF652F99-8841-41C3-747A-9A2C60DDDB4E}"/>
              </a:ext>
            </a:extLst>
          </p:cNvPr>
          <p:cNvSpPr>
            <a:spLocks noGrp="1"/>
          </p:cNvSpPr>
          <p:nvPr>
            <p:ph idx="1"/>
          </p:nvPr>
        </p:nvSpPr>
        <p:spPr>
          <a:xfrm>
            <a:off x="1405143" y="1857471"/>
            <a:ext cx="4207994" cy="3717162"/>
          </a:xfrm>
        </p:spPr>
        <p:txBody>
          <a:bodyPr>
            <a:noAutofit/>
          </a:bodyPr>
          <a:lstStyle/>
          <a:p>
            <a:pPr marL="0" indent="0">
              <a:buNone/>
            </a:pPr>
            <a:r>
              <a:rPr lang="en-US" dirty="0"/>
              <a:t>Customers rely on fast, reliable connections for work, school, and social life. </a:t>
            </a:r>
            <a:endParaRPr lang="en-US" b="1" dirty="0"/>
          </a:p>
          <a:p>
            <a:pPr marL="0" indent="0">
              <a:buNone/>
            </a:pPr>
            <a:br>
              <a:rPr lang="en-US" b="1" dirty="0"/>
            </a:br>
            <a:endParaRPr lang="en-US" b="1" dirty="0"/>
          </a:p>
          <a:p>
            <a:pPr marL="0" indent="0">
              <a:buNone/>
            </a:pPr>
            <a:endParaRPr lang="en-US" b="1" dirty="0"/>
          </a:p>
          <a:p>
            <a:pPr marL="0" indent="0">
              <a:buNone/>
            </a:pPr>
            <a:r>
              <a:rPr lang="en-US" b="1" dirty="0"/>
              <a:t>Great Product, Poor Experience</a:t>
            </a:r>
          </a:p>
        </p:txBody>
      </p:sp>
      <p:graphicFrame>
        <p:nvGraphicFramePr>
          <p:cNvPr id="4" name="Diagram 3">
            <a:extLst>
              <a:ext uri="{FF2B5EF4-FFF2-40B4-BE49-F238E27FC236}">
                <a16:creationId xmlns:a16="http://schemas.microsoft.com/office/drawing/2014/main" id="{1DC6CA4C-0467-1B86-95A3-4B848E36E58C}"/>
              </a:ext>
            </a:extLst>
          </p:cNvPr>
          <p:cNvGraphicFramePr/>
          <p:nvPr>
            <p:extLst>
              <p:ext uri="{D42A27DB-BD31-4B8C-83A1-F6EECF244321}">
                <p14:modId xmlns:p14="http://schemas.microsoft.com/office/powerpoint/2010/main" val="2546895042"/>
              </p:ext>
            </p:extLst>
          </p:nvPr>
        </p:nvGraphicFramePr>
        <p:xfrm>
          <a:off x="5613137" y="1697676"/>
          <a:ext cx="5900352" cy="37171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CD1FFE96-47BC-DBA7-118C-FF8308D844DC}"/>
              </a:ext>
            </a:extLst>
          </p:cNvPr>
          <p:cNvSpPr txBox="1"/>
          <p:nvPr/>
        </p:nvSpPr>
        <p:spPr>
          <a:xfrm>
            <a:off x="1921475" y="6309330"/>
            <a:ext cx="8345874" cy="369332"/>
          </a:xfrm>
          <a:prstGeom prst="rect">
            <a:avLst/>
          </a:prstGeom>
          <a:noFill/>
        </p:spPr>
        <p:txBody>
          <a:bodyPr wrap="none" rtlCol="0">
            <a:spAutoFit/>
          </a:bodyPr>
          <a:lstStyle/>
          <a:p>
            <a:r>
              <a:rPr lang="en-US" dirty="0"/>
              <a:t>* For a company with 100,000 customers, 30% annual churn rate, and ARPU of $69,690</a:t>
            </a:r>
          </a:p>
        </p:txBody>
      </p:sp>
    </p:spTree>
    <p:extLst>
      <p:ext uri="{BB962C8B-B14F-4D97-AF65-F5344CB8AC3E}">
        <p14:creationId xmlns:p14="http://schemas.microsoft.com/office/powerpoint/2010/main" val="1656300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32FB5-1B38-36DC-023D-FCFDF15A99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3F0589-597F-E741-EE06-AD760ED2041C}"/>
              </a:ext>
            </a:extLst>
          </p:cNvPr>
          <p:cNvSpPr>
            <a:spLocks noGrp="1"/>
          </p:cNvSpPr>
          <p:nvPr>
            <p:ph type="title"/>
          </p:nvPr>
        </p:nvSpPr>
        <p:spPr/>
        <p:txBody>
          <a:bodyPr/>
          <a:lstStyle/>
          <a:p>
            <a:r>
              <a:rPr lang="en-US" dirty="0"/>
              <a:t>Current State Analysis &amp; Metrics</a:t>
            </a:r>
          </a:p>
        </p:txBody>
      </p:sp>
      <p:graphicFrame>
        <p:nvGraphicFramePr>
          <p:cNvPr id="4" name="Diagram 3">
            <a:extLst>
              <a:ext uri="{FF2B5EF4-FFF2-40B4-BE49-F238E27FC236}">
                <a16:creationId xmlns:a16="http://schemas.microsoft.com/office/drawing/2014/main" id="{11F95E2E-0ADF-7A2B-E284-1A0F8DFA6E37}"/>
              </a:ext>
            </a:extLst>
          </p:cNvPr>
          <p:cNvGraphicFramePr/>
          <p:nvPr>
            <p:extLst>
              <p:ext uri="{D42A27DB-BD31-4B8C-83A1-F6EECF244321}">
                <p14:modId xmlns:p14="http://schemas.microsoft.com/office/powerpoint/2010/main" val="2608873793"/>
              </p:ext>
            </p:extLst>
          </p:nvPr>
        </p:nvGraphicFramePr>
        <p:xfrm>
          <a:off x="1026882" y="1612948"/>
          <a:ext cx="10135060" cy="27838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 4">
            <a:extLst>
              <a:ext uri="{FF2B5EF4-FFF2-40B4-BE49-F238E27FC236}">
                <a16:creationId xmlns:a16="http://schemas.microsoft.com/office/drawing/2014/main" id="{E3CA2015-24ED-73B5-8A5E-6994BBAF3282}"/>
              </a:ext>
            </a:extLst>
          </p:cNvPr>
          <p:cNvGraphicFramePr/>
          <p:nvPr>
            <p:extLst>
              <p:ext uri="{D42A27DB-BD31-4B8C-83A1-F6EECF244321}">
                <p14:modId xmlns:p14="http://schemas.microsoft.com/office/powerpoint/2010/main" val="1313497594"/>
              </p:ext>
            </p:extLst>
          </p:nvPr>
        </p:nvGraphicFramePr>
        <p:xfrm>
          <a:off x="1877359" y="4249271"/>
          <a:ext cx="8128000" cy="186914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647713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53C9C-2FBC-29BD-DF1D-9B43758FF8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8C227D-3954-7A23-7DEA-176D2D7F89DF}"/>
              </a:ext>
            </a:extLst>
          </p:cNvPr>
          <p:cNvSpPr>
            <a:spLocks noGrp="1"/>
          </p:cNvSpPr>
          <p:nvPr>
            <p:ph type="title"/>
          </p:nvPr>
        </p:nvSpPr>
        <p:spPr/>
        <p:txBody>
          <a:bodyPr>
            <a:normAutofit/>
          </a:bodyPr>
          <a:lstStyle/>
          <a:p>
            <a:r>
              <a:rPr lang="en-US" dirty="0"/>
              <a:t>Risks of Inaction</a:t>
            </a:r>
          </a:p>
        </p:txBody>
      </p:sp>
      <p:graphicFrame>
        <p:nvGraphicFramePr>
          <p:cNvPr id="3" name="Diagram 2">
            <a:extLst>
              <a:ext uri="{FF2B5EF4-FFF2-40B4-BE49-F238E27FC236}">
                <a16:creationId xmlns:a16="http://schemas.microsoft.com/office/drawing/2014/main" id="{FF3B29F8-45D4-792C-17A4-EFFF571F1442}"/>
              </a:ext>
            </a:extLst>
          </p:cNvPr>
          <p:cNvGraphicFramePr/>
          <p:nvPr>
            <p:extLst>
              <p:ext uri="{D42A27DB-BD31-4B8C-83A1-F6EECF244321}">
                <p14:modId xmlns:p14="http://schemas.microsoft.com/office/powerpoint/2010/main" val="3409523075"/>
              </p:ext>
            </p:extLst>
          </p:nvPr>
        </p:nvGraphicFramePr>
        <p:xfrm>
          <a:off x="1544750" y="1814490"/>
          <a:ext cx="9359442" cy="45312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27690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2DF91-2DEA-C746-D16D-9BE7104558B9}"/>
              </a:ext>
            </a:extLst>
          </p:cNvPr>
          <p:cNvSpPr>
            <a:spLocks noGrp="1"/>
          </p:cNvSpPr>
          <p:nvPr>
            <p:ph type="title"/>
          </p:nvPr>
        </p:nvSpPr>
        <p:spPr/>
        <p:txBody>
          <a:bodyPr/>
          <a:lstStyle/>
          <a:p>
            <a:r>
              <a:rPr lang="en-US" dirty="0"/>
              <a:t>Technical Solution Overview</a:t>
            </a:r>
          </a:p>
        </p:txBody>
      </p:sp>
      <p:graphicFrame>
        <p:nvGraphicFramePr>
          <p:cNvPr id="5" name="Diagram 4">
            <a:extLst>
              <a:ext uri="{FF2B5EF4-FFF2-40B4-BE49-F238E27FC236}">
                <a16:creationId xmlns:a16="http://schemas.microsoft.com/office/drawing/2014/main" id="{BB366090-4732-1BA2-414A-110E9905AAA3}"/>
              </a:ext>
            </a:extLst>
          </p:cNvPr>
          <p:cNvGraphicFramePr/>
          <p:nvPr>
            <p:extLst>
              <p:ext uri="{D42A27DB-BD31-4B8C-83A1-F6EECF244321}">
                <p14:modId xmlns:p14="http://schemas.microsoft.com/office/powerpoint/2010/main" val="3469795416"/>
              </p:ext>
            </p:extLst>
          </p:nvPr>
        </p:nvGraphicFramePr>
        <p:xfrm>
          <a:off x="1072402" y="1708377"/>
          <a:ext cx="7892859" cy="47764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Arrow: Right 7">
            <a:extLst>
              <a:ext uri="{FF2B5EF4-FFF2-40B4-BE49-F238E27FC236}">
                <a16:creationId xmlns:a16="http://schemas.microsoft.com/office/drawing/2014/main" id="{2EB73F8C-61BD-4B43-3CF6-0E628F02F03D}"/>
              </a:ext>
            </a:extLst>
          </p:cNvPr>
          <p:cNvSpPr/>
          <p:nvPr/>
        </p:nvSpPr>
        <p:spPr>
          <a:xfrm>
            <a:off x="6335617" y="3521228"/>
            <a:ext cx="1640988" cy="960120"/>
          </a:xfrm>
          <a:prstGeom prst="rightArrow">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D42E4E0-2952-12EE-7D2C-201F6A2C5C61}"/>
              </a:ext>
            </a:extLst>
          </p:cNvPr>
          <p:cNvSpPr txBox="1"/>
          <p:nvPr/>
        </p:nvSpPr>
        <p:spPr>
          <a:xfrm>
            <a:off x="8311735" y="2695525"/>
            <a:ext cx="2538374" cy="2611526"/>
          </a:xfrm>
          <a:prstGeom prst="rect">
            <a:avLst/>
          </a:prstGeom>
          <a:noFill/>
        </p:spPr>
        <p:txBody>
          <a:bodyPr wrap="square" rtlCol="0">
            <a:spAutoFit/>
          </a:bodyPr>
          <a:lstStyle/>
          <a:p>
            <a:pPr algn="ctr"/>
            <a:r>
              <a:rPr lang="en-US" sz="3200" b="1" dirty="0"/>
              <a:t>Faster</a:t>
            </a:r>
            <a:r>
              <a:rPr lang="en-US" sz="3200" dirty="0"/>
              <a:t> &amp; </a:t>
            </a:r>
            <a:r>
              <a:rPr lang="en-US" sz="3200" b="1" dirty="0"/>
              <a:t>Smarter</a:t>
            </a:r>
            <a:r>
              <a:rPr lang="en-US" sz="3200" dirty="0"/>
              <a:t> Decisions on Assigning Technicians</a:t>
            </a:r>
          </a:p>
        </p:txBody>
      </p:sp>
      <p:sp>
        <p:nvSpPr>
          <p:cNvPr id="10" name="Rectangle: Rounded Corners 9">
            <a:extLst>
              <a:ext uri="{FF2B5EF4-FFF2-40B4-BE49-F238E27FC236}">
                <a16:creationId xmlns:a16="http://schemas.microsoft.com/office/drawing/2014/main" id="{46DD515E-1F3E-DF39-EB52-087362F28A16}"/>
              </a:ext>
            </a:extLst>
          </p:cNvPr>
          <p:cNvSpPr/>
          <p:nvPr/>
        </p:nvSpPr>
        <p:spPr>
          <a:xfrm>
            <a:off x="8275159" y="2602257"/>
            <a:ext cx="2611526" cy="2798062"/>
          </a:xfrm>
          <a:prstGeom prst="roundRect">
            <a:avLst/>
          </a:prstGeom>
          <a:noFill/>
          <a:ln w="28575">
            <a:solidFill>
              <a:schemeClr val="tx2">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346890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B4B075-8E18-8EE8-88B4-B9A7AB9676B9}"/>
              </a:ext>
            </a:extLst>
          </p:cNvPr>
          <p:cNvSpPr txBox="1">
            <a:spLocks/>
          </p:cNvSpPr>
          <p:nvPr/>
        </p:nvSpPr>
        <p:spPr>
          <a:xfrm>
            <a:off x="1141413" y="618518"/>
            <a:ext cx="4459286" cy="1478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sz="3200" dirty="0"/>
              <a:t>Data overview</a:t>
            </a:r>
          </a:p>
        </p:txBody>
      </p:sp>
      <p:graphicFrame>
        <p:nvGraphicFramePr>
          <p:cNvPr id="72" name="Table 71">
            <a:extLst>
              <a:ext uri="{FF2B5EF4-FFF2-40B4-BE49-F238E27FC236}">
                <a16:creationId xmlns:a16="http://schemas.microsoft.com/office/drawing/2014/main" id="{6A8D2136-86E8-7981-602E-E92ED77C3FE0}"/>
              </a:ext>
            </a:extLst>
          </p:cNvPr>
          <p:cNvGraphicFramePr>
            <a:graphicFrameLocks noGrp="1"/>
          </p:cNvGraphicFramePr>
          <p:nvPr>
            <p:extLst>
              <p:ext uri="{D42A27DB-BD31-4B8C-83A1-F6EECF244321}">
                <p14:modId xmlns:p14="http://schemas.microsoft.com/office/powerpoint/2010/main" val="3178474176"/>
              </p:ext>
            </p:extLst>
          </p:nvPr>
        </p:nvGraphicFramePr>
        <p:xfrm>
          <a:off x="5220780" y="3199511"/>
          <a:ext cx="2006638" cy="1544906"/>
        </p:xfrm>
        <a:graphic>
          <a:graphicData uri="http://schemas.openxmlformats.org/drawingml/2006/table">
            <a:tbl>
              <a:tblPr firstRow="1" bandRow="1"/>
              <a:tblGrid>
                <a:gridCol w="2006638">
                  <a:extLst>
                    <a:ext uri="{9D8B030D-6E8A-4147-A177-3AD203B41FA5}">
                      <a16:colId xmlns:a16="http://schemas.microsoft.com/office/drawing/2014/main" val="1416298577"/>
                    </a:ext>
                  </a:extLst>
                </a:gridCol>
              </a:tblGrid>
              <a:tr h="332592">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r>
                        <a:rPr lang="en-US" dirty="0"/>
                        <a:t>technicians</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3406696577"/>
                  </a:ext>
                </a:extLst>
              </a:tr>
              <a:tr h="406693">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Technician ID (PK)</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2038744142"/>
                  </a:ext>
                </a:extLst>
              </a:tr>
              <a:tr h="332592">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Eqpt Trained</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20000"/>
                      </a:srgbClr>
                    </a:solidFill>
                  </a:tcPr>
                </a:tc>
                <a:extLst>
                  <a:ext uri="{0D108BD9-81ED-4DB2-BD59-A6C34878D82A}">
                    <a16:rowId xmlns:a16="http://schemas.microsoft.com/office/drawing/2014/main" val="2800181273"/>
                  </a:ext>
                </a:extLst>
              </a:tr>
              <a:tr h="406693">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Tech Complexity</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1980150034"/>
                  </a:ext>
                </a:extLst>
              </a:tr>
            </a:tbl>
          </a:graphicData>
        </a:graphic>
      </p:graphicFrame>
      <p:graphicFrame>
        <p:nvGraphicFramePr>
          <p:cNvPr id="73" name="Table 72">
            <a:extLst>
              <a:ext uri="{FF2B5EF4-FFF2-40B4-BE49-F238E27FC236}">
                <a16:creationId xmlns:a16="http://schemas.microsoft.com/office/drawing/2014/main" id="{1354C730-794A-9829-18B7-4137C0D09AD2}"/>
              </a:ext>
            </a:extLst>
          </p:cNvPr>
          <p:cNvGraphicFramePr>
            <a:graphicFrameLocks noGrp="1"/>
          </p:cNvGraphicFramePr>
          <p:nvPr>
            <p:extLst>
              <p:ext uri="{D42A27DB-BD31-4B8C-83A1-F6EECF244321}">
                <p14:modId xmlns:p14="http://schemas.microsoft.com/office/powerpoint/2010/main" val="2554820165"/>
              </p:ext>
            </p:extLst>
          </p:nvPr>
        </p:nvGraphicFramePr>
        <p:xfrm>
          <a:off x="824629" y="1916415"/>
          <a:ext cx="2296317" cy="4409634"/>
        </p:xfrm>
        <a:graphic>
          <a:graphicData uri="http://schemas.openxmlformats.org/drawingml/2006/table">
            <a:tbl>
              <a:tblPr firstRow="1" bandRow="1"/>
              <a:tblGrid>
                <a:gridCol w="2296317">
                  <a:extLst>
                    <a:ext uri="{9D8B030D-6E8A-4147-A177-3AD203B41FA5}">
                      <a16:colId xmlns:a16="http://schemas.microsoft.com/office/drawing/2014/main" val="1416298577"/>
                    </a:ext>
                  </a:extLst>
                </a:gridCol>
              </a:tblGrid>
              <a:tr h="234748">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r>
                        <a:rPr lang="en-US" dirty="0" err="1"/>
                        <a:t>historical_tasks</a:t>
                      </a:r>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3406696577"/>
                  </a:ext>
                </a:extLst>
              </a:tr>
              <a:tr h="393475">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Task ID (PK)</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2038744142"/>
                  </a:ext>
                </a:extLst>
              </a:tr>
              <a:tr h="393475">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Technician ID (FK)</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20000"/>
                      </a:srgbClr>
                    </a:solidFill>
                  </a:tcPr>
                </a:tc>
                <a:extLst>
                  <a:ext uri="{0D108BD9-81ED-4DB2-BD59-A6C34878D82A}">
                    <a16:rowId xmlns:a16="http://schemas.microsoft.com/office/drawing/2014/main" val="668341566"/>
                  </a:ext>
                </a:extLst>
              </a:tr>
              <a:tr h="393475">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Task Distance</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3641407113"/>
                  </a:ext>
                </a:extLst>
              </a:tr>
              <a:tr h="393475">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Task Priority</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20000"/>
                      </a:srgbClr>
                    </a:solidFill>
                  </a:tcPr>
                </a:tc>
                <a:extLst>
                  <a:ext uri="{0D108BD9-81ED-4DB2-BD59-A6C34878D82A}">
                    <a16:rowId xmlns:a16="http://schemas.microsoft.com/office/drawing/2014/main" val="922825623"/>
                  </a:ext>
                </a:extLst>
              </a:tr>
              <a:tr h="393475">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Task Complexity</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2800181273"/>
                  </a:ext>
                </a:extLst>
              </a:tr>
              <a:tr h="502599">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Equipment Required</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20000"/>
                      </a:srgbClr>
                    </a:solidFill>
                  </a:tcPr>
                </a:tc>
                <a:extLst>
                  <a:ext uri="{0D108BD9-81ED-4DB2-BD59-A6C34878D82A}">
                    <a16:rowId xmlns:a16="http://schemas.microsoft.com/office/drawing/2014/main" val="2487443458"/>
                  </a:ext>
                </a:extLst>
              </a:tr>
              <a:tr h="393475">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Customer Rating</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2721740457"/>
                  </a:ext>
                </a:extLst>
              </a:tr>
              <a:tr h="393475">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Penalty Cost</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20000"/>
                      </a:srgbClr>
                    </a:solidFill>
                  </a:tcPr>
                </a:tc>
                <a:extLst>
                  <a:ext uri="{0D108BD9-81ED-4DB2-BD59-A6C34878D82A}">
                    <a16:rowId xmlns:a16="http://schemas.microsoft.com/office/drawing/2014/main" val="1980150034"/>
                  </a:ext>
                </a:extLst>
              </a:tr>
              <a:tr h="393475">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Expertise Match</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1386597123"/>
                  </a:ext>
                </a:extLst>
              </a:tr>
              <a:tr h="393475">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Task Completed</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20000"/>
                      </a:srgbClr>
                    </a:solidFill>
                  </a:tcPr>
                </a:tc>
                <a:extLst>
                  <a:ext uri="{0D108BD9-81ED-4DB2-BD59-A6C34878D82A}">
                    <a16:rowId xmlns:a16="http://schemas.microsoft.com/office/drawing/2014/main" val="926633953"/>
                  </a:ext>
                </a:extLst>
              </a:tr>
            </a:tbl>
          </a:graphicData>
        </a:graphic>
      </p:graphicFrame>
      <p:graphicFrame>
        <p:nvGraphicFramePr>
          <p:cNvPr id="74" name="Table 73">
            <a:extLst>
              <a:ext uri="{FF2B5EF4-FFF2-40B4-BE49-F238E27FC236}">
                <a16:creationId xmlns:a16="http://schemas.microsoft.com/office/drawing/2014/main" id="{454FAF5F-E4FF-429E-E784-97694301549A}"/>
              </a:ext>
            </a:extLst>
          </p:cNvPr>
          <p:cNvGraphicFramePr>
            <a:graphicFrameLocks noGrp="1"/>
          </p:cNvGraphicFramePr>
          <p:nvPr>
            <p:extLst>
              <p:ext uri="{D42A27DB-BD31-4B8C-83A1-F6EECF244321}">
                <p14:modId xmlns:p14="http://schemas.microsoft.com/office/powerpoint/2010/main" val="4118550360"/>
              </p:ext>
            </p:extLst>
          </p:nvPr>
        </p:nvGraphicFramePr>
        <p:xfrm>
          <a:off x="9374411" y="2005615"/>
          <a:ext cx="2123698" cy="3286290"/>
        </p:xfrm>
        <a:graphic>
          <a:graphicData uri="http://schemas.openxmlformats.org/drawingml/2006/table">
            <a:tbl>
              <a:tblPr firstRow="1" bandRow="1"/>
              <a:tblGrid>
                <a:gridCol w="2123698">
                  <a:extLst>
                    <a:ext uri="{9D8B030D-6E8A-4147-A177-3AD203B41FA5}">
                      <a16:colId xmlns:a16="http://schemas.microsoft.com/office/drawing/2014/main" val="1416298577"/>
                    </a:ext>
                  </a:extLst>
                </a:gridCol>
              </a:tblGrid>
              <a:tr h="37803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r>
                        <a:rPr lang="en-US" dirty="0" err="1"/>
                        <a:t>unassigned_tasks</a:t>
                      </a:r>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3406696577"/>
                  </a:ext>
                </a:extLst>
              </a:tr>
              <a:tr h="37803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Task ID (PK)</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2526629112"/>
                  </a:ext>
                </a:extLst>
              </a:tr>
              <a:tr h="37803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Task Distance</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20000"/>
                      </a:srgbClr>
                    </a:solidFill>
                  </a:tcPr>
                </a:tc>
                <a:extLst>
                  <a:ext uri="{0D108BD9-81ED-4DB2-BD59-A6C34878D82A}">
                    <a16:rowId xmlns:a16="http://schemas.microsoft.com/office/drawing/2014/main" val="2038744142"/>
                  </a:ext>
                </a:extLst>
              </a:tr>
              <a:tr h="37803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Task Priority</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2800181273"/>
                  </a:ext>
                </a:extLst>
              </a:tr>
              <a:tr h="37803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Task Complexity</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20000"/>
                      </a:srgbClr>
                    </a:solidFill>
                  </a:tcPr>
                </a:tc>
                <a:extLst>
                  <a:ext uri="{0D108BD9-81ED-4DB2-BD59-A6C34878D82A}">
                    <a16:rowId xmlns:a16="http://schemas.microsoft.com/office/drawing/2014/main" val="1980150034"/>
                  </a:ext>
                </a:extLst>
              </a:tr>
              <a:tr h="473641">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Equipment Required</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1386597123"/>
                  </a:ext>
                </a:extLst>
              </a:tr>
              <a:tr h="37803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Customer Rating</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20000"/>
                      </a:srgbClr>
                    </a:solidFill>
                  </a:tcPr>
                </a:tc>
                <a:extLst>
                  <a:ext uri="{0D108BD9-81ED-4DB2-BD59-A6C34878D82A}">
                    <a16:rowId xmlns:a16="http://schemas.microsoft.com/office/drawing/2014/main" val="926633953"/>
                  </a:ext>
                </a:extLst>
              </a:tr>
              <a:tr h="37803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Penalty Cost</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3720962924"/>
                  </a:ext>
                </a:extLst>
              </a:tr>
            </a:tbl>
          </a:graphicData>
        </a:graphic>
      </p:graphicFrame>
      <p:sp>
        <p:nvSpPr>
          <p:cNvPr id="75" name="Flowchart: Decision 74">
            <a:extLst>
              <a:ext uri="{FF2B5EF4-FFF2-40B4-BE49-F238E27FC236}">
                <a16:creationId xmlns:a16="http://schemas.microsoft.com/office/drawing/2014/main" id="{69E78330-B4FF-8F93-346A-3AE8CCFF59BB}"/>
              </a:ext>
            </a:extLst>
          </p:cNvPr>
          <p:cNvSpPr/>
          <p:nvPr/>
        </p:nvSpPr>
        <p:spPr>
          <a:xfrm>
            <a:off x="3565908" y="2400727"/>
            <a:ext cx="1368044" cy="684466"/>
          </a:xfrm>
          <a:prstGeom prst="flowChartDecision">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white"/>
                </a:solidFill>
                <a:effectLst/>
                <a:uLnTx/>
                <a:uFillTx/>
                <a:latin typeface="Aptos" panose="02110004020202020204"/>
                <a:ea typeface="+mn-ea"/>
                <a:cs typeface="+mn-cs"/>
              </a:rPr>
              <a:t>Worked</a:t>
            </a:r>
            <a:endParaRPr kumimoji="0" lang="en-US" sz="7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sp>
        <p:nvSpPr>
          <p:cNvPr id="76" name="Flowchart: Decision 75">
            <a:extLst>
              <a:ext uri="{FF2B5EF4-FFF2-40B4-BE49-F238E27FC236}">
                <a16:creationId xmlns:a16="http://schemas.microsoft.com/office/drawing/2014/main" id="{1F894117-548E-E8DB-81AD-91F260C6DBE7}"/>
              </a:ext>
            </a:extLst>
          </p:cNvPr>
          <p:cNvSpPr/>
          <p:nvPr/>
        </p:nvSpPr>
        <p:spPr>
          <a:xfrm>
            <a:off x="7679651" y="2427652"/>
            <a:ext cx="1219279" cy="611771"/>
          </a:xfrm>
          <a:prstGeom prst="flowChartDecision">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white"/>
                </a:solidFill>
                <a:effectLst/>
                <a:uLnTx/>
                <a:uFillTx/>
                <a:latin typeface="Aptos" panose="02110004020202020204"/>
                <a:ea typeface="+mn-ea"/>
                <a:cs typeface="+mn-cs"/>
              </a:rPr>
              <a:t>Assign</a:t>
            </a:r>
          </a:p>
        </p:txBody>
      </p:sp>
      <p:cxnSp>
        <p:nvCxnSpPr>
          <p:cNvPr id="77" name="Connector: Elbow 76">
            <a:extLst>
              <a:ext uri="{FF2B5EF4-FFF2-40B4-BE49-F238E27FC236}">
                <a16:creationId xmlns:a16="http://schemas.microsoft.com/office/drawing/2014/main" id="{5CAF0E8C-D6D5-5BC7-32BB-F6BBE3FFC36F}"/>
              </a:ext>
            </a:extLst>
          </p:cNvPr>
          <p:cNvCxnSpPr>
            <a:cxnSpLocks/>
          </p:cNvCxnSpPr>
          <p:nvPr/>
        </p:nvCxnSpPr>
        <p:spPr>
          <a:xfrm>
            <a:off x="3120946" y="2186814"/>
            <a:ext cx="726246" cy="556146"/>
          </a:xfrm>
          <a:prstGeom prst="bentConnector3">
            <a:avLst/>
          </a:prstGeom>
          <a:noFill/>
          <a:ln w="19050" cap="flat" cmpd="sng" algn="ctr">
            <a:solidFill>
              <a:srgbClr val="156082"/>
            </a:solidFill>
            <a:prstDash val="solid"/>
            <a:miter lim="800000"/>
          </a:ln>
          <a:effectLst/>
        </p:spPr>
      </p:cxnSp>
      <p:cxnSp>
        <p:nvCxnSpPr>
          <p:cNvPr id="78" name="Connector: Elbow 77">
            <a:extLst>
              <a:ext uri="{FF2B5EF4-FFF2-40B4-BE49-F238E27FC236}">
                <a16:creationId xmlns:a16="http://schemas.microsoft.com/office/drawing/2014/main" id="{611E8C98-E80A-2A89-F0A6-5D461F68ACD8}"/>
              </a:ext>
            </a:extLst>
          </p:cNvPr>
          <p:cNvCxnSpPr>
            <a:cxnSpLocks/>
          </p:cNvCxnSpPr>
          <p:nvPr/>
        </p:nvCxnSpPr>
        <p:spPr>
          <a:xfrm flipV="1">
            <a:off x="8811140" y="2190335"/>
            <a:ext cx="563271" cy="552625"/>
          </a:xfrm>
          <a:prstGeom prst="bentConnector3">
            <a:avLst/>
          </a:prstGeom>
          <a:noFill/>
          <a:ln w="19050" cap="flat" cmpd="sng" algn="ctr">
            <a:solidFill>
              <a:srgbClr val="156082"/>
            </a:solidFill>
            <a:prstDash val="solid"/>
            <a:miter lim="800000"/>
          </a:ln>
          <a:effectLst/>
        </p:spPr>
      </p:cxnSp>
      <p:cxnSp>
        <p:nvCxnSpPr>
          <p:cNvPr id="79" name="Connector: Elbow 78">
            <a:extLst>
              <a:ext uri="{FF2B5EF4-FFF2-40B4-BE49-F238E27FC236}">
                <a16:creationId xmlns:a16="http://schemas.microsoft.com/office/drawing/2014/main" id="{C956FB0E-7E25-7120-F294-5DB9F2F2409E}"/>
              </a:ext>
            </a:extLst>
          </p:cNvPr>
          <p:cNvCxnSpPr>
            <a:cxnSpLocks/>
          </p:cNvCxnSpPr>
          <p:nvPr/>
        </p:nvCxnSpPr>
        <p:spPr>
          <a:xfrm flipV="1">
            <a:off x="7135283" y="2742960"/>
            <a:ext cx="794725" cy="592927"/>
          </a:xfrm>
          <a:prstGeom prst="bentConnector3">
            <a:avLst/>
          </a:prstGeom>
          <a:noFill/>
          <a:ln w="19050" cap="flat" cmpd="sng" algn="ctr">
            <a:solidFill>
              <a:srgbClr val="156082"/>
            </a:solidFill>
            <a:prstDash val="solid"/>
            <a:miter lim="800000"/>
          </a:ln>
          <a:effectLst/>
        </p:spPr>
      </p:cxnSp>
      <p:cxnSp>
        <p:nvCxnSpPr>
          <p:cNvPr id="80" name="Connector: Elbow 79">
            <a:extLst>
              <a:ext uri="{FF2B5EF4-FFF2-40B4-BE49-F238E27FC236}">
                <a16:creationId xmlns:a16="http://schemas.microsoft.com/office/drawing/2014/main" id="{3C5CB924-795D-2FB2-ACC6-BDAB598B2237}"/>
              </a:ext>
            </a:extLst>
          </p:cNvPr>
          <p:cNvCxnSpPr>
            <a:cxnSpLocks/>
            <a:stCxn id="75" idx="3"/>
          </p:cNvCxnSpPr>
          <p:nvPr/>
        </p:nvCxnSpPr>
        <p:spPr>
          <a:xfrm>
            <a:off x="4933952" y="2742960"/>
            <a:ext cx="383040" cy="592927"/>
          </a:xfrm>
          <a:prstGeom prst="bentConnector2">
            <a:avLst/>
          </a:prstGeom>
          <a:noFill/>
          <a:ln w="19050" cap="flat" cmpd="sng" algn="ctr">
            <a:solidFill>
              <a:srgbClr val="156082"/>
            </a:solidFill>
            <a:prstDash val="solid"/>
            <a:miter lim="800000"/>
          </a:ln>
          <a:effectLst/>
        </p:spPr>
      </p:cxnSp>
      <p:sp>
        <p:nvSpPr>
          <p:cNvPr id="81" name="TextBox 80">
            <a:extLst>
              <a:ext uri="{FF2B5EF4-FFF2-40B4-BE49-F238E27FC236}">
                <a16:creationId xmlns:a16="http://schemas.microsoft.com/office/drawing/2014/main" id="{CFFDD6F6-55BF-0E8F-67C8-7824CEA78A2D}"/>
              </a:ext>
            </a:extLst>
          </p:cNvPr>
          <p:cNvSpPr txBox="1"/>
          <p:nvPr/>
        </p:nvSpPr>
        <p:spPr>
          <a:xfrm>
            <a:off x="3154745" y="1879037"/>
            <a:ext cx="277505" cy="307777"/>
          </a:xfrm>
          <a:prstGeom prst="rect">
            <a:avLst/>
          </a:prstGeom>
          <a:noFill/>
        </p:spPr>
        <p:txBody>
          <a:bodyPr wrap="square" rtlCol="0">
            <a:spAutoFit/>
          </a:bodyPr>
          <a:lstStyle/>
          <a:p>
            <a:pPr defTabSz="914400"/>
            <a:r>
              <a:rPr lang="en-US" sz="1400" dirty="0">
                <a:solidFill>
                  <a:prstClr val="black"/>
                </a:solidFill>
                <a:latin typeface="Aptos" panose="02110004020202020204"/>
              </a:rPr>
              <a:t>N</a:t>
            </a:r>
          </a:p>
        </p:txBody>
      </p:sp>
      <p:sp>
        <p:nvSpPr>
          <p:cNvPr id="82" name="TextBox 81">
            <a:extLst>
              <a:ext uri="{FF2B5EF4-FFF2-40B4-BE49-F238E27FC236}">
                <a16:creationId xmlns:a16="http://schemas.microsoft.com/office/drawing/2014/main" id="{00451EC5-582E-562E-E8E1-24972DCCF4E0}"/>
              </a:ext>
            </a:extLst>
          </p:cNvPr>
          <p:cNvSpPr txBox="1"/>
          <p:nvPr/>
        </p:nvSpPr>
        <p:spPr>
          <a:xfrm>
            <a:off x="5316992" y="2817347"/>
            <a:ext cx="280846" cy="307777"/>
          </a:xfrm>
          <a:prstGeom prst="rect">
            <a:avLst/>
          </a:prstGeom>
          <a:noFill/>
        </p:spPr>
        <p:txBody>
          <a:bodyPr wrap="square" rtlCol="0">
            <a:spAutoFit/>
          </a:bodyPr>
          <a:lstStyle/>
          <a:p>
            <a:pPr defTabSz="914400"/>
            <a:r>
              <a:rPr lang="en-US" sz="1400" dirty="0">
                <a:solidFill>
                  <a:prstClr val="black"/>
                </a:solidFill>
                <a:latin typeface="Aptos" panose="02110004020202020204"/>
              </a:rPr>
              <a:t>1</a:t>
            </a:r>
          </a:p>
        </p:txBody>
      </p:sp>
      <p:sp>
        <p:nvSpPr>
          <p:cNvPr id="83" name="TextBox 82">
            <a:extLst>
              <a:ext uri="{FF2B5EF4-FFF2-40B4-BE49-F238E27FC236}">
                <a16:creationId xmlns:a16="http://schemas.microsoft.com/office/drawing/2014/main" id="{94924872-1D77-AC6C-33FD-0F00BC538259}"/>
              </a:ext>
            </a:extLst>
          </p:cNvPr>
          <p:cNvSpPr txBox="1"/>
          <p:nvPr/>
        </p:nvSpPr>
        <p:spPr>
          <a:xfrm>
            <a:off x="9063107" y="1851726"/>
            <a:ext cx="311304" cy="307777"/>
          </a:xfrm>
          <a:prstGeom prst="rect">
            <a:avLst/>
          </a:prstGeom>
          <a:noFill/>
        </p:spPr>
        <p:txBody>
          <a:bodyPr wrap="square" rtlCol="0">
            <a:spAutoFit/>
          </a:bodyPr>
          <a:lstStyle/>
          <a:p>
            <a:pPr defTabSz="914400"/>
            <a:r>
              <a:rPr lang="en-US" sz="1400" dirty="0">
                <a:solidFill>
                  <a:prstClr val="black"/>
                </a:solidFill>
                <a:latin typeface="Aptos" panose="02110004020202020204"/>
              </a:rPr>
              <a:t>N</a:t>
            </a:r>
            <a:endParaRPr lang="en-US" dirty="0">
              <a:solidFill>
                <a:prstClr val="black"/>
              </a:solidFill>
              <a:latin typeface="Aptos" panose="02110004020202020204"/>
            </a:endParaRPr>
          </a:p>
        </p:txBody>
      </p:sp>
      <p:sp>
        <p:nvSpPr>
          <p:cNvPr id="84" name="TextBox 83">
            <a:extLst>
              <a:ext uri="{FF2B5EF4-FFF2-40B4-BE49-F238E27FC236}">
                <a16:creationId xmlns:a16="http://schemas.microsoft.com/office/drawing/2014/main" id="{78CBCB3B-4A60-9253-1014-3E221AD448C3}"/>
              </a:ext>
            </a:extLst>
          </p:cNvPr>
          <p:cNvSpPr txBox="1"/>
          <p:nvPr/>
        </p:nvSpPr>
        <p:spPr>
          <a:xfrm>
            <a:off x="7218801" y="3005492"/>
            <a:ext cx="280846" cy="307777"/>
          </a:xfrm>
          <a:prstGeom prst="rect">
            <a:avLst/>
          </a:prstGeom>
          <a:noFill/>
        </p:spPr>
        <p:txBody>
          <a:bodyPr wrap="square" rtlCol="0">
            <a:spAutoFit/>
          </a:bodyPr>
          <a:lstStyle/>
          <a:p>
            <a:pPr defTabSz="914400"/>
            <a:r>
              <a:rPr lang="en-US" sz="1400" dirty="0">
                <a:solidFill>
                  <a:prstClr val="black"/>
                </a:solidFill>
                <a:latin typeface="Aptos" panose="02110004020202020204"/>
              </a:rPr>
              <a:t>1</a:t>
            </a:r>
          </a:p>
        </p:txBody>
      </p:sp>
    </p:spTree>
    <p:extLst>
      <p:ext uri="{BB962C8B-B14F-4D97-AF65-F5344CB8AC3E}">
        <p14:creationId xmlns:p14="http://schemas.microsoft.com/office/powerpoint/2010/main" val="1562798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2E4E997-8672-4FFD-B8EC-9932A8E471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FE6BA9E6-1D9E-4D30-B528-D49FA1342E4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8B4B075-8E18-8EE8-88B4-B9A7AB9676B9}"/>
              </a:ext>
            </a:extLst>
          </p:cNvPr>
          <p:cNvSpPr>
            <a:spLocks noGrp="1"/>
          </p:cNvSpPr>
          <p:nvPr>
            <p:ph type="title"/>
          </p:nvPr>
        </p:nvSpPr>
        <p:spPr>
          <a:xfrm>
            <a:off x="1141413" y="618518"/>
            <a:ext cx="4459286" cy="1478570"/>
          </a:xfrm>
        </p:spPr>
        <p:txBody>
          <a:bodyPr>
            <a:normAutofit/>
          </a:bodyPr>
          <a:lstStyle/>
          <a:p>
            <a:r>
              <a:rPr lang="en-US" sz="3200" dirty="0"/>
              <a:t>Data Preparation</a:t>
            </a:r>
          </a:p>
        </p:txBody>
      </p:sp>
      <p:grpSp>
        <p:nvGrpSpPr>
          <p:cNvPr id="13" name="Group 12">
            <a:extLst>
              <a:ext uri="{FF2B5EF4-FFF2-40B4-BE49-F238E27FC236}">
                <a16:creationId xmlns:a16="http://schemas.microsoft.com/office/drawing/2014/main" id="{453E4DEE-E996-40F8-8635-0FF43D7348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4" name="Rectangle 5">
              <a:extLst>
                <a:ext uri="{FF2B5EF4-FFF2-40B4-BE49-F238E27FC236}">
                  <a16:creationId xmlns:a16="http://schemas.microsoft.com/office/drawing/2014/main" id="{08BD1D3E-43CE-49EB-A424-0738950C642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5" name="Freeform 6">
              <a:extLst>
                <a:ext uri="{FF2B5EF4-FFF2-40B4-BE49-F238E27FC236}">
                  <a16:creationId xmlns:a16="http://schemas.microsoft.com/office/drawing/2014/main" id="{E9182037-E3FA-489A-95D5-29E4248420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 name="Freeform 7">
              <a:extLst>
                <a:ext uri="{FF2B5EF4-FFF2-40B4-BE49-F238E27FC236}">
                  <a16:creationId xmlns:a16="http://schemas.microsoft.com/office/drawing/2014/main" id="{E8864E76-AD7F-4BEE-B3F6-A78FA42AEF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 name="Freeform 8">
              <a:extLst>
                <a:ext uri="{FF2B5EF4-FFF2-40B4-BE49-F238E27FC236}">
                  <a16:creationId xmlns:a16="http://schemas.microsoft.com/office/drawing/2014/main" id="{8AD071B3-046D-4479-91FE-01E9AD7C8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 name="Freeform 9">
              <a:extLst>
                <a:ext uri="{FF2B5EF4-FFF2-40B4-BE49-F238E27FC236}">
                  <a16:creationId xmlns:a16="http://schemas.microsoft.com/office/drawing/2014/main" id="{91D776F5-E902-4A4D-A75D-A46E063C9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 name="Freeform 10">
              <a:extLst>
                <a:ext uri="{FF2B5EF4-FFF2-40B4-BE49-F238E27FC236}">
                  <a16:creationId xmlns:a16="http://schemas.microsoft.com/office/drawing/2014/main" id="{EBED8F24-A998-4952-AB68-E2074F0746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 name="Freeform 11">
              <a:extLst>
                <a:ext uri="{FF2B5EF4-FFF2-40B4-BE49-F238E27FC236}">
                  <a16:creationId xmlns:a16="http://schemas.microsoft.com/office/drawing/2014/main" id="{74D7A646-8CDC-49B3-9C44-3EF38DB426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 name="Freeform 12">
              <a:extLst>
                <a:ext uri="{FF2B5EF4-FFF2-40B4-BE49-F238E27FC236}">
                  <a16:creationId xmlns:a16="http://schemas.microsoft.com/office/drawing/2014/main" id="{D4E99D14-E4F4-419B-9AAF-8D1CEAB28A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 name="Freeform 13">
              <a:extLst>
                <a:ext uri="{FF2B5EF4-FFF2-40B4-BE49-F238E27FC236}">
                  <a16:creationId xmlns:a16="http://schemas.microsoft.com/office/drawing/2014/main" id="{377E106C-5445-4A52-9F7E-DA17387442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 name="Freeform 14">
              <a:extLst>
                <a:ext uri="{FF2B5EF4-FFF2-40B4-BE49-F238E27FC236}">
                  <a16:creationId xmlns:a16="http://schemas.microsoft.com/office/drawing/2014/main" id="{752BFE96-D378-4BAE-A64B-F851A34C4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 name="Freeform 15">
              <a:extLst>
                <a:ext uri="{FF2B5EF4-FFF2-40B4-BE49-F238E27FC236}">
                  <a16:creationId xmlns:a16="http://schemas.microsoft.com/office/drawing/2014/main" id="{B88FFB19-5A5E-4078-B467-9D4ABD21BD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5" name="Line 16">
              <a:extLst>
                <a:ext uri="{FF2B5EF4-FFF2-40B4-BE49-F238E27FC236}">
                  <a16:creationId xmlns:a16="http://schemas.microsoft.com/office/drawing/2014/main" id="{11042975-3D19-4728-BCDA-D3F5CD633ED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6" name="Freeform 17">
              <a:extLst>
                <a:ext uri="{FF2B5EF4-FFF2-40B4-BE49-F238E27FC236}">
                  <a16:creationId xmlns:a16="http://schemas.microsoft.com/office/drawing/2014/main" id="{A28972BD-D2E1-4DCA-A907-2E3B6F6066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 name="Freeform 18">
              <a:extLst>
                <a:ext uri="{FF2B5EF4-FFF2-40B4-BE49-F238E27FC236}">
                  <a16:creationId xmlns:a16="http://schemas.microsoft.com/office/drawing/2014/main" id="{1C806824-5C2D-4747-B038-69EE4074B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8" name="Freeform 19">
              <a:extLst>
                <a:ext uri="{FF2B5EF4-FFF2-40B4-BE49-F238E27FC236}">
                  <a16:creationId xmlns:a16="http://schemas.microsoft.com/office/drawing/2014/main" id="{3B33F710-16D7-4F48-BFCA-66C9CA235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 name="Freeform 20">
              <a:extLst>
                <a:ext uri="{FF2B5EF4-FFF2-40B4-BE49-F238E27FC236}">
                  <a16:creationId xmlns:a16="http://schemas.microsoft.com/office/drawing/2014/main" id="{6C8C8ED4-90FA-4E97-AAF0-D5D51E6A93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 name="Rectangle 21">
              <a:extLst>
                <a:ext uri="{FF2B5EF4-FFF2-40B4-BE49-F238E27FC236}">
                  <a16:creationId xmlns:a16="http://schemas.microsoft.com/office/drawing/2014/main" id="{6C5EB9C1-B25F-4172-8A96-5950ECC828F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31" name="Freeform 22">
              <a:extLst>
                <a:ext uri="{FF2B5EF4-FFF2-40B4-BE49-F238E27FC236}">
                  <a16:creationId xmlns:a16="http://schemas.microsoft.com/office/drawing/2014/main" id="{097E6E8A-9373-4655-882B-21715CCE9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 name="Freeform 23">
              <a:extLst>
                <a:ext uri="{FF2B5EF4-FFF2-40B4-BE49-F238E27FC236}">
                  <a16:creationId xmlns:a16="http://schemas.microsoft.com/office/drawing/2014/main" id="{EB8CC766-1206-4372-ACAF-8230AF4D54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 name="Freeform 24">
              <a:extLst>
                <a:ext uri="{FF2B5EF4-FFF2-40B4-BE49-F238E27FC236}">
                  <a16:creationId xmlns:a16="http://schemas.microsoft.com/office/drawing/2014/main" id="{1C8E2511-2489-47B2-9C19-C410910DD9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 name="Freeform 25">
              <a:extLst>
                <a:ext uri="{FF2B5EF4-FFF2-40B4-BE49-F238E27FC236}">
                  <a16:creationId xmlns:a16="http://schemas.microsoft.com/office/drawing/2014/main" id="{D7820196-0A47-47EF-832C-A688E8977D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 name="Freeform 26">
              <a:extLst>
                <a:ext uri="{FF2B5EF4-FFF2-40B4-BE49-F238E27FC236}">
                  <a16:creationId xmlns:a16="http://schemas.microsoft.com/office/drawing/2014/main" id="{4982E0BF-34AE-48A3-AD6B-E0F3CD05DB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 name="Freeform 27">
              <a:extLst>
                <a:ext uri="{FF2B5EF4-FFF2-40B4-BE49-F238E27FC236}">
                  <a16:creationId xmlns:a16="http://schemas.microsoft.com/office/drawing/2014/main" id="{CD34643B-9DF2-4310-8868-48252C339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7" name="Freeform 28">
              <a:extLst>
                <a:ext uri="{FF2B5EF4-FFF2-40B4-BE49-F238E27FC236}">
                  <a16:creationId xmlns:a16="http://schemas.microsoft.com/office/drawing/2014/main" id="{4E020C4E-AF64-44A8-B830-779541D8D54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8" name="Freeform 29">
              <a:extLst>
                <a:ext uri="{FF2B5EF4-FFF2-40B4-BE49-F238E27FC236}">
                  <a16:creationId xmlns:a16="http://schemas.microsoft.com/office/drawing/2014/main" id="{D97BC3D3-B1B3-4825-9169-BBEF1DBCF0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9" name="Freeform 30">
              <a:extLst>
                <a:ext uri="{FF2B5EF4-FFF2-40B4-BE49-F238E27FC236}">
                  <a16:creationId xmlns:a16="http://schemas.microsoft.com/office/drawing/2014/main" id="{A750DC4F-1DAF-470E-98C6-6C68DEB93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0" name="Freeform 31">
              <a:extLst>
                <a:ext uri="{FF2B5EF4-FFF2-40B4-BE49-F238E27FC236}">
                  <a16:creationId xmlns:a16="http://schemas.microsoft.com/office/drawing/2014/main" id="{2F99594A-5BBD-4E10-A818-8BE52B7D95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graphicFrame>
        <p:nvGraphicFramePr>
          <p:cNvPr id="12" name="Content Placeholder 11">
            <a:extLst>
              <a:ext uri="{FF2B5EF4-FFF2-40B4-BE49-F238E27FC236}">
                <a16:creationId xmlns:a16="http://schemas.microsoft.com/office/drawing/2014/main" id="{E2F1D61A-5A17-AEF9-76C5-8DB8672E91EE}"/>
              </a:ext>
            </a:extLst>
          </p:cNvPr>
          <p:cNvGraphicFramePr>
            <a:graphicFrameLocks noGrp="1"/>
          </p:cNvGraphicFramePr>
          <p:nvPr>
            <p:ph idx="1"/>
            <p:extLst>
              <p:ext uri="{D42A27DB-BD31-4B8C-83A1-F6EECF244321}">
                <p14:modId xmlns:p14="http://schemas.microsoft.com/office/powerpoint/2010/main" val="3551604513"/>
              </p:ext>
            </p:extLst>
          </p:nvPr>
        </p:nvGraphicFramePr>
        <p:xfrm>
          <a:off x="1474789" y="1765138"/>
          <a:ext cx="9385294" cy="456581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3" name="Diagram 2">
            <a:extLst>
              <a:ext uri="{FF2B5EF4-FFF2-40B4-BE49-F238E27FC236}">
                <a16:creationId xmlns:a16="http://schemas.microsoft.com/office/drawing/2014/main" id="{D7F234C2-D587-D5DB-0436-EEBD245EDD12}"/>
              </a:ext>
            </a:extLst>
          </p:cNvPr>
          <p:cNvGraphicFramePr/>
          <p:nvPr>
            <p:extLst>
              <p:ext uri="{D42A27DB-BD31-4B8C-83A1-F6EECF244321}">
                <p14:modId xmlns:p14="http://schemas.microsoft.com/office/powerpoint/2010/main" val="3570408137"/>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Tree>
    <p:extLst>
      <p:ext uri="{BB962C8B-B14F-4D97-AF65-F5344CB8AC3E}">
        <p14:creationId xmlns:p14="http://schemas.microsoft.com/office/powerpoint/2010/main" val="12061397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7497B-49E7-CA0E-BF52-F3940D8156FA}"/>
              </a:ext>
            </a:extLst>
          </p:cNvPr>
          <p:cNvSpPr>
            <a:spLocks noGrp="1"/>
          </p:cNvSpPr>
          <p:nvPr>
            <p:ph type="title"/>
          </p:nvPr>
        </p:nvSpPr>
        <p:spPr/>
        <p:txBody>
          <a:bodyPr/>
          <a:lstStyle/>
          <a:p>
            <a:r>
              <a:rPr lang="en-US" dirty="0"/>
              <a:t>Modeling approach</a:t>
            </a:r>
          </a:p>
        </p:txBody>
      </p:sp>
      <p:graphicFrame>
        <p:nvGraphicFramePr>
          <p:cNvPr id="10" name="Content Placeholder 9">
            <a:extLst>
              <a:ext uri="{FF2B5EF4-FFF2-40B4-BE49-F238E27FC236}">
                <a16:creationId xmlns:a16="http://schemas.microsoft.com/office/drawing/2014/main" id="{BF4CE731-C552-B114-B005-E6D9A7D0A8DB}"/>
              </a:ext>
            </a:extLst>
          </p:cNvPr>
          <p:cNvGraphicFramePr>
            <a:graphicFrameLocks noGrp="1"/>
          </p:cNvGraphicFramePr>
          <p:nvPr>
            <p:ph idx="1"/>
            <p:extLst>
              <p:ext uri="{D42A27DB-BD31-4B8C-83A1-F6EECF244321}">
                <p14:modId xmlns:p14="http://schemas.microsoft.com/office/powerpoint/2010/main" val="1235957620"/>
              </p:ext>
            </p:extLst>
          </p:nvPr>
        </p:nvGraphicFramePr>
        <p:xfrm>
          <a:off x="5954952" y="1084922"/>
          <a:ext cx="5630323" cy="49621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TextBox 10">
            <a:extLst>
              <a:ext uri="{FF2B5EF4-FFF2-40B4-BE49-F238E27FC236}">
                <a16:creationId xmlns:a16="http://schemas.microsoft.com/office/drawing/2014/main" id="{AB4CC724-959C-59EC-6B27-D74A10EE09B1}"/>
              </a:ext>
            </a:extLst>
          </p:cNvPr>
          <p:cNvSpPr txBox="1"/>
          <p:nvPr/>
        </p:nvSpPr>
        <p:spPr>
          <a:xfrm>
            <a:off x="1889185" y="2594775"/>
            <a:ext cx="3485072" cy="1477328"/>
          </a:xfrm>
          <a:prstGeom prst="rect">
            <a:avLst/>
          </a:prstGeom>
          <a:noFill/>
        </p:spPr>
        <p:txBody>
          <a:bodyPr wrap="square" rtlCol="0">
            <a:spAutoFit/>
          </a:bodyPr>
          <a:lstStyle/>
          <a:p>
            <a:r>
              <a:rPr lang="en-US" sz="3000" dirty="0"/>
              <a:t>Who has the best chance of completing the task?</a:t>
            </a:r>
          </a:p>
        </p:txBody>
      </p:sp>
      <p:pic>
        <p:nvPicPr>
          <p:cNvPr id="13" name="Graphic 12" descr="Warning with solid fill">
            <a:extLst>
              <a:ext uri="{FF2B5EF4-FFF2-40B4-BE49-F238E27FC236}">
                <a16:creationId xmlns:a16="http://schemas.microsoft.com/office/drawing/2014/main" id="{D01BD81E-94AE-34EE-4781-84BAC369A1A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80685" y="2873031"/>
            <a:ext cx="758690" cy="758690"/>
          </a:xfrm>
          <a:prstGeom prst="rect">
            <a:avLst/>
          </a:prstGeom>
        </p:spPr>
      </p:pic>
    </p:spTree>
    <p:extLst>
      <p:ext uri="{BB962C8B-B14F-4D97-AF65-F5344CB8AC3E}">
        <p14:creationId xmlns:p14="http://schemas.microsoft.com/office/powerpoint/2010/main" val="3100178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0EE9C-C817-1843-D08C-D7634A8F0B9A}"/>
              </a:ext>
            </a:extLst>
          </p:cNvPr>
          <p:cNvSpPr>
            <a:spLocks noGrp="1"/>
          </p:cNvSpPr>
          <p:nvPr>
            <p:ph type="title"/>
          </p:nvPr>
        </p:nvSpPr>
        <p:spPr/>
        <p:txBody>
          <a:bodyPr/>
          <a:lstStyle/>
          <a:p>
            <a:r>
              <a:rPr lang="en-US" dirty="0"/>
              <a:t>Application Demo</a:t>
            </a:r>
          </a:p>
        </p:txBody>
      </p:sp>
      <p:graphicFrame>
        <p:nvGraphicFramePr>
          <p:cNvPr id="12" name="Content Placeholder 11">
            <a:extLst>
              <a:ext uri="{FF2B5EF4-FFF2-40B4-BE49-F238E27FC236}">
                <a16:creationId xmlns:a16="http://schemas.microsoft.com/office/drawing/2014/main" id="{CF5122C5-F1E7-2631-EF92-43788F1CB12D}"/>
              </a:ext>
            </a:extLst>
          </p:cNvPr>
          <p:cNvGraphicFramePr>
            <a:graphicFrameLocks noGrp="1"/>
          </p:cNvGraphicFramePr>
          <p:nvPr>
            <p:ph idx="1"/>
            <p:extLst>
              <p:ext uri="{D42A27DB-BD31-4B8C-83A1-F6EECF244321}">
                <p14:modId xmlns:p14="http://schemas.microsoft.com/office/powerpoint/2010/main" val="474182118"/>
              </p:ext>
            </p:extLst>
          </p:nvPr>
        </p:nvGraphicFramePr>
        <p:xfrm>
          <a:off x="960438" y="2278063"/>
          <a:ext cx="9906000" cy="35417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72374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Diagonal Corners Rounded 10">
            <a:extLst>
              <a:ext uri="{FF2B5EF4-FFF2-40B4-BE49-F238E27FC236}">
                <a16:creationId xmlns:a16="http://schemas.microsoft.com/office/drawing/2014/main" id="{7A21B914-059E-9018-BC88-DDBE321178B8}"/>
              </a:ext>
            </a:extLst>
          </p:cNvPr>
          <p:cNvSpPr/>
          <p:nvPr/>
        </p:nvSpPr>
        <p:spPr>
          <a:xfrm>
            <a:off x="7793212" y="734020"/>
            <a:ext cx="4026614" cy="5627482"/>
          </a:xfrm>
          <a:prstGeom prst="round2Diag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570726-DE3D-DC7E-BCCC-A4FD33506433}"/>
              </a:ext>
            </a:extLst>
          </p:cNvPr>
          <p:cNvSpPr>
            <a:spLocks noGrp="1"/>
          </p:cNvSpPr>
          <p:nvPr>
            <p:ph type="title"/>
          </p:nvPr>
        </p:nvSpPr>
        <p:spPr/>
        <p:txBody>
          <a:bodyPr/>
          <a:lstStyle/>
          <a:p>
            <a:r>
              <a:rPr lang="en-US" dirty="0"/>
              <a:t>Operational results &amp; impact</a:t>
            </a:r>
          </a:p>
        </p:txBody>
      </p:sp>
      <p:pic>
        <p:nvPicPr>
          <p:cNvPr id="4" name="Content Placeholder 3" descr="A screenshot of a graph&#10;&#10;AI-generated content may be incorrect.">
            <a:extLst>
              <a:ext uri="{FF2B5EF4-FFF2-40B4-BE49-F238E27FC236}">
                <a16:creationId xmlns:a16="http://schemas.microsoft.com/office/drawing/2014/main" id="{B7548B65-5314-C0EC-9688-3E5B11BC3557}"/>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7953527" y="1385602"/>
            <a:ext cx="3658434" cy="1947995"/>
          </a:xfrm>
          <a:prstGeom prst="rect">
            <a:avLst/>
          </a:prstGeom>
        </p:spPr>
      </p:pic>
      <p:pic>
        <p:nvPicPr>
          <p:cNvPr id="5" name="Picture 4" descr="A screenshot of a game&#10;&#10;AI-generated content may be incorrect.">
            <a:extLst>
              <a:ext uri="{FF2B5EF4-FFF2-40B4-BE49-F238E27FC236}">
                <a16:creationId xmlns:a16="http://schemas.microsoft.com/office/drawing/2014/main" id="{14EF558A-54CD-356C-71C4-FC11D1D89802}"/>
              </a:ext>
            </a:extLst>
          </p:cNvPr>
          <p:cNvPicPr>
            <a:picLocks noChangeAspect="1"/>
          </p:cNvPicPr>
          <p:nvPr/>
        </p:nvPicPr>
        <p:blipFill>
          <a:blip r:embed="rId4">
            <a:extLst>
              <a:ext uri="{28A0092B-C50C-407E-A947-70E740481C1C}">
                <a14:useLocalDpi xmlns:a14="http://schemas.microsoft.com/office/drawing/2010/main" val="0"/>
              </a:ext>
            </a:extLst>
          </a:blip>
          <a:srcRect l="1" r="1861"/>
          <a:stretch>
            <a:fillRect/>
          </a:stretch>
        </p:blipFill>
        <p:spPr>
          <a:xfrm>
            <a:off x="7953527" y="4175984"/>
            <a:ext cx="3577782" cy="1947996"/>
          </a:xfrm>
          <a:prstGeom prst="rect">
            <a:avLst/>
          </a:prstGeom>
        </p:spPr>
      </p:pic>
      <p:sp>
        <p:nvSpPr>
          <p:cNvPr id="6" name="TextBox 5">
            <a:extLst>
              <a:ext uri="{FF2B5EF4-FFF2-40B4-BE49-F238E27FC236}">
                <a16:creationId xmlns:a16="http://schemas.microsoft.com/office/drawing/2014/main" id="{7843556B-970F-A08C-3C93-988A96A12358}"/>
              </a:ext>
            </a:extLst>
          </p:cNvPr>
          <p:cNvSpPr txBox="1"/>
          <p:nvPr/>
        </p:nvSpPr>
        <p:spPr>
          <a:xfrm>
            <a:off x="9385840" y="3705107"/>
            <a:ext cx="793807" cy="369332"/>
          </a:xfrm>
          <a:prstGeom prst="rect">
            <a:avLst/>
          </a:prstGeom>
          <a:noFill/>
        </p:spPr>
        <p:txBody>
          <a:bodyPr wrap="none" rtlCol="0">
            <a:spAutoFit/>
          </a:bodyPr>
          <a:lstStyle/>
          <a:p>
            <a:r>
              <a:rPr lang="en-US" dirty="0"/>
              <a:t>AFTER:</a:t>
            </a:r>
          </a:p>
        </p:txBody>
      </p:sp>
      <p:sp>
        <p:nvSpPr>
          <p:cNvPr id="7" name="TextBox 6">
            <a:extLst>
              <a:ext uri="{FF2B5EF4-FFF2-40B4-BE49-F238E27FC236}">
                <a16:creationId xmlns:a16="http://schemas.microsoft.com/office/drawing/2014/main" id="{1AA3E28B-A9CB-739A-DA47-75A43F787218}"/>
              </a:ext>
            </a:extLst>
          </p:cNvPr>
          <p:cNvSpPr txBox="1"/>
          <p:nvPr/>
        </p:nvSpPr>
        <p:spPr>
          <a:xfrm>
            <a:off x="9308897" y="913168"/>
            <a:ext cx="947695" cy="369332"/>
          </a:xfrm>
          <a:prstGeom prst="rect">
            <a:avLst/>
          </a:prstGeom>
          <a:noFill/>
        </p:spPr>
        <p:txBody>
          <a:bodyPr wrap="none" rtlCol="0">
            <a:spAutoFit/>
          </a:bodyPr>
          <a:lstStyle/>
          <a:p>
            <a:r>
              <a:rPr lang="en-US" dirty="0"/>
              <a:t>BEFORE:</a:t>
            </a:r>
          </a:p>
        </p:txBody>
      </p:sp>
      <p:sp>
        <p:nvSpPr>
          <p:cNvPr id="8" name="TextBox 7">
            <a:extLst>
              <a:ext uri="{FF2B5EF4-FFF2-40B4-BE49-F238E27FC236}">
                <a16:creationId xmlns:a16="http://schemas.microsoft.com/office/drawing/2014/main" id="{2B8589A0-F694-75EE-E7F7-96E3A60B966D}"/>
              </a:ext>
            </a:extLst>
          </p:cNvPr>
          <p:cNvSpPr txBox="1"/>
          <p:nvPr/>
        </p:nvSpPr>
        <p:spPr>
          <a:xfrm>
            <a:off x="5236703" y="2318225"/>
            <a:ext cx="1857038" cy="1261884"/>
          </a:xfrm>
          <a:prstGeom prst="rect">
            <a:avLst/>
          </a:prstGeom>
          <a:noFill/>
        </p:spPr>
        <p:txBody>
          <a:bodyPr wrap="square" rtlCol="0">
            <a:spAutoFit/>
          </a:bodyPr>
          <a:lstStyle/>
          <a:p>
            <a:pPr algn="ctr"/>
            <a:r>
              <a:rPr lang="en-US" sz="4000" dirty="0"/>
              <a:t>58%</a:t>
            </a:r>
          </a:p>
          <a:p>
            <a:pPr algn="ctr"/>
            <a:r>
              <a:rPr lang="en-US" dirty="0"/>
              <a:t>Expertise Match Rate</a:t>
            </a:r>
          </a:p>
        </p:txBody>
      </p:sp>
      <p:graphicFrame>
        <p:nvGraphicFramePr>
          <p:cNvPr id="9" name="Diagram 8">
            <a:extLst>
              <a:ext uri="{FF2B5EF4-FFF2-40B4-BE49-F238E27FC236}">
                <a16:creationId xmlns:a16="http://schemas.microsoft.com/office/drawing/2014/main" id="{184E0A10-6C5B-15D9-FFA6-A8337E014189}"/>
              </a:ext>
            </a:extLst>
          </p:cNvPr>
          <p:cNvGraphicFramePr/>
          <p:nvPr>
            <p:extLst>
              <p:ext uri="{D42A27DB-BD31-4B8C-83A1-F6EECF244321}">
                <p14:modId xmlns:p14="http://schemas.microsoft.com/office/powerpoint/2010/main" val="1339087487"/>
              </p:ext>
            </p:extLst>
          </p:nvPr>
        </p:nvGraphicFramePr>
        <p:xfrm>
          <a:off x="1600875" y="4251287"/>
          <a:ext cx="4783148" cy="194799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0" name="TextBox 9">
            <a:extLst>
              <a:ext uri="{FF2B5EF4-FFF2-40B4-BE49-F238E27FC236}">
                <a16:creationId xmlns:a16="http://schemas.microsoft.com/office/drawing/2014/main" id="{9EBEC569-AE52-6EE4-9AF4-1B6F0C56AFE5}"/>
              </a:ext>
            </a:extLst>
          </p:cNvPr>
          <p:cNvSpPr txBox="1"/>
          <p:nvPr/>
        </p:nvSpPr>
        <p:spPr>
          <a:xfrm>
            <a:off x="744742" y="2456724"/>
            <a:ext cx="3792490" cy="984885"/>
          </a:xfrm>
          <a:prstGeom prst="rect">
            <a:avLst/>
          </a:prstGeom>
          <a:noFill/>
        </p:spPr>
        <p:txBody>
          <a:bodyPr wrap="square" rtlCol="0">
            <a:spAutoFit/>
          </a:bodyPr>
          <a:lstStyle/>
          <a:p>
            <a:pPr algn="ctr"/>
            <a:r>
              <a:rPr lang="en-US" sz="4000" dirty="0"/>
              <a:t>58%  →  76.5%</a:t>
            </a:r>
          </a:p>
          <a:p>
            <a:pPr algn="ctr"/>
            <a:r>
              <a:rPr lang="en-US" dirty="0"/>
              <a:t>Task Completion Rate</a:t>
            </a:r>
          </a:p>
        </p:txBody>
      </p:sp>
      <p:sp>
        <p:nvSpPr>
          <p:cNvPr id="3" name="Rectangle 2">
            <a:extLst>
              <a:ext uri="{FF2B5EF4-FFF2-40B4-BE49-F238E27FC236}">
                <a16:creationId xmlns:a16="http://schemas.microsoft.com/office/drawing/2014/main" id="{A2E00217-B371-638B-6089-1D585751C520}"/>
              </a:ext>
            </a:extLst>
          </p:cNvPr>
          <p:cNvSpPr/>
          <p:nvPr/>
        </p:nvSpPr>
        <p:spPr>
          <a:xfrm>
            <a:off x="10335560" y="2949167"/>
            <a:ext cx="511132" cy="374737"/>
          </a:xfrm>
          <a:prstGeom prst="rect">
            <a:avLst/>
          </a:prstGeom>
          <a:noFill/>
          <a:ln>
            <a:solidFill>
              <a:srgbClr val="FFFF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14" name="Rectangle 13">
            <a:extLst>
              <a:ext uri="{FF2B5EF4-FFF2-40B4-BE49-F238E27FC236}">
                <a16:creationId xmlns:a16="http://schemas.microsoft.com/office/drawing/2014/main" id="{4D318CB8-33A9-FC65-ADA0-4010C831C019}"/>
              </a:ext>
            </a:extLst>
          </p:cNvPr>
          <p:cNvSpPr/>
          <p:nvPr/>
        </p:nvSpPr>
        <p:spPr>
          <a:xfrm>
            <a:off x="10304343" y="5680636"/>
            <a:ext cx="511132" cy="374737"/>
          </a:xfrm>
          <a:prstGeom prst="rect">
            <a:avLst/>
          </a:prstGeom>
          <a:noFill/>
          <a:ln>
            <a:solidFill>
              <a:srgbClr val="FFFF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4106814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06A1F-CDA9-6815-0BFA-813FD5A428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96D9F1-3AD1-AE0B-404A-30433963A687}"/>
              </a:ext>
            </a:extLst>
          </p:cNvPr>
          <p:cNvSpPr>
            <a:spLocks noGrp="1"/>
          </p:cNvSpPr>
          <p:nvPr>
            <p:ph type="title"/>
          </p:nvPr>
        </p:nvSpPr>
        <p:spPr/>
        <p:txBody>
          <a:bodyPr/>
          <a:lstStyle/>
          <a:p>
            <a:r>
              <a:rPr lang="en-US" dirty="0"/>
              <a:t>Financial Results &amp; impact</a:t>
            </a:r>
          </a:p>
        </p:txBody>
      </p:sp>
      <p:pic>
        <p:nvPicPr>
          <p:cNvPr id="6" name="Picture 5" descr="A colorful pie chart with numbers&#10;&#10;AI-generated content may be incorrect.">
            <a:extLst>
              <a:ext uri="{FF2B5EF4-FFF2-40B4-BE49-F238E27FC236}">
                <a16:creationId xmlns:a16="http://schemas.microsoft.com/office/drawing/2014/main" id="{29C36D57-71C8-C9EB-55AE-71B3363D4379}"/>
              </a:ext>
            </a:extLst>
          </p:cNvPr>
          <p:cNvPicPr>
            <a:picLocks noChangeAspect="1"/>
          </p:cNvPicPr>
          <p:nvPr/>
        </p:nvPicPr>
        <p:blipFill rotWithShape="1">
          <a:blip r:embed="rId3"/>
          <a:srcRect l="4501" r="2321" b="7362"/>
          <a:stretch>
            <a:fillRect/>
          </a:stretch>
        </p:blipFill>
        <p:spPr bwMode="auto">
          <a:xfrm>
            <a:off x="4763074" y="2007637"/>
            <a:ext cx="7024734" cy="3607856"/>
          </a:xfrm>
          <a:prstGeom prst="rect">
            <a:avLst/>
          </a:prstGeom>
          <a:ln>
            <a:noFill/>
          </a:ln>
          <a:extLst>
            <a:ext uri="{53640926-AAD7-44D8-BBD7-CCE9431645EC}">
              <a14:shadowObscured xmlns:a14="http://schemas.microsoft.com/office/drawing/2010/main"/>
            </a:ext>
          </a:extLst>
        </p:spPr>
      </p:pic>
      <p:graphicFrame>
        <p:nvGraphicFramePr>
          <p:cNvPr id="7" name="Diagram 6">
            <a:extLst>
              <a:ext uri="{FF2B5EF4-FFF2-40B4-BE49-F238E27FC236}">
                <a16:creationId xmlns:a16="http://schemas.microsoft.com/office/drawing/2014/main" id="{74583555-2711-50F4-FF08-0E9473F22998}"/>
              </a:ext>
            </a:extLst>
          </p:cNvPr>
          <p:cNvGraphicFramePr/>
          <p:nvPr>
            <p:extLst>
              <p:ext uri="{D42A27DB-BD31-4B8C-83A1-F6EECF244321}">
                <p14:modId xmlns:p14="http://schemas.microsoft.com/office/powerpoint/2010/main" val="1723834749"/>
              </p:ext>
            </p:extLst>
          </p:nvPr>
        </p:nvGraphicFramePr>
        <p:xfrm>
          <a:off x="1057523" y="3658847"/>
          <a:ext cx="3120194" cy="258063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4" name="Group 3">
            <a:extLst>
              <a:ext uri="{FF2B5EF4-FFF2-40B4-BE49-F238E27FC236}">
                <a16:creationId xmlns:a16="http://schemas.microsoft.com/office/drawing/2014/main" id="{F9DD46B0-4230-CCC2-C569-6822B2F9FA64}"/>
              </a:ext>
            </a:extLst>
          </p:cNvPr>
          <p:cNvGrpSpPr/>
          <p:nvPr/>
        </p:nvGrpSpPr>
        <p:grpSpPr>
          <a:xfrm>
            <a:off x="1336412" y="2286630"/>
            <a:ext cx="2638291" cy="1046440"/>
            <a:chOff x="1048624" y="2286630"/>
            <a:chExt cx="2638291" cy="1046440"/>
          </a:xfrm>
        </p:grpSpPr>
        <p:sp>
          <p:nvSpPr>
            <p:cNvPr id="5" name="TextBox 4">
              <a:extLst>
                <a:ext uri="{FF2B5EF4-FFF2-40B4-BE49-F238E27FC236}">
                  <a16:creationId xmlns:a16="http://schemas.microsoft.com/office/drawing/2014/main" id="{EA9951B4-2A66-C6F6-89C1-E23F5F0AB1F8}"/>
                </a:ext>
              </a:extLst>
            </p:cNvPr>
            <p:cNvSpPr txBox="1"/>
            <p:nvPr/>
          </p:nvSpPr>
          <p:spPr>
            <a:xfrm>
              <a:off x="1606923" y="2286630"/>
              <a:ext cx="2079992" cy="1046440"/>
            </a:xfrm>
            <a:prstGeom prst="rect">
              <a:avLst/>
            </a:prstGeom>
            <a:noFill/>
          </p:spPr>
          <p:txBody>
            <a:bodyPr wrap="none" rtlCol="0">
              <a:spAutoFit/>
            </a:bodyPr>
            <a:lstStyle/>
            <a:p>
              <a:pPr algn="ctr"/>
              <a:r>
                <a:rPr lang="en-US" sz="4400" dirty="0"/>
                <a:t>$12.7K</a:t>
              </a:r>
            </a:p>
            <a:p>
              <a:pPr algn="ctr"/>
              <a:r>
                <a:rPr lang="en-US" dirty="0"/>
                <a:t>Penalty Cost Savings</a:t>
              </a:r>
            </a:p>
          </p:txBody>
        </p:sp>
        <p:sp>
          <p:nvSpPr>
            <p:cNvPr id="3" name="Arrow: Down 2">
              <a:extLst>
                <a:ext uri="{FF2B5EF4-FFF2-40B4-BE49-F238E27FC236}">
                  <a16:creationId xmlns:a16="http://schemas.microsoft.com/office/drawing/2014/main" id="{790DF3E2-4047-2693-2F16-96F02D78CD3F}"/>
                </a:ext>
              </a:extLst>
            </p:cNvPr>
            <p:cNvSpPr/>
            <p:nvPr/>
          </p:nvSpPr>
          <p:spPr>
            <a:xfrm>
              <a:off x="1048624" y="2422864"/>
              <a:ext cx="558299" cy="832064"/>
            </a:xfrm>
            <a:prstGeom prst="downArrow">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859735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BE25A-4BA2-2525-011B-5B3AFDA9408B}"/>
              </a:ext>
            </a:extLst>
          </p:cNvPr>
          <p:cNvSpPr>
            <a:spLocks noGrp="1"/>
          </p:cNvSpPr>
          <p:nvPr>
            <p:ph type="title"/>
          </p:nvPr>
        </p:nvSpPr>
        <p:spPr/>
        <p:txBody>
          <a:bodyPr/>
          <a:lstStyle/>
          <a:p>
            <a:r>
              <a:rPr lang="en-US" dirty="0"/>
              <a:t>Reputational results &amp; impact</a:t>
            </a:r>
          </a:p>
        </p:txBody>
      </p:sp>
      <p:pic>
        <p:nvPicPr>
          <p:cNvPr id="4" name="Content Placeholder 3" descr="A graph with numbers and a number of tasks per customer rating&#10;&#10;AI-generated content may be incorrect.">
            <a:extLst>
              <a:ext uri="{FF2B5EF4-FFF2-40B4-BE49-F238E27FC236}">
                <a16:creationId xmlns:a16="http://schemas.microsoft.com/office/drawing/2014/main" id="{B1F5A73B-5337-83AE-E36A-35CDC857B71D}"/>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6976421" y="2097088"/>
            <a:ext cx="4682998" cy="3791446"/>
          </a:xfrm>
          <a:prstGeom prst="rect">
            <a:avLst/>
          </a:prstGeom>
        </p:spPr>
      </p:pic>
      <p:sp>
        <p:nvSpPr>
          <p:cNvPr id="3" name="TextBox 2">
            <a:extLst>
              <a:ext uri="{FF2B5EF4-FFF2-40B4-BE49-F238E27FC236}">
                <a16:creationId xmlns:a16="http://schemas.microsoft.com/office/drawing/2014/main" id="{72C50140-29D0-FBF5-59B3-3A40D1BA8CCF}"/>
              </a:ext>
            </a:extLst>
          </p:cNvPr>
          <p:cNvSpPr txBox="1"/>
          <p:nvPr/>
        </p:nvSpPr>
        <p:spPr>
          <a:xfrm>
            <a:off x="2633608" y="2284651"/>
            <a:ext cx="1988726" cy="1323439"/>
          </a:xfrm>
          <a:prstGeom prst="rect">
            <a:avLst/>
          </a:prstGeom>
          <a:noFill/>
        </p:spPr>
        <p:txBody>
          <a:bodyPr wrap="square" rtlCol="0">
            <a:spAutoFit/>
          </a:bodyPr>
          <a:lstStyle/>
          <a:p>
            <a:pPr algn="ctr"/>
            <a:r>
              <a:rPr lang="en-US" sz="4400" dirty="0"/>
              <a:t>20%</a:t>
            </a:r>
          </a:p>
          <a:p>
            <a:pPr algn="ctr"/>
            <a:r>
              <a:rPr lang="en-US" dirty="0"/>
              <a:t>Customer Satisfaction Score</a:t>
            </a:r>
          </a:p>
        </p:txBody>
      </p:sp>
      <p:graphicFrame>
        <p:nvGraphicFramePr>
          <p:cNvPr id="5" name="Diagram 4">
            <a:extLst>
              <a:ext uri="{FF2B5EF4-FFF2-40B4-BE49-F238E27FC236}">
                <a16:creationId xmlns:a16="http://schemas.microsoft.com/office/drawing/2014/main" id="{0A9BB181-CA0F-CEF1-6FED-5ADB02CBDB86}"/>
              </a:ext>
            </a:extLst>
          </p:cNvPr>
          <p:cNvGraphicFramePr/>
          <p:nvPr>
            <p:extLst>
              <p:ext uri="{D42A27DB-BD31-4B8C-83A1-F6EECF244321}">
                <p14:modId xmlns:p14="http://schemas.microsoft.com/office/powerpoint/2010/main" val="1329459196"/>
              </p:ext>
            </p:extLst>
          </p:nvPr>
        </p:nvGraphicFramePr>
        <p:xfrm>
          <a:off x="1630346" y="3992597"/>
          <a:ext cx="4334226" cy="189593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Arrow: Down 5">
            <a:extLst>
              <a:ext uri="{FF2B5EF4-FFF2-40B4-BE49-F238E27FC236}">
                <a16:creationId xmlns:a16="http://schemas.microsoft.com/office/drawing/2014/main" id="{F8677D45-5FFC-259B-89A4-0368E0B76E4C}"/>
              </a:ext>
            </a:extLst>
          </p:cNvPr>
          <p:cNvSpPr/>
          <p:nvPr/>
        </p:nvSpPr>
        <p:spPr>
          <a:xfrm rot="10800000">
            <a:off x="2228623" y="2351763"/>
            <a:ext cx="558299" cy="832064"/>
          </a:xfrm>
          <a:prstGeom prst="downArrow">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301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C91D9-37E6-6D09-9AF4-0A7930C9E8D0}"/>
              </a:ext>
            </a:extLst>
          </p:cNvPr>
          <p:cNvSpPr>
            <a:spLocks noGrp="1"/>
          </p:cNvSpPr>
          <p:nvPr>
            <p:ph type="title"/>
          </p:nvPr>
        </p:nvSpPr>
        <p:spPr/>
        <p:txBody>
          <a:bodyPr/>
          <a:lstStyle/>
          <a:p>
            <a:r>
              <a:rPr lang="en-US" dirty="0"/>
              <a:t>Limitations &amp; future work</a:t>
            </a:r>
          </a:p>
        </p:txBody>
      </p:sp>
      <p:graphicFrame>
        <p:nvGraphicFramePr>
          <p:cNvPr id="5" name="Diagram 4">
            <a:extLst>
              <a:ext uri="{FF2B5EF4-FFF2-40B4-BE49-F238E27FC236}">
                <a16:creationId xmlns:a16="http://schemas.microsoft.com/office/drawing/2014/main" id="{515E41B3-7A1D-6306-582E-DD6072C4A3ED}"/>
              </a:ext>
            </a:extLst>
          </p:cNvPr>
          <p:cNvGraphicFramePr/>
          <p:nvPr>
            <p:extLst>
              <p:ext uri="{D42A27DB-BD31-4B8C-83A1-F6EECF244321}">
                <p14:modId xmlns:p14="http://schemas.microsoft.com/office/powerpoint/2010/main" val="3917902451"/>
              </p:ext>
            </p:extLst>
          </p:nvPr>
        </p:nvGraphicFramePr>
        <p:xfrm>
          <a:off x="1071367" y="2368171"/>
          <a:ext cx="3953639" cy="31601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 7">
            <a:extLst>
              <a:ext uri="{FF2B5EF4-FFF2-40B4-BE49-F238E27FC236}">
                <a16:creationId xmlns:a16="http://schemas.microsoft.com/office/drawing/2014/main" id="{5C9514CE-D081-61A7-3B6A-C1BC457980A4}"/>
              </a:ext>
            </a:extLst>
          </p:cNvPr>
          <p:cNvGraphicFramePr/>
          <p:nvPr>
            <p:extLst>
              <p:ext uri="{D42A27DB-BD31-4B8C-83A1-F6EECF244321}">
                <p14:modId xmlns:p14="http://schemas.microsoft.com/office/powerpoint/2010/main" val="89948620"/>
              </p:ext>
            </p:extLst>
          </p:nvPr>
        </p:nvGraphicFramePr>
        <p:xfrm>
          <a:off x="5978554" y="1622303"/>
          <a:ext cx="5917035" cy="461717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9492081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5500C-5373-1726-D88A-4109F8254B2D}"/>
              </a:ext>
            </a:extLst>
          </p:cNvPr>
          <p:cNvSpPr>
            <a:spLocks noGrp="1"/>
          </p:cNvSpPr>
          <p:nvPr>
            <p:ph type="title"/>
          </p:nvPr>
        </p:nvSpPr>
        <p:spPr/>
        <p:txBody>
          <a:bodyPr/>
          <a:lstStyle/>
          <a:p>
            <a:r>
              <a:rPr lang="en-US" dirty="0"/>
              <a:t>Business recommendations</a:t>
            </a:r>
          </a:p>
        </p:txBody>
      </p:sp>
      <p:graphicFrame>
        <p:nvGraphicFramePr>
          <p:cNvPr id="3" name="Diagram 2">
            <a:extLst>
              <a:ext uri="{FF2B5EF4-FFF2-40B4-BE49-F238E27FC236}">
                <a16:creationId xmlns:a16="http://schemas.microsoft.com/office/drawing/2014/main" id="{7EDF85FB-B31B-8CA5-6D73-711B9D7C4768}"/>
              </a:ext>
            </a:extLst>
          </p:cNvPr>
          <p:cNvGraphicFramePr/>
          <p:nvPr>
            <p:extLst>
              <p:ext uri="{D42A27DB-BD31-4B8C-83A1-F6EECF244321}">
                <p14:modId xmlns:p14="http://schemas.microsoft.com/office/powerpoint/2010/main" val="2570239383"/>
              </p:ext>
            </p:extLst>
          </p:nvPr>
        </p:nvGraphicFramePr>
        <p:xfrm>
          <a:off x="2395814" y="2559056"/>
          <a:ext cx="7400371" cy="22018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5292175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TM04033919[[fn=Circuit]]</Template>
  <TotalTime>6629</TotalTime>
  <Words>3415</Words>
  <Application>Microsoft Office PowerPoint</Application>
  <PresentationFormat>Widescreen</PresentationFormat>
  <Paragraphs>233</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Tw Cen MT</vt:lpstr>
      <vt:lpstr>Circuit</vt:lpstr>
      <vt:lpstr>Automated Task Assignment system</vt:lpstr>
      <vt:lpstr>Problem Statement</vt:lpstr>
      <vt:lpstr>Current State Analysis &amp; Metrics</vt:lpstr>
      <vt:lpstr>Risks of Inaction</vt:lpstr>
      <vt:lpstr>Technical Solution Overview</vt:lpstr>
      <vt:lpstr>PowerPoint Presentation</vt:lpstr>
      <vt:lpstr>Data Preparation</vt:lpstr>
      <vt:lpstr>Modeling approach</vt:lpstr>
      <vt:lpstr>Application Demo</vt:lpstr>
      <vt:lpstr>Operational results &amp; impact</vt:lpstr>
      <vt:lpstr>Financial Results &amp; impact</vt:lpstr>
      <vt:lpstr>Reputational results &amp; impact</vt:lpstr>
      <vt:lpstr>Limitations &amp; future work</vt:lpstr>
      <vt:lpstr>Business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Su-Hyun Byeon</dc:creator>
  <cp:lastModifiedBy>BYEON, SUE</cp:lastModifiedBy>
  <cp:revision>10</cp:revision>
  <dcterms:created xsi:type="dcterms:W3CDTF">2025-09-26T19:00:35Z</dcterms:created>
  <dcterms:modified xsi:type="dcterms:W3CDTF">2025-11-19T22:25:35Z</dcterms:modified>
</cp:coreProperties>
</file>