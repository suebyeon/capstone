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4.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6"/>
  </p:notesMasterIdLst>
  <p:sldIdLst>
    <p:sldId id="256" r:id="rId2"/>
    <p:sldId id="268" r:id="rId3"/>
    <p:sldId id="260" r:id="rId4"/>
    <p:sldId id="261" r:id="rId5"/>
    <p:sldId id="266" r:id="rId6"/>
    <p:sldId id="285" r:id="rId7"/>
    <p:sldId id="272" r:id="rId8"/>
    <p:sldId id="275" r:id="rId9"/>
    <p:sldId id="287" r:id="rId10"/>
    <p:sldId id="263" r:id="rId11"/>
    <p:sldId id="289" r:id="rId12"/>
    <p:sldId id="288" r:id="rId13"/>
    <p:sldId id="280" r:id="rId14"/>
    <p:sldId id="281"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BACB1AA-EC6B-4AC5-B090-2540CAEA26B6}" v="301" dt="2025-11-18T04:25:02.30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70" autoAdjust="0"/>
    <p:restoredTop sz="72727" autoAdjust="0"/>
  </p:normalViewPr>
  <p:slideViewPr>
    <p:cSldViewPr snapToGrid="0">
      <p:cViewPr>
        <p:scale>
          <a:sx n="64" d="100"/>
          <a:sy n="64" d="100"/>
        </p:scale>
        <p:origin x="1412" y="260"/>
      </p:cViewPr>
      <p:guideLst/>
    </p:cSldViewPr>
  </p:slid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e Byeon" userId="da86aa136efe2808" providerId="LiveId" clId="{BF2205AF-F266-4157-874C-FDEBC0488368}"/>
    <pc:docChg chg="undo redo custSel addSld delSld modSld sldOrd">
      <pc:chgData name="Sue Byeon" userId="da86aa136efe2808" providerId="LiveId" clId="{BF2205AF-F266-4157-874C-FDEBC0488368}" dt="2025-11-18T04:25:24.274" v="15542" actId="478"/>
      <pc:docMkLst>
        <pc:docMk/>
      </pc:docMkLst>
      <pc:sldChg chg="modSp mod modNotesTx">
        <pc:chgData name="Sue Byeon" userId="da86aa136efe2808" providerId="LiveId" clId="{BF2205AF-F266-4157-874C-FDEBC0488368}" dt="2025-11-16T04:23:45.840" v="8795" actId="20577"/>
        <pc:sldMkLst>
          <pc:docMk/>
          <pc:sldMk cId="4243429303" sldId="256"/>
        </pc:sldMkLst>
        <pc:spChg chg="mod">
          <ac:chgData name="Sue Byeon" userId="da86aa136efe2808" providerId="LiveId" clId="{BF2205AF-F266-4157-874C-FDEBC0488368}" dt="2025-11-14T23:31:56.390" v="6654" actId="20577"/>
          <ac:spMkLst>
            <pc:docMk/>
            <pc:sldMk cId="4243429303" sldId="256"/>
            <ac:spMk id="2" creationId="{AA2DA2F2-1054-DB29-D32C-D0D8291480A7}"/>
          </ac:spMkLst>
        </pc:spChg>
      </pc:sldChg>
      <pc:sldChg chg="modNotesTx">
        <pc:chgData name="Sue Byeon" userId="da86aa136efe2808" providerId="LiveId" clId="{BF2205AF-F266-4157-874C-FDEBC0488368}" dt="2025-11-16T23:31:08.138" v="11012" actId="20577"/>
        <pc:sldMkLst>
          <pc:docMk/>
          <pc:sldMk cId="2647713988" sldId="260"/>
        </pc:sldMkLst>
      </pc:sldChg>
      <pc:sldChg chg="add del ord modNotesTx">
        <pc:chgData name="Sue Byeon" userId="da86aa136efe2808" providerId="LiveId" clId="{BF2205AF-F266-4157-874C-FDEBC0488368}" dt="2025-11-16T23:39:14.248" v="11020" actId="20577"/>
        <pc:sldMkLst>
          <pc:docMk/>
          <pc:sldMk cId="1227690131" sldId="261"/>
        </pc:sldMkLst>
      </pc:sldChg>
      <pc:sldChg chg="addSp delSp modSp add del mod ord modNotesTx">
        <pc:chgData name="Sue Byeon" userId="da86aa136efe2808" providerId="LiveId" clId="{BF2205AF-F266-4157-874C-FDEBC0488368}" dt="2025-11-18T04:05:38.358" v="15227" actId="1076"/>
        <pc:sldMkLst>
          <pc:docMk/>
          <pc:sldMk cId="2859735512" sldId="263"/>
        </pc:sldMkLst>
        <pc:spChg chg="mod">
          <ac:chgData name="Sue Byeon" userId="da86aa136efe2808" providerId="LiveId" clId="{BF2205AF-F266-4157-874C-FDEBC0488368}" dt="2025-11-18T04:02:57.879" v="15160" actId="20577"/>
          <ac:spMkLst>
            <pc:docMk/>
            <pc:sldMk cId="2859735512" sldId="263"/>
            <ac:spMk id="2" creationId="{A396D9F1-3AD1-AE0B-404A-30433963A687}"/>
          </ac:spMkLst>
        </pc:spChg>
        <pc:graphicFrameChg chg="del mod modGraphic">
          <ac:chgData name="Sue Byeon" userId="da86aa136efe2808" providerId="LiveId" clId="{BF2205AF-F266-4157-874C-FDEBC0488368}" dt="2025-11-18T04:05:12.122" v="15219" actId="478"/>
          <ac:graphicFrameMkLst>
            <pc:docMk/>
            <pc:sldMk cId="2859735512" sldId="263"/>
            <ac:graphicFrameMk id="4" creationId="{63045625-6F13-ABC6-5F14-1B52B17C6A23}"/>
          </ac:graphicFrameMkLst>
        </pc:graphicFrameChg>
        <pc:picChg chg="add del mod">
          <ac:chgData name="Sue Byeon" userId="da86aa136efe2808" providerId="LiveId" clId="{BF2205AF-F266-4157-874C-FDEBC0488368}" dt="2025-11-18T00:59:21.026" v="14713" actId="478"/>
          <ac:picMkLst>
            <pc:docMk/>
            <pc:sldMk cId="2859735512" sldId="263"/>
            <ac:picMk id="5" creationId="{B142FED2-A146-CAE8-49DD-F444ADF903CD}"/>
          </ac:picMkLst>
        </pc:picChg>
        <pc:picChg chg="add mod">
          <ac:chgData name="Sue Byeon" userId="da86aa136efe2808" providerId="LiveId" clId="{BF2205AF-F266-4157-874C-FDEBC0488368}" dt="2025-11-18T04:05:38.358" v="15227" actId="1076"/>
          <ac:picMkLst>
            <pc:docMk/>
            <pc:sldMk cId="2859735512" sldId="263"/>
            <ac:picMk id="6" creationId="{29C36D57-71C8-C9EB-55AE-71B3363D4379}"/>
          </ac:picMkLst>
        </pc:picChg>
      </pc:sldChg>
      <pc:sldChg chg="modSp add del mod ord modNotesTx">
        <pc:chgData name="Sue Byeon" userId="da86aa136efe2808" providerId="LiveId" clId="{BF2205AF-F266-4157-874C-FDEBC0488368}" dt="2025-11-16T23:57:20.313" v="11162"/>
        <pc:sldMkLst>
          <pc:docMk/>
          <pc:sldMk cId="3346890740" sldId="266"/>
        </pc:sldMkLst>
        <pc:spChg chg="mod">
          <ac:chgData name="Sue Byeon" userId="da86aa136efe2808" providerId="LiveId" clId="{BF2205AF-F266-4157-874C-FDEBC0488368}" dt="2025-11-16T04:55:01.735" v="9570" actId="20577"/>
          <ac:spMkLst>
            <pc:docMk/>
            <pc:sldMk cId="3346890740" sldId="266"/>
            <ac:spMk id="2" creationId="{EAE2DF91-2DEA-C746-D16D-9BE7104558B9}"/>
          </ac:spMkLst>
        </pc:spChg>
        <pc:spChg chg="mod">
          <ac:chgData name="Sue Byeon" userId="da86aa136efe2808" providerId="LiveId" clId="{BF2205AF-F266-4157-874C-FDEBC0488368}" dt="2025-11-16T23:55:45.135" v="11138" actId="1076"/>
          <ac:spMkLst>
            <pc:docMk/>
            <pc:sldMk cId="3346890740" sldId="266"/>
            <ac:spMk id="8" creationId="{2EB73F8C-61BD-4B43-3CF6-0E628F02F03D}"/>
          </ac:spMkLst>
        </pc:spChg>
        <pc:spChg chg="mod">
          <ac:chgData name="Sue Byeon" userId="da86aa136efe2808" providerId="LiveId" clId="{BF2205AF-F266-4157-874C-FDEBC0488368}" dt="2025-11-16T23:46:50.304" v="11085" actId="1076"/>
          <ac:spMkLst>
            <pc:docMk/>
            <pc:sldMk cId="3346890740" sldId="266"/>
            <ac:spMk id="9" creationId="{1D42E4E0-2952-12EE-7D2C-201F6A2C5C61}"/>
          </ac:spMkLst>
        </pc:spChg>
        <pc:spChg chg="mod">
          <ac:chgData name="Sue Byeon" userId="da86aa136efe2808" providerId="LiveId" clId="{BF2205AF-F266-4157-874C-FDEBC0488368}" dt="2025-11-16T23:46:46.454" v="11084" actId="1076"/>
          <ac:spMkLst>
            <pc:docMk/>
            <pc:sldMk cId="3346890740" sldId="266"/>
            <ac:spMk id="10" creationId="{46DD515E-1F3E-DF39-EB52-087362F28A16}"/>
          </ac:spMkLst>
        </pc:spChg>
        <pc:graphicFrameChg chg="mod modGraphic">
          <ac:chgData name="Sue Byeon" userId="da86aa136efe2808" providerId="LiveId" clId="{BF2205AF-F266-4157-874C-FDEBC0488368}" dt="2025-11-16T23:57:20.313" v="11162"/>
          <ac:graphicFrameMkLst>
            <pc:docMk/>
            <pc:sldMk cId="3346890740" sldId="266"/>
            <ac:graphicFrameMk id="5" creationId="{BB366090-4732-1BA2-414A-110E9905AAA3}"/>
          </ac:graphicFrameMkLst>
        </pc:graphicFrameChg>
      </pc:sldChg>
      <pc:sldChg chg="modNotesTx">
        <pc:chgData name="Sue Byeon" userId="da86aa136efe2808" providerId="LiveId" clId="{BF2205AF-F266-4157-874C-FDEBC0488368}" dt="2025-11-16T04:55:30.200" v="9584" actId="20577"/>
        <pc:sldMkLst>
          <pc:docMk/>
          <pc:sldMk cId="165630085" sldId="268"/>
        </pc:sldMkLst>
      </pc:sldChg>
      <pc:sldChg chg="addSp delSp modSp new add del mod ord setBg modClrScheme chgLayout modNotesTx">
        <pc:chgData name="Sue Byeon" userId="da86aa136efe2808" providerId="LiveId" clId="{BF2205AF-F266-4157-874C-FDEBC0488368}" dt="2025-11-18T00:55:03.930" v="14704" actId="14100"/>
        <pc:sldMkLst>
          <pc:docMk/>
          <pc:sldMk cId="1206139712" sldId="272"/>
        </pc:sldMkLst>
        <pc:spChg chg="add del mod ord">
          <ac:chgData name="Sue Byeon" userId="da86aa136efe2808" providerId="LiveId" clId="{BF2205AF-F266-4157-874C-FDEBC0488368}" dt="2025-11-15T23:00:13.501" v="7568" actId="20577"/>
          <ac:spMkLst>
            <pc:docMk/>
            <pc:sldMk cId="1206139712" sldId="272"/>
            <ac:spMk id="2" creationId="{F8B4B075-8E18-8EE8-88B4-B9A7AB9676B9}"/>
          </ac:spMkLst>
        </pc:spChg>
        <pc:spChg chg="add del mod ord">
          <ac:chgData name="Sue Byeon" userId="da86aa136efe2808" providerId="LiveId" clId="{BF2205AF-F266-4157-874C-FDEBC0488368}" dt="2025-11-17T01:22:44.016" v="12593" actId="3680"/>
          <ac:spMkLst>
            <pc:docMk/>
            <pc:sldMk cId="1206139712" sldId="272"/>
            <ac:spMk id="3" creationId="{42A88F86-1960-B65E-F08B-08BEEF4806B8}"/>
          </ac:spMkLst>
        </pc:spChg>
        <pc:spChg chg="add del mod">
          <ac:chgData name="Sue Byeon" userId="da86aa136efe2808" providerId="LiveId" clId="{BF2205AF-F266-4157-874C-FDEBC0488368}" dt="2025-11-17T05:51:48.482" v="12927" actId="1032"/>
          <ac:spMkLst>
            <pc:docMk/>
            <pc:sldMk cId="1206139712" sldId="272"/>
            <ac:spMk id="6" creationId="{33916535-44A5-7052-9C0E-AE65FF73C664}"/>
          </ac:spMkLst>
        </pc:spChg>
        <pc:spChg chg="add">
          <ac:chgData name="Sue Byeon" userId="da86aa136efe2808" providerId="LiveId" clId="{BF2205AF-F266-4157-874C-FDEBC0488368}" dt="2025-11-15T20:58:04.270" v="6770" actId="26606"/>
          <ac:spMkLst>
            <pc:docMk/>
            <pc:sldMk cId="1206139712" sldId="272"/>
            <ac:spMk id="9" creationId="{C2E4E997-8672-4FFD-B8EC-9932A8E4714B}"/>
          </ac:spMkLst>
        </pc:spChg>
        <pc:spChg chg="add del mod">
          <ac:chgData name="Sue Byeon" userId="da86aa136efe2808" providerId="LiveId" clId="{BF2205AF-F266-4157-874C-FDEBC0488368}" dt="2025-11-17T06:05:26.887" v="13135" actId="1032"/>
          <ac:spMkLst>
            <pc:docMk/>
            <pc:sldMk cId="1206139712" sldId="272"/>
            <ac:spMk id="10" creationId="{6E319DDB-019F-6147-427C-E0164A3EF5C0}"/>
          </ac:spMkLst>
        </pc:spChg>
        <pc:grpChg chg="add">
          <ac:chgData name="Sue Byeon" userId="da86aa136efe2808" providerId="LiveId" clId="{BF2205AF-F266-4157-874C-FDEBC0488368}" dt="2025-11-15T20:58:04.270" v="6770" actId="26606"/>
          <ac:grpSpMkLst>
            <pc:docMk/>
            <pc:sldMk cId="1206139712" sldId="272"/>
            <ac:grpSpMk id="13" creationId="{453E4DEE-E996-40F8-8635-0FF43D7348F9}"/>
          </ac:grpSpMkLst>
        </pc:grpChg>
        <pc:graphicFrameChg chg="add del mod ord modGraphic">
          <ac:chgData name="Sue Byeon" userId="da86aa136efe2808" providerId="LiveId" clId="{BF2205AF-F266-4157-874C-FDEBC0488368}" dt="2025-11-17T01:23:49.484" v="12596" actId="478"/>
          <ac:graphicFrameMkLst>
            <pc:docMk/>
            <pc:sldMk cId="1206139712" sldId="272"/>
            <ac:graphicFrameMk id="4" creationId="{80C8802A-6678-5A49-3742-6DB79C88CDB3}"/>
          </ac:graphicFrameMkLst>
        </pc:graphicFrameChg>
        <pc:graphicFrameChg chg="add del modGraphic">
          <ac:chgData name="Sue Byeon" userId="da86aa136efe2808" providerId="LiveId" clId="{BF2205AF-F266-4157-874C-FDEBC0488368}" dt="2025-11-17T05:51:57.471" v="12928" actId="478"/>
          <ac:graphicFrameMkLst>
            <pc:docMk/>
            <pc:sldMk cId="1206139712" sldId="272"/>
            <ac:graphicFrameMk id="7" creationId="{065ED89A-315A-B863-4DB0-984062B8AAB8}"/>
          </ac:graphicFrameMkLst>
        </pc:graphicFrameChg>
        <pc:graphicFrameChg chg="add mod modGraphic">
          <ac:chgData name="Sue Byeon" userId="da86aa136efe2808" providerId="LiveId" clId="{BF2205AF-F266-4157-874C-FDEBC0488368}" dt="2025-11-18T00:55:03.930" v="14704" actId="14100"/>
          <ac:graphicFrameMkLst>
            <pc:docMk/>
            <pc:sldMk cId="1206139712" sldId="272"/>
            <ac:graphicFrameMk id="12" creationId="{E2F1D61A-5A17-AEF9-76C5-8DB8672E91EE}"/>
          </ac:graphicFrameMkLst>
        </pc:graphicFrameChg>
        <pc:picChg chg="add">
          <ac:chgData name="Sue Byeon" userId="da86aa136efe2808" providerId="LiveId" clId="{BF2205AF-F266-4157-874C-FDEBC0488368}" dt="2025-11-15T20:58:04.270" v="6770" actId="26606"/>
          <ac:picMkLst>
            <pc:docMk/>
            <pc:sldMk cId="1206139712" sldId="272"/>
            <ac:picMk id="11" creationId="{FE6BA9E6-1D9E-4D30-B528-D49FA1342E4E}"/>
          </ac:picMkLst>
        </pc:picChg>
      </pc:sldChg>
      <pc:sldChg chg="addSp delSp modSp new mod modClrScheme chgLayout modNotesTx">
        <pc:chgData name="Sue Byeon" userId="da86aa136efe2808" providerId="LiveId" clId="{BF2205AF-F266-4157-874C-FDEBC0488368}" dt="2025-11-18T03:21:46.054" v="15005" actId="20577"/>
        <pc:sldMkLst>
          <pc:docMk/>
          <pc:sldMk cId="3100178594" sldId="275"/>
        </pc:sldMkLst>
        <pc:spChg chg="mod ord">
          <ac:chgData name="Sue Byeon" userId="da86aa136efe2808" providerId="LiveId" clId="{BF2205AF-F266-4157-874C-FDEBC0488368}" dt="2025-11-15T07:12:44.861" v="6661" actId="700"/>
          <ac:spMkLst>
            <pc:docMk/>
            <pc:sldMk cId="3100178594" sldId="275"/>
            <ac:spMk id="2" creationId="{F9C7497B-49E7-CA0E-BF52-F3940D8156FA}"/>
          </ac:spMkLst>
        </pc:spChg>
        <pc:spChg chg="add del mod ord">
          <ac:chgData name="Sue Byeon" userId="da86aa136efe2808" providerId="LiveId" clId="{BF2205AF-F266-4157-874C-FDEBC0488368}" dt="2025-11-17T05:30:01.150" v="12918" actId="22"/>
          <ac:spMkLst>
            <pc:docMk/>
            <pc:sldMk cId="3100178594" sldId="275"/>
            <ac:spMk id="3" creationId="{55B3864D-A6EB-CFCD-C38D-39624737A174}"/>
          </ac:spMkLst>
        </pc:spChg>
        <pc:spChg chg="add del mod">
          <ac:chgData name="Sue Byeon" userId="da86aa136efe2808" providerId="LiveId" clId="{BF2205AF-F266-4157-874C-FDEBC0488368}" dt="2025-11-17T05:57:14.561" v="12929" actId="1032"/>
          <ac:spMkLst>
            <pc:docMk/>
            <pc:sldMk cId="3100178594" sldId="275"/>
            <ac:spMk id="9" creationId="{228326FD-974B-6523-CEBB-04D6CC37620D}"/>
          </ac:spMkLst>
        </pc:spChg>
        <pc:spChg chg="add mod">
          <ac:chgData name="Sue Byeon" userId="da86aa136efe2808" providerId="LiveId" clId="{BF2205AF-F266-4157-874C-FDEBC0488368}" dt="2025-11-17T17:23:39.306" v="14472" actId="1076"/>
          <ac:spMkLst>
            <pc:docMk/>
            <pc:sldMk cId="3100178594" sldId="275"/>
            <ac:spMk id="11" creationId="{AB4CC724-959C-59EC-6B27-D74A10EE09B1}"/>
          </ac:spMkLst>
        </pc:spChg>
        <pc:graphicFrameChg chg="add mod modGraphic">
          <ac:chgData name="Sue Byeon" userId="da86aa136efe2808" providerId="LiveId" clId="{BF2205AF-F266-4157-874C-FDEBC0488368}" dt="2025-11-17T17:22:45.913" v="14459"/>
          <ac:graphicFrameMkLst>
            <pc:docMk/>
            <pc:sldMk cId="3100178594" sldId="275"/>
            <ac:graphicFrameMk id="10" creationId="{BF4CE731-C552-B114-B005-E6D9A7D0A8DB}"/>
          </ac:graphicFrameMkLst>
        </pc:graphicFrameChg>
        <pc:picChg chg="add del mod ord">
          <ac:chgData name="Sue Byeon" userId="da86aa136efe2808" providerId="LiveId" clId="{BF2205AF-F266-4157-874C-FDEBC0488368}" dt="2025-11-17T05:29:20.752" v="12893" actId="22"/>
          <ac:picMkLst>
            <pc:docMk/>
            <pc:sldMk cId="3100178594" sldId="275"/>
            <ac:picMk id="5" creationId="{3831A33F-630F-876C-4305-EAECAC217A8B}"/>
          </ac:picMkLst>
        </pc:picChg>
        <pc:picChg chg="add del mod ord">
          <ac:chgData name="Sue Byeon" userId="da86aa136efe2808" providerId="LiveId" clId="{BF2205AF-F266-4157-874C-FDEBC0488368}" dt="2025-11-17T05:33:54.604" v="12924" actId="478"/>
          <ac:picMkLst>
            <pc:docMk/>
            <pc:sldMk cId="3100178594" sldId="275"/>
            <ac:picMk id="7" creationId="{FC2C4FBD-0D82-491B-C6C4-44E372B64543}"/>
          </ac:picMkLst>
        </pc:picChg>
        <pc:picChg chg="add mod">
          <ac:chgData name="Sue Byeon" userId="da86aa136efe2808" providerId="LiveId" clId="{BF2205AF-F266-4157-874C-FDEBC0488368}" dt="2025-11-17T17:23:21.256" v="14468" actId="14100"/>
          <ac:picMkLst>
            <pc:docMk/>
            <pc:sldMk cId="3100178594" sldId="275"/>
            <ac:picMk id="13" creationId="{D01BD81E-94AE-34EE-4781-84BAC369A1A0}"/>
          </ac:picMkLst>
        </pc:picChg>
      </pc:sldChg>
      <pc:sldChg chg="addSp delSp modSp new del mod ord modNotesTx">
        <pc:chgData name="Sue Byeon" userId="da86aa136efe2808" providerId="LiveId" clId="{BF2205AF-F266-4157-874C-FDEBC0488368}" dt="2025-11-17T21:14:31.406" v="14481" actId="47"/>
        <pc:sldMkLst>
          <pc:docMk/>
          <pc:sldMk cId="1963833404" sldId="278"/>
        </pc:sldMkLst>
      </pc:sldChg>
      <pc:sldChg chg="addSp delSp modSp new mod ord modClrScheme chgLayout modNotesTx">
        <pc:chgData name="Sue Byeon" userId="da86aa136efe2808" providerId="LiveId" clId="{BF2205AF-F266-4157-874C-FDEBC0488368}" dt="2025-11-18T04:25:24.274" v="15542" actId="478"/>
        <pc:sldMkLst>
          <pc:docMk/>
          <pc:sldMk cId="3949208177" sldId="280"/>
        </pc:sldMkLst>
        <pc:spChg chg="mod ord">
          <ac:chgData name="Sue Byeon" userId="da86aa136efe2808" providerId="LiveId" clId="{BF2205AF-F266-4157-874C-FDEBC0488368}" dt="2025-11-18T04:14:57.029" v="15313" actId="1076"/>
          <ac:spMkLst>
            <pc:docMk/>
            <pc:sldMk cId="3949208177" sldId="280"/>
            <ac:spMk id="2" creationId="{6C9C91D9-37E6-6D09-9AF4-0A7930C9E8D0}"/>
          </ac:spMkLst>
        </pc:spChg>
        <pc:spChg chg="add del mod ord">
          <ac:chgData name="Sue Byeon" userId="da86aa136efe2808" providerId="LiveId" clId="{BF2205AF-F266-4157-874C-FDEBC0488368}" dt="2025-11-18T04:18:57.139" v="15514" actId="478"/>
          <ac:spMkLst>
            <pc:docMk/>
            <pc:sldMk cId="3949208177" sldId="280"/>
            <ac:spMk id="3" creationId="{5FEBA355-5153-975B-9994-769F5FC9D345}"/>
          </ac:spMkLst>
        </pc:spChg>
        <pc:spChg chg="add del mod">
          <ac:chgData name="Sue Byeon" userId="da86aa136efe2808" providerId="LiveId" clId="{BF2205AF-F266-4157-874C-FDEBC0488368}" dt="2025-11-18T04:18:58.738" v="15515" actId="478"/>
          <ac:spMkLst>
            <pc:docMk/>
            <pc:sldMk cId="3949208177" sldId="280"/>
            <ac:spMk id="7" creationId="{3D46D161-777A-3C9B-652A-51DDBB87F656}"/>
          </ac:spMkLst>
        </pc:spChg>
        <pc:graphicFrameChg chg="add mod modGraphic">
          <ac:chgData name="Sue Byeon" userId="da86aa136efe2808" providerId="LiveId" clId="{BF2205AF-F266-4157-874C-FDEBC0488368}" dt="2025-11-18T04:23:40.562" v="15536" actId="313"/>
          <ac:graphicFrameMkLst>
            <pc:docMk/>
            <pc:sldMk cId="3949208177" sldId="280"/>
            <ac:graphicFrameMk id="4" creationId="{5560F3DC-FCB9-CEAB-8A9C-DECEE78BC50E}"/>
          </ac:graphicFrameMkLst>
        </pc:graphicFrameChg>
        <pc:graphicFrameChg chg="add mod modGraphic">
          <ac:chgData name="Sue Byeon" userId="da86aa136efe2808" providerId="LiveId" clId="{BF2205AF-F266-4157-874C-FDEBC0488368}" dt="2025-11-18T04:22:32.948" v="15526"/>
          <ac:graphicFrameMkLst>
            <pc:docMk/>
            <pc:sldMk cId="3949208177" sldId="280"/>
            <ac:graphicFrameMk id="5" creationId="{515E41B3-7A1D-6306-582E-DD6072C4A3ED}"/>
          </ac:graphicFrameMkLst>
        </pc:graphicFrameChg>
        <pc:picChg chg="add del mod">
          <ac:chgData name="Sue Byeon" userId="da86aa136efe2808" providerId="LiveId" clId="{BF2205AF-F266-4157-874C-FDEBC0488368}" dt="2025-11-18T04:22:40.116" v="15528" actId="478"/>
          <ac:picMkLst>
            <pc:docMk/>
            <pc:sldMk cId="3949208177" sldId="280"/>
            <ac:picMk id="9" creationId="{53EA1A91-7124-392B-79B4-8560C3EE33D8}"/>
          </ac:picMkLst>
        </pc:picChg>
        <pc:picChg chg="add del mod">
          <ac:chgData name="Sue Byeon" userId="da86aa136efe2808" providerId="LiveId" clId="{BF2205AF-F266-4157-874C-FDEBC0488368}" dt="2025-11-18T04:25:24.274" v="15542" actId="478"/>
          <ac:picMkLst>
            <pc:docMk/>
            <pc:sldMk cId="3949208177" sldId="280"/>
            <ac:picMk id="11" creationId="{81B5C5DC-4E25-3827-8948-8C3C117BD9B3}"/>
          </ac:picMkLst>
        </pc:picChg>
      </pc:sldChg>
      <pc:sldChg chg="addSp delSp modSp new mod modClrScheme chgLayout modNotesTx">
        <pc:chgData name="Sue Byeon" userId="da86aa136efe2808" providerId="LiveId" clId="{BF2205AF-F266-4157-874C-FDEBC0488368}" dt="2025-11-16T04:11:23.720" v="8151" actId="20577"/>
        <pc:sldMkLst>
          <pc:docMk/>
          <pc:sldMk cId="4152921753" sldId="281"/>
        </pc:sldMkLst>
        <pc:spChg chg="mod ord">
          <ac:chgData name="Sue Byeon" userId="da86aa136efe2808" providerId="LiveId" clId="{BF2205AF-F266-4157-874C-FDEBC0488368}" dt="2025-11-15T07:26:16.828" v="6760" actId="700"/>
          <ac:spMkLst>
            <pc:docMk/>
            <pc:sldMk cId="4152921753" sldId="281"/>
            <ac:spMk id="2" creationId="{59B5500C-5373-1726-D88A-4109F8254B2D}"/>
          </ac:spMkLst>
        </pc:spChg>
        <pc:spChg chg="add mod">
          <ac:chgData name="Sue Byeon" userId="da86aa136efe2808" providerId="LiveId" clId="{BF2205AF-F266-4157-874C-FDEBC0488368}" dt="2025-11-15T07:26:18.124" v="6761"/>
          <ac:spMkLst>
            <pc:docMk/>
            <pc:sldMk cId="4152921753" sldId="281"/>
            <ac:spMk id="4" creationId="{2345BF5A-A401-824F-416E-8C86F13F80E9}"/>
          </ac:spMkLst>
        </pc:spChg>
      </pc:sldChg>
      <pc:sldChg chg="addSp delSp modSp new mod modNotesTx">
        <pc:chgData name="Sue Byeon" userId="da86aa136efe2808" providerId="LiveId" clId="{BF2205AF-F266-4157-874C-FDEBC0488368}" dt="2025-11-17T15:33:16.761" v="13396" actId="20577"/>
        <pc:sldMkLst>
          <pc:docMk/>
          <pc:sldMk cId="1562798690" sldId="285"/>
        </pc:sldMkLst>
        <pc:spChg chg="add mod">
          <ac:chgData name="Sue Byeon" userId="da86aa136efe2808" providerId="LiveId" clId="{BF2205AF-F266-4157-874C-FDEBC0488368}" dt="2025-11-15T21:01:02.353" v="6788" actId="14100"/>
          <ac:spMkLst>
            <pc:docMk/>
            <pc:sldMk cId="1562798690" sldId="285"/>
            <ac:spMk id="4" creationId="{F8B4B075-8E18-8EE8-88B4-B9A7AB9676B9}"/>
          </ac:spMkLst>
        </pc:spChg>
        <pc:spChg chg="add mod">
          <ac:chgData name="Sue Byeon" userId="da86aa136efe2808" providerId="LiveId" clId="{BF2205AF-F266-4157-874C-FDEBC0488368}" dt="2025-11-15T21:04:24.622" v="6826" actId="1076"/>
          <ac:spMkLst>
            <pc:docMk/>
            <pc:sldMk cId="1562798690" sldId="285"/>
            <ac:spMk id="75" creationId="{69E78330-B4FF-8F93-346A-3AE8CCFF59BB}"/>
          </ac:spMkLst>
        </pc:spChg>
        <pc:spChg chg="add mod">
          <ac:chgData name="Sue Byeon" userId="da86aa136efe2808" providerId="LiveId" clId="{BF2205AF-F266-4157-874C-FDEBC0488368}" dt="2025-11-15T21:03:15.296" v="6814" actId="1076"/>
          <ac:spMkLst>
            <pc:docMk/>
            <pc:sldMk cId="1562798690" sldId="285"/>
            <ac:spMk id="76" creationId="{1F894117-548E-E8DB-81AD-91F260C6DBE7}"/>
          </ac:spMkLst>
        </pc:spChg>
        <pc:spChg chg="add mod">
          <ac:chgData name="Sue Byeon" userId="da86aa136efe2808" providerId="LiveId" clId="{BF2205AF-F266-4157-874C-FDEBC0488368}" dt="2025-11-15T21:04:44.634" v="6831" actId="1076"/>
          <ac:spMkLst>
            <pc:docMk/>
            <pc:sldMk cId="1562798690" sldId="285"/>
            <ac:spMk id="81" creationId="{CFFDD6F6-55BF-0E8F-67C8-7824CEA78A2D}"/>
          </ac:spMkLst>
        </pc:spChg>
        <pc:spChg chg="add mod">
          <ac:chgData name="Sue Byeon" userId="da86aa136efe2808" providerId="LiveId" clId="{BF2205AF-F266-4157-874C-FDEBC0488368}" dt="2025-11-15T21:05:08.598" v="6834" actId="1076"/>
          <ac:spMkLst>
            <pc:docMk/>
            <pc:sldMk cId="1562798690" sldId="285"/>
            <ac:spMk id="82" creationId="{00451EC5-582E-562E-E8E1-24972DCCF4E0}"/>
          </ac:spMkLst>
        </pc:spChg>
        <pc:spChg chg="add mod">
          <ac:chgData name="Sue Byeon" userId="da86aa136efe2808" providerId="LiveId" clId="{BF2205AF-F266-4157-874C-FDEBC0488368}" dt="2025-11-15T21:03:47.839" v="6821" actId="1076"/>
          <ac:spMkLst>
            <pc:docMk/>
            <pc:sldMk cId="1562798690" sldId="285"/>
            <ac:spMk id="83" creationId="{94924872-1D77-AC6C-33FD-0F00BC538259}"/>
          </ac:spMkLst>
        </pc:spChg>
        <pc:spChg chg="add mod">
          <ac:chgData name="Sue Byeon" userId="da86aa136efe2808" providerId="LiveId" clId="{BF2205AF-F266-4157-874C-FDEBC0488368}" dt="2025-11-15T21:03:26.505" v="6816" actId="1076"/>
          <ac:spMkLst>
            <pc:docMk/>
            <pc:sldMk cId="1562798690" sldId="285"/>
            <ac:spMk id="84" creationId="{78CBCB3B-4A60-9253-1014-3E221AD448C3}"/>
          </ac:spMkLst>
        </pc:spChg>
        <pc:graphicFrameChg chg="add mod modGraphic">
          <ac:chgData name="Sue Byeon" userId="da86aa136efe2808" providerId="LiveId" clId="{BF2205AF-F266-4157-874C-FDEBC0488368}" dt="2025-11-15T21:02:20.751" v="6802" actId="14100"/>
          <ac:graphicFrameMkLst>
            <pc:docMk/>
            <pc:sldMk cId="1562798690" sldId="285"/>
            <ac:graphicFrameMk id="72" creationId="{6A8D2136-86E8-7981-602E-E92ED77C3FE0}"/>
          </ac:graphicFrameMkLst>
        </pc:graphicFrameChg>
        <pc:graphicFrameChg chg="add mod modGraphic">
          <ac:chgData name="Sue Byeon" userId="da86aa136efe2808" providerId="LiveId" clId="{BF2205AF-F266-4157-874C-FDEBC0488368}" dt="2025-11-15T21:04:21.977" v="6825" actId="1076"/>
          <ac:graphicFrameMkLst>
            <pc:docMk/>
            <pc:sldMk cId="1562798690" sldId="285"/>
            <ac:graphicFrameMk id="73" creationId="{1354C730-794A-9829-18B7-4137C0D09AD2}"/>
          </ac:graphicFrameMkLst>
        </pc:graphicFrameChg>
        <pc:graphicFrameChg chg="mod modGraphic">
          <ac:chgData name="Sue Byeon" userId="da86aa136efe2808" providerId="LiveId" clId="{BF2205AF-F266-4157-874C-FDEBC0488368}" dt="2025-11-15T21:03:21.054" v="6815" actId="1076"/>
          <ac:graphicFrameMkLst>
            <pc:docMk/>
            <pc:sldMk cId="1562798690" sldId="285"/>
            <ac:graphicFrameMk id="74" creationId="{454FAF5F-E4FF-429E-E784-97694301549A}"/>
          </ac:graphicFrameMkLst>
        </pc:graphicFrameChg>
        <pc:cxnChg chg="mod">
          <ac:chgData name="Sue Byeon" userId="da86aa136efe2808" providerId="LiveId" clId="{BF2205AF-F266-4157-874C-FDEBC0488368}" dt="2025-11-15T21:04:41.159" v="6830" actId="1076"/>
          <ac:cxnSpMkLst>
            <pc:docMk/>
            <pc:sldMk cId="1562798690" sldId="285"/>
            <ac:cxnSpMk id="77" creationId="{5CAF0E8C-D6D5-5BC7-32BB-F6BBE3FFC36F}"/>
          </ac:cxnSpMkLst>
        </pc:cxnChg>
        <pc:cxnChg chg="mod">
          <ac:chgData name="Sue Byeon" userId="da86aa136efe2808" providerId="LiveId" clId="{BF2205AF-F266-4157-874C-FDEBC0488368}" dt="2025-11-15T21:03:43.499" v="6820" actId="1076"/>
          <ac:cxnSpMkLst>
            <pc:docMk/>
            <pc:sldMk cId="1562798690" sldId="285"/>
            <ac:cxnSpMk id="78" creationId="{611E8C98-E80A-2A89-F0A6-5D461F68ACD8}"/>
          </ac:cxnSpMkLst>
        </pc:cxnChg>
        <pc:cxnChg chg="mod">
          <ac:chgData name="Sue Byeon" userId="da86aa136efe2808" providerId="LiveId" clId="{BF2205AF-F266-4157-874C-FDEBC0488368}" dt="2025-11-15T21:03:09.361" v="6813" actId="1076"/>
          <ac:cxnSpMkLst>
            <pc:docMk/>
            <pc:sldMk cId="1562798690" sldId="285"/>
            <ac:cxnSpMk id="79" creationId="{C956FB0E-7E25-7120-F294-5DB9F2F2409E}"/>
          </ac:cxnSpMkLst>
        </pc:cxnChg>
        <pc:cxnChg chg="mod">
          <ac:chgData name="Sue Byeon" userId="da86aa136efe2808" providerId="LiveId" clId="{BF2205AF-F266-4157-874C-FDEBC0488368}" dt="2025-11-15T21:05:04.683" v="6833" actId="14100"/>
          <ac:cxnSpMkLst>
            <pc:docMk/>
            <pc:sldMk cId="1562798690" sldId="285"/>
            <ac:cxnSpMk id="80" creationId="{3C5CB924-795D-2FB2-ACC6-BDAB598B2237}"/>
          </ac:cxnSpMkLst>
        </pc:cxnChg>
      </pc:sldChg>
      <pc:sldChg chg="addSp delSp modSp new del mod setBg modNotesTx">
        <pc:chgData name="Sue Byeon" userId="da86aa136efe2808" providerId="LiveId" clId="{BF2205AF-F266-4157-874C-FDEBC0488368}" dt="2025-11-17T21:31:45.727" v="14542" actId="47"/>
        <pc:sldMkLst>
          <pc:docMk/>
          <pc:sldMk cId="321000776" sldId="286"/>
        </pc:sldMkLst>
        <pc:spChg chg="mod">
          <ac:chgData name="Sue Byeon" userId="da86aa136efe2808" providerId="LiveId" clId="{BF2205AF-F266-4157-874C-FDEBC0488368}" dt="2025-11-17T21:31:11.114" v="14522" actId="20577"/>
          <ac:spMkLst>
            <pc:docMk/>
            <pc:sldMk cId="321000776" sldId="286"/>
            <ac:spMk id="2" creationId="{215DDB60-8208-08C1-067B-4A798CE96B38}"/>
          </ac:spMkLst>
        </pc:spChg>
        <pc:spChg chg="del">
          <ac:chgData name="Sue Byeon" userId="da86aa136efe2808" providerId="LiveId" clId="{BF2205AF-F266-4157-874C-FDEBC0488368}" dt="2025-11-17T21:20:04.009" v="14482" actId="931"/>
          <ac:spMkLst>
            <pc:docMk/>
            <pc:sldMk cId="321000776" sldId="286"/>
            <ac:spMk id="3" creationId="{2333F0C4-C91F-67D1-6ED1-C01DDC5D0412}"/>
          </ac:spMkLst>
        </pc:spChg>
        <pc:spChg chg="add mod">
          <ac:chgData name="Sue Byeon" userId="da86aa136efe2808" providerId="LiveId" clId="{BF2205AF-F266-4157-874C-FDEBC0488368}" dt="2025-11-17T21:31:19.176" v="14524" actId="21"/>
          <ac:spMkLst>
            <pc:docMk/>
            <pc:sldMk cId="321000776" sldId="286"/>
            <ac:spMk id="14" creationId="{AC1C269E-21DE-8B43-7533-1C66B5A4DDA3}"/>
          </ac:spMkLst>
        </pc:spChg>
        <pc:spChg chg="add del mod">
          <ac:chgData name="Sue Byeon" userId="da86aa136efe2808" providerId="LiveId" clId="{BF2205AF-F266-4157-874C-FDEBC0488368}" dt="2025-11-17T21:28:49.396" v="14514" actId="1032"/>
          <ac:spMkLst>
            <pc:docMk/>
            <pc:sldMk cId="321000776" sldId="286"/>
            <ac:spMk id="15" creationId="{2124BF47-D23A-3489-8DF3-EA3FB199DBB3}"/>
          </ac:spMkLst>
        </pc:spChg>
        <pc:spChg chg="add del">
          <ac:chgData name="Sue Byeon" userId="da86aa136efe2808" providerId="LiveId" clId="{BF2205AF-F266-4157-874C-FDEBC0488368}" dt="2025-11-17T21:23:09.768" v="14489" actId="26606"/>
          <ac:spMkLst>
            <pc:docMk/>
            <pc:sldMk cId="321000776" sldId="286"/>
            <ac:spMk id="18" creationId="{291191B3-5816-4C81-AB43-95812897F84B}"/>
          </ac:spMkLst>
        </pc:spChg>
        <pc:spChg chg="add del">
          <ac:chgData name="Sue Byeon" userId="da86aa136efe2808" providerId="LiveId" clId="{BF2205AF-F266-4157-874C-FDEBC0488368}" dt="2025-11-17T21:23:09.768" v="14489" actId="26606"/>
          <ac:spMkLst>
            <pc:docMk/>
            <pc:sldMk cId="321000776" sldId="286"/>
            <ac:spMk id="20" creationId="{74F185A3-3263-4575-9090-00FA507DEFD9}"/>
          </ac:spMkLst>
        </pc:spChg>
        <pc:spChg chg="add del">
          <ac:chgData name="Sue Byeon" userId="da86aa136efe2808" providerId="LiveId" clId="{BF2205AF-F266-4157-874C-FDEBC0488368}" dt="2025-11-17T21:23:09.768" v="14489" actId="26606"/>
          <ac:spMkLst>
            <pc:docMk/>
            <pc:sldMk cId="321000776" sldId="286"/>
            <ac:spMk id="22" creationId="{66D18E6A-0D8E-45A2-9074-7A02ED480BE1}"/>
          </ac:spMkLst>
        </pc:spChg>
        <pc:spChg chg="add del">
          <ac:chgData name="Sue Byeon" userId="da86aa136efe2808" providerId="LiveId" clId="{BF2205AF-F266-4157-874C-FDEBC0488368}" dt="2025-11-17T21:23:09.768" v="14489" actId="26606"/>
          <ac:spMkLst>
            <pc:docMk/>
            <pc:sldMk cId="321000776" sldId="286"/>
            <ac:spMk id="24" creationId="{97D06133-7680-460C-9334-5870E5D09341}"/>
          </ac:spMkLst>
        </pc:spChg>
        <pc:graphicFrameChg chg="add del mod modGraphic">
          <ac:chgData name="Sue Byeon" userId="da86aa136efe2808" providerId="LiveId" clId="{BF2205AF-F266-4157-874C-FDEBC0488368}" dt="2025-11-17T21:31:19.176" v="14524" actId="21"/>
          <ac:graphicFrameMkLst>
            <pc:docMk/>
            <pc:sldMk cId="321000776" sldId="286"/>
            <ac:graphicFrameMk id="12" creationId="{CF5122C5-F1E7-2631-EF92-43788F1CB12D}"/>
          </ac:graphicFrameMkLst>
        </pc:graphicFrameChg>
        <pc:picChg chg="add del mod">
          <ac:chgData name="Sue Byeon" userId="da86aa136efe2808" providerId="LiveId" clId="{BF2205AF-F266-4157-874C-FDEBC0488368}" dt="2025-11-17T21:30:32.113" v="14520" actId="478"/>
          <ac:picMkLst>
            <pc:docMk/>
            <pc:sldMk cId="321000776" sldId="286"/>
            <ac:picMk id="5" creationId="{72ED99F6-89C6-75F6-984B-FC38737D553A}"/>
          </ac:picMkLst>
        </pc:picChg>
        <pc:picChg chg="add mod">
          <ac:chgData name="Sue Byeon" userId="da86aa136efe2808" providerId="LiveId" clId="{BF2205AF-F266-4157-874C-FDEBC0488368}" dt="2025-11-17T21:23:09.768" v="14489" actId="26606"/>
          <ac:picMkLst>
            <pc:docMk/>
            <pc:sldMk cId="321000776" sldId="286"/>
            <ac:picMk id="7" creationId="{1178E631-D201-9437-77E4-702C10985A4F}"/>
          </ac:picMkLst>
        </pc:picChg>
        <pc:picChg chg="add del mod ord">
          <ac:chgData name="Sue Byeon" userId="da86aa136efe2808" providerId="LiveId" clId="{BF2205AF-F266-4157-874C-FDEBC0488368}" dt="2025-11-17T21:30:30.792" v="14519" actId="478"/>
          <ac:picMkLst>
            <pc:docMk/>
            <pc:sldMk cId="321000776" sldId="286"/>
            <ac:picMk id="9" creationId="{CE7CE158-54CA-E956-0D73-F09C34BE258F}"/>
          </ac:picMkLst>
        </pc:picChg>
        <pc:picChg chg="add mod">
          <ac:chgData name="Sue Byeon" userId="da86aa136efe2808" providerId="LiveId" clId="{BF2205AF-F266-4157-874C-FDEBC0488368}" dt="2025-11-17T21:23:09.768" v="14489" actId="26606"/>
          <ac:picMkLst>
            <pc:docMk/>
            <pc:sldMk cId="321000776" sldId="286"/>
            <ac:picMk id="11" creationId="{532E32B6-3B6D-0A26-352A-45AC39E697E9}"/>
          </ac:picMkLst>
        </pc:picChg>
      </pc:sldChg>
      <pc:sldChg chg="addSp delSp modSp new mod modNotesTx">
        <pc:chgData name="Sue Byeon" userId="da86aa136efe2808" providerId="LiveId" clId="{BF2205AF-F266-4157-874C-FDEBC0488368}" dt="2025-11-18T03:25:11.473" v="15073" actId="20577"/>
        <pc:sldMkLst>
          <pc:docMk/>
          <pc:sldMk cId="872374262" sldId="287"/>
        </pc:sldMkLst>
        <pc:spChg chg="mod">
          <ac:chgData name="Sue Byeon" userId="da86aa136efe2808" providerId="LiveId" clId="{BF2205AF-F266-4157-874C-FDEBC0488368}" dt="2025-11-17T21:37:11.334" v="14691" actId="1076"/>
          <ac:spMkLst>
            <pc:docMk/>
            <pc:sldMk cId="872374262" sldId="287"/>
            <ac:spMk id="2" creationId="{C200EE9C-C817-1843-D08C-D7634A8F0B9A}"/>
          </ac:spMkLst>
        </pc:spChg>
        <pc:spChg chg="del">
          <ac:chgData name="Sue Byeon" userId="da86aa136efe2808" providerId="LiveId" clId="{BF2205AF-F266-4157-874C-FDEBC0488368}" dt="2025-11-17T21:31:25.682" v="14525"/>
          <ac:spMkLst>
            <pc:docMk/>
            <pc:sldMk cId="872374262" sldId="287"/>
            <ac:spMk id="3" creationId="{D65D4D0E-A774-BFBC-7D3D-70E2C8F608FA}"/>
          </ac:spMkLst>
        </pc:spChg>
        <pc:graphicFrameChg chg="add mod ord modGraphic">
          <ac:chgData name="Sue Byeon" userId="da86aa136efe2808" providerId="LiveId" clId="{BF2205AF-F266-4157-874C-FDEBC0488368}" dt="2025-11-17T21:37:44.112" v="14693" actId="12100"/>
          <ac:graphicFrameMkLst>
            <pc:docMk/>
            <pc:sldMk cId="872374262" sldId="287"/>
            <ac:graphicFrameMk id="12" creationId="{CF5122C5-F1E7-2631-EF92-43788F1CB12D}"/>
          </ac:graphicFrameMkLst>
        </pc:graphicFrameChg>
      </pc:sldChg>
      <pc:sldChg chg="addSp delSp modSp new mod">
        <pc:chgData name="Sue Byeon" userId="da86aa136efe2808" providerId="LiveId" clId="{BF2205AF-F266-4157-874C-FDEBC0488368}" dt="2025-11-18T04:04:11.337" v="15206" actId="1076"/>
        <pc:sldMkLst>
          <pc:docMk/>
          <pc:sldMk cId="11301318" sldId="288"/>
        </pc:sldMkLst>
        <pc:spChg chg="mod">
          <ac:chgData name="Sue Byeon" userId="da86aa136efe2808" providerId="LiveId" clId="{BF2205AF-F266-4157-874C-FDEBC0488368}" dt="2025-11-18T04:03:13.229" v="15202" actId="20577"/>
          <ac:spMkLst>
            <pc:docMk/>
            <pc:sldMk cId="11301318" sldId="288"/>
            <ac:spMk id="2" creationId="{385BE25A-4BA2-2525-011B-5B3AFDA9408B}"/>
          </ac:spMkLst>
        </pc:spChg>
        <pc:spChg chg="del">
          <ac:chgData name="Sue Byeon" userId="da86aa136efe2808" providerId="LiveId" clId="{BF2205AF-F266-4157-874C-FDEBC0488368}" dt="2025-11-18T04:03:28.904" v="15203"/>
          <ac:spMkLst>
            <pc:docMk/>
            <pc:sldMk cId="11301318" sldId="288"/>
            <ac:spMk id="3" creationId="{129C2D3B-3182-8A4F-DB17-8A67082BD29D}"/>
          </ac:spMkLst>
        </pc:spChg>
        <pc:picChg chg="add mod">
          <ac:chgData name="Sue Byeon" userId="da86aa136efe2808" providerId="LiveId" clId="{BF2205AF-F266-4157-874C-FDEBC0488368}" dt="2025-11-18T04:04:11.337" v="15206" actId="1076"/>
          <ac:picMkLst>
            <pc:docMk/>
            <pc:sldMk cId="11301318" sldId="288"/>
            <ac:picMk id="4" creationId="{B1F5A73B-5337-83AE-E36A-35CDC857B71D}"/>
          </ac:picMkLst>
        </pc:picChg>
      </pc:sldChg>
      <pc:sldChg chg="addSp delSp modSp new mod ord">
        <pc:chgData name="Sue Byeon" userId="da86aa136efe2808" providerId="LiveId" clId="{BF2205AF-F266-4157-874C-FDEBC0488368}" dt="2025-11-18T04:07:22.548" v="15243" actId="1032"/>
        <pc:sldMkLst>
          <pc:docMk/>
          <pc:sldMk cId="4106814541" sldId="289"/>
        </pc:sldMkLst>
        <pc:spChg chg="mod">
          <ac:chgData name="Sue Byeon" userId="da86aa136efe2808" providerId="LiveId" clId="{BF2205AF-F266-4157-874C-FDEBC0488368}" dt="2025-11-18T04:02:23.339" v="15145" actId="20577"/>
          <ac:spMkLst>
            <pc:docMk/>
            <pc:sldMk cId="4106814541" sldId="289"/>
            <ac:spMk id="2" creationId="{B3570726-DE3D-DC7E-BCCC-A4FD33506433}"/>
          </ac:spMkLst>
        </pc:spChg>
        <pc:spChg chg="del">
          <ac:chgData name="Sue Byeon" userId="da86aa136efe2808" providerId="LiveId" clId="{BF2205AF-F266-4157-874C-FDEBC0488368}" dt="2025-11-18T04:04:22.907" v="15207"/>
          <ac:spMkLst>
            <pc:docMk/>
            <pc:sldMk cId="4106814541" sldId="289"/>
            <ac:spMk id="3" creationId="{26AC58E4-13BE-C90D-5B91-F9C9A76126A9}"/>
          </ac:spMkLst>
        </pc:spChg>
        <pc:graphicFrameChg chg="add del mod modGraphic">
          <ac:chgData name="Sue Byeon" userId="da86aa136efe2808" providerId="LiveId" clId="{BF2205AF-F266-4157-874C-FDEBC0488368}" dt="2025-11-18T04:07:22.548" v="15243" actId="1032"/>
          <ac:graphicFrameMkLst>
            <pc:docMk/>
            <pc:sldMk cId="4106814541" sldId="289"/>
            <ac:graphicFrameMk id="6" creationId="{819F290E-98C9-CFAC-2D56-7C569C904871}"/>
          </ac:graphicFrameMkLst>
        </pc:graphicFrameChg>
        <pc:picChg chg="add mod">
          <ac:chgData name="Sue Byeon" userId="da86aa136efe2808" providerId="LiveId" clId="{BF2205AF-F266-4157-874C-FDEBC0488368}" dt="2025-11-18T04:07:22.099" v="15242" actId="1076"/>
          <ac:picMkLst>
            <pc:docMk/>
            <pc:sldMk cId="4106814541" sldId="289"/>
            <ac:picMk id="4" creationId="{B7548B65-5314-C0EC-9688-3E5B11BC3557}"/>
          </ac:picMkLst>
        </pc:picChg>
        <pc:picChg chg="add mod">
          <ac:chgData name="Sue Byeon" userId="da86aa136efe2808" providerId="LiveId" clId="{BF2205AF-F266-4157-874C-FDEBC0488368}" dt="2025-11-18T04:04:35.533" v="15212" actId="1076"/>
          <ac:picMkLst>
            <pc:docMk/>
            <pc:sldMk cId="4106814541" sldId="289"/>
            <ac:picMk id="5" creationId="{14EF558A-54CD-356C-71C4-FC11D1D89802}"/>
          </ac:picMkLst>
        </pc:picChg>
      </pc:sldChg>
    </pc:docChg>
  </pc:docChgLst>
</pc:chgInfo>
</file>

<file path=ppt/diagrams/_rels/data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svg"/><Relationship Id="rId1" Type="http://schemas.openxmlformats.org/officeDocument/2006/relationships/image" Target="../media/image5.png"/><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image" Target="../media/image8.svg"/></Relationships>
</file>

<file path=ppt/diagrams/_rels/drawing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svg"/><Relationship Id="rId1" Type="http://schemas.openxmlformats.org/officeDocument/2006/relationships/image" Target="../media/image5.png"/><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image" Target="../media/image8.svg"/></Relationships>
</file>

<file path=ppt/diagrams/colors1.xml><?xml version="1.0" encoding="utf-8"?>
<dgm:colorsDef xmlns:dgm="http://schemas.openxmlformats.org/drawingml/2006/diagram" xmlns:a="http://schemas.openxmlformats.org/drawingml/2006/main" uniqueId="urn:microsoft.com/office/officeart/2005/8/colors/accent4_2">
  <dgm:title val=""/>
  <dgm:desc val=""/>
  <dgm:catLst>
    <dgm:cat type="accent4" pri="11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5_2">
  <dgm:title val=""/>
  <dgm:desc val=""/>
  <dgm:catLst>
    <dgm:cat type="accent5" pri="11200"/>
  </dgm:catLst>
  <dgm:styleLbl name="node0">
    <dgm:fillClrLst meth="repeat">
      <a:schemeClr val="accent5"/>
    </dgm:fillClrLst>
    <dgm:linClrLst meth="repeat">
      <a:schemeClr val="lt1"/>
    </dgm:linClrLst>
    <dgm:effectClrLst/>
    <dgm:txLinClrLst/>
    <dgm:txFillClrLst/>
    <dgm:txEffectClrLst/>
  </dgm:styleLbl>
  <dgm:styleLbl name="node1">
    <dgm:fillClrLst meth="repeat">
      <a:schemeClr val="accent5"/>
    </dgm:fillClrLst>
    <dgm:linClrLst meth="repeat">
      <a:schemeClr val="lt1"/>
    </dgm:linClrLst>
    <dgm:effectClrLst/>
    <dgm:txLinClrLst/>
    <dgm:txFillClrLst/>
    <dgm:txEffectClrLst/>
  </dgm:styleLbl>
  <dgm:styleLbl name="alignNode1">
    <dgm:fillClrLst meth="repeat">
      <a:schemeClr val="accent5"/>
    </dgm:fillClrLst>
    <dgm:linClrLst meth="repeat">
      <a:schemeClr val="accent5"/>
    </dgm:linClrLst>
    <dgm:effectClrLst/>
    <dgm:txLinClrLst/>
    <dgm:txFillClrLst/>
    <dgm:txEffectClrLst/>
  </dgm:styleLbl>
  <dgm:styleLbl name="lnNode1">
    <dgm:fillClrLst meth="repeat">
      <a:schemeClr val="accent5"/>
    </dgm:fillClrLst>
    <dgm:linClrLst meth="repeat">
      <a:schemeClr val="lt1"/>
    </dgm:linClrLst>
    <dgm:effectClrLst/>
    <dgm:txLinClrLst/>
    <dgm:txFillClrLst/>
    <dgm:txEffectClrLst/>
  </dgm:styleLbl>
  <dgm:styleLbl name="vennNode1">
    <dgm:fillClrLst meth="repeat">
      <a:schemeClr val="accent5">
        <a:alpha val="50000"/>
      </a:schemeClr>
    </dgm:fillClrLst>
    <dgm:linClrLst meth="repeat">
      <a:schemeClr val="lt1"/>
    </dgm:linClrLst>
    <dgm:effectClrLst/>
    <dgm:txLinClrLst/>
    <dgm:txFillClrLst/>
    <dgm:txEffectClrLst/>
  </dgm:styleLbl>
  <dgm:styleLbl name="node2">
    <dgm:fillClrLst meth="repeat">
      <a:schemeClr val="accent5"/>
    </dgm:fillClrLst>
    <dgm:linClrLst meth="repeat">
      <a:schemeClr val="lt1"/>
    </dgm:linClrLst>
    <dgm:effectClrLst/>
    <dgm:txLinClrLst/>
    <dgm:txFillClrLst/>
    <dgm:txEffectClrLst/>
  </dgm:styleLbl>
  <dgm:styleLbl name="node3">
    <dgm:fillClrLst meth="repeat">
      <a:schemeClr val="accent5"/>
    </dgm:fillClrLst>
    <dgm:linClrLst meth="repeat">
      <a:schemeClr val="lt1"/>
    </dgm:linClrLst>
    <dgm:effectClrLst/>
    <dgm:txLinClrLst/>
    <dgm:txFillClrLst/>
    <dgm:txEffectClrLst/>
  </dgm:styleLbl>
  <dgm:styleLbl name="node4">
    <dgm:fillClrLst meth="repeat">
      <a:schemeClr val="accent5"/>
    </dgm:fillClrLst>
    <dgm:linClrLst meth="repeat">
      <a:schemeClr val="lt1"/>
    </dgm:linClrLst>
    <dgm:effectClrLst/>
    <dgm:txLinClrLst/>
    <dgm:txFillClrLst/>
    <dgm:txEffectClrLst/>
  </dgm:styleLbl>
  <dgm:styleLbl name="f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dgm:linClrLst>
    <dgm:effectClrLst/>
    <dgm:txLinClrLst/>
    <dgm:txFillClrLst/>
    <dgm:txEffectClrLst/>
  </dgm:styleLbl>
  <dgm:styleLbl name="asst1">
    <dgm:fillClrLst meth="repeat">
      <a:schemeClr val="accent5"/>
    </dgm:fillClrLst>
    <dgm:linClrLst meth="repeat">
      <a:schemeClr val="lt1"/>
    </dgm:linClrLst>
    <dgm:effectClrLst/>
    <dgm:txLinClrLst/>
    <dgm:txFillClrLst/>
    <dgm:txEffectClrLst/>
  </dgm:styleLbl>
  <dgm:styleLbl name="asst2">
    <dgm:fillClrLst meth="repeat">
      <a:schemeClr val="accent5"/>
    </dgm:fillClrLst>
    <dgm:linClrLst meth="repeat">
      <a:schemeClr val="lt1"/>
    </dgm:linClrLst>
    <dgm:effectClrLst/>
    <dgm:txLinClrLst/>
    <dgm:txFillClrLst/>
    <dgm:txEffectClrLst/>
  </dgm:styleLbl>
  <dgm:styleLbl name="asst3">
    <dgm:fillClrLst meth="repeat">
      <a:schemeClr val="accent5"/>
    </dgm:fillClrLst>
    <dgm:linClrLst meth="repeat">
      <a:schemeClr val="lt1"/>
    </dgm:linClrLst>
    <dgm:effectClrLst/>
    <dgm:txLinClrLst/>
    <dgm:txFillClrLst/>
    <dgm:txEffectClrLst/>
  </dgm:styleLbl>
  <dgm:styleLbl name="asst4">
    <dgm:fillClrLst meth="repeat">
      <a:schemeClr val="accent5"/>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dgm:fillClrLst>
    <dgm:linClrLst meth="repeat">
      <a:schemeClr val="accent5"/>
    </dgm:linClrLst>
    <dgm:effectClrLst/>
    <dgm:txLinClrLst/>
    <dgm:txFillClrLst meth="repeat">
      <a:schemeClr val="lt1"/>
    </dgm:txFillClrLst>
    <dgm:txEffectClrLst/>
  </dgm:styleLbl>
  <dgm:styleLbl name="parChTrans2D3">
    <dgm:fillClrLst meth="repeat">
      <a:schemeClr val="accent5"/>
    </dgm:fillClrLst>
    <dgm:linClrLst meth="repeat">
      <a:schemeClr val="accent5"/>
    </dgm:linClrLst>
    <dgm:effectClrLst/>
    <dgm:txLinClrLst/>
    <dgm:txFillClrLst meth="repeat">
      <a:schemeClr val="lt1"/>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4_2">
  <dgm:title val=""/>
  <dgm:desc val=""/>
  <dgm:catLst>
    <dgm:cat type="accent4" pri="11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4_2">
  <dgm:title val=""/>
  <dgm:desc val=""/>
  <dgm:catLst>
    <dgm:cat type="accent4" pri="11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4_4">
  <dgm:title val=""/>
  <dgm:desc val=""/>
  <dgm:catLst>
    <dgm:cat type="accent4" pri="11400"/>
  </dgm:catLst>
  <dgm:styleLbl name="node0">
    <dgm:fillClrLst meth="cycle">
      <a:schemeClr val="accent4">
        <a:shade val="60000"/>
      </a:schemeClr>
    </dgm:fillClrLst>
    <dgm:linClrLst meth="repeat">
      <a:schemeClr val="lt1"/>
    </dgm:linClrLst>
    <dgm:effectClrLst/>
    <dgm:txLinClrLst/>
    <dgm:txFillClrLst/>
    <dgm:txEffectClrLst/>
  </dgm:styleLbl>
  <dgm:styleLbl name="node1">
    <dgm:fillClrLst meth="cycle">
      <a:schemeClr val="accent4">
        <a:shade val="50000"/>
      </a:schemeClr>
      <a:schemeClr val="accent4">
        <a:tint val="55000"/>
      </a:schemeClr>
    </dgm:fillClrLst>
    <dgm:linClrLst meth="repeat">
      <a:schemeClr val="lt1"/>
    </dgm:linClrLst>
    <dgm:effectClrLst/>
    <dgm:txLinClrLst/>
    <dgm:txFillClrLst/>
    <dgm:txEffectClrLst/>
  </dgm:styleLbl>
  <dgm:styleLbl name="alignNode1">
    <dgm:fillClrLst meth="cycle">
      <a:schemeClr val="accent4">
        <a:shade val="50000"/>
      </a:schemeClr>
      <a:schemeClr val="accent4">
        <a:tint val="55000"/>
      </a:schemeClr>
    </dgm:fillClrLst>
    <dgm:linClrLst meth="cycle">
      <a:schemeClr val="accent4">
        <a:shade val="50000"/>
      </a:schemeClr>
      <a:schemeClr val="accent4">
        <a:tint val="55000"/>
      </a:schemeClr>
    </dgm:linClrLst>
    <dgm:effectClrLst/>
    <dgm:txLinClrLst/>
    <dgm:txFillClrLst/>
    <dgm:txEffectClrLst/>
  </dgm:styleLbl>
  <dgm:styleLbl name="lnNode1">
    <dgm:fillClrLst meth="cycle">
      <a:schemeClr val="accent4">
        <a:shade val="50000"/>
      </a:schemeClr>
      <a:schemeClr val="accent4">
        <a:tint val="55000"/>
      </a:schemeClr>
    </dgm:fillClrLst>
    <dgm:linClrLst meth="repeat">
      <a:schemeClr val="lt1"/>
    </dgm:linClrLst>
    <dgm:effectClrLst/>
    <dgm:txLinClrLst/>
    <dgm:txFillClrLst/>
    <dgm:txEffectClrLst/>
  </dgm:styleLbl>
  <dgm:styleLbl name="vennNode1">
    <dgm:fillClrLst meth="cycle">
      <a:schemeClr val="accent4">
        <a:shade val="80000"/>
        <a:alpha val="50000"/>
      </a:schemeClr>
      <a:schemeClr val="accent4">
        <a:tint val="50000"/>
        <a:alpha val="50000"/>
      </a:schemeClr>
    </dgm:fillClrLst>
    <dgm:linClrLst meth="repeat">
      <a:schemeClr val="lt1"/>
    </dgm:linClrLst>
    <dgm:effectClrLst/>
    <dgm:txLinClrLst/>
    <dgm:txFillClrLst/>
    <dgm:txEffectClrLst/>
  </dgm:styleLbl>
  <dgm:styleLbl name="node2">
    <dgm:fillClrLst>
      <a:schemeClr val="accent4">
        <a:shade val="80000"/>
      </a:schemeClr>
    </dgm:fillClrLst>
    <dgm:linClrLst meth="repeat">
      <a:schemeClr val="lt1"/>
    </dgm:linClrLst>
    <dgm:effectClrLst/>
    <dgm:txLinClrLst/>
    <dgm:txFillClrLst/>
    <dgm:txEffectClrLst/>
  </dgm:styleLbl>
  <dgm:styleLbl name="node3">
    <dgm:fillClrLst>
      <a:schemeClr val="accent4">
        <a:tint val="99000"/>
      </a:schemeClr>
    </dgm:fillClrLst>
    <dgm:linClrLst meth="repeat">
      <a:schemeClr val="lt1"/>
    </dgm:linClrLst>
    <dgm:effectClrLst/>
    <dgm:txLinClrLst/>
    <dgm:txFillClrLst/>
    <dgm:txEffectClrLst/>
  </dgm:styleLbl>
  <dgm:styleLbl name="node4">
    <dgm:fillClrLst>
      <a:schemeClr val="accent4">
        <a:tint val="70000"/>
      </a:schemeClr>
    </dgm:fillClrLst>
    <dgm:linClrLst meth="repeat">
      <a:schemeClr val="lt1"/>
    </dgm:linClrLst>
    <dgm:effectClrLst/>
    <dgm:txLinClrLst/>
    <dgm:txFillClrLst/>
    <dgm:txEffectClrLst/>
  </dgm:styleLbl>
  <dgm:styleLbl name="fgImgPlace1">
    <dgm:fillClrLst>
      <a:schemeClr val="accent4">
        <a:tint val="50000"/>
      </a:schemeClr>
      <a:schemeClr val="accent4">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4">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4">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4">
        <a:shade val="90000"/>
      </a:schemeClr>
      <a:schemeClr val="accent4">
        <a:tint val="50000"/>
      </a:schemeClr>
    </dgm:fillClrLst>
    <dgm:linClrLst meth="cycle">
      <a:schemeClr val="accent4">
        <a:shade val="90000"/>
      </a:schemeClr>
      <a:schemeClr val="accent4">
        <a:tint val="50000"/>
      </a:schemeClr>
    </dgm:linClrLst>
    <dgm:effectClrLst/>
    <dgm:txLinClrLst/>
    <dgm:txFillClrLst/>
    <dgm:txEffectClrLst/>
  </dgm:styleLbl>
  <dgm:styleLbl name="fgSibTrans2D1">
    <dgm:fillClrLst meth="cycle">
      <a:schemeClr val="accent4">
        <a:shade val="90000"/>
      </a:schemeClr>
      <a:schemeClr val="accent4">
        <a:tint val="50000"/>
      </a:schemeClr>
    </dgm:fillClrLst>
    <dgm:linClrLst meth="cycle">
      <a:schemeClr val="accent4">
        <a:shade val="90000"/>
      </a:schemeClr>
      <a:schemeClr val="accent4">
        <a:tint val="50000"/>
      </a:schemeClr>
    </dgm:linClrLst>
    <dgm:effectClrLst/>
    <dgm:txLinClrLst/>
    <dgm:txFillClrLst/>
    <dgm:txEffectClrLst/>
  </dgm:styleLbl>
  <dgm:styleLbl name="bgSibTrans2D1">
    <dgm:fillClrLst meth="cycle">
      <a:schemeClr val="accent4">
        <a:shade val="90000"/>
      </a:schemeClr>
      <a:schemeClr val="accent4">
        <a:tint val="50000"/>
      </a:schemeClr>
    </dgm:fillClrLst>
    <dgm:linClrLst meth="cycle">
      <a:schemeClr val="accent4">
        <a:shade val="90000"/>
      </a:schemeClr>
      <a:schemeClr val="accent4">
        <a:tint val="50000"/>
      </a:schemeClr>
    </dgm:linClrLst>
    <dgm:effectClrLst/>
    <dgm:txLinClrLst/>
    <dgm:txFillClrLst/>
    <dgm:txEffectClrLst/>
  </dgm:styleLbl>
  <dgm:styleLbl name="sibTrans1D1">
    <dgm:fillClrLst meth="cycle">
      <a:schemeClr val="accent4">
        <a:shade val="90000"/>
      </a:schemeClr>
      <a:schemeClr val="accent4">
        <a:tint val="50000"/>
      </a:schemeClr>
    </dgm:fillClrLst>
    <dgm:linClrLst meth="cycle">
      <a:schemeClr val="accent4">
        <a:shade val="90000"/>
      </a:schemeClr>
      <a:schemeClr val="accent4">
        <a:tint val="50000"/>
      </a:schemeClr>
    </dgm:linClrLst>
    <dgm:effectClrLst/>
    <dgm:txLinClrLst/>
    <dgm:txFillClrLst meth="repeat">
      <a:schemeClr val="tx1"/>
    </dgm:txFillClrLst>
    <dgm:txEffectClrLst/>
  </dgm:styleLbl>
  <dgm:styleLbl name="callout">
    <dgm:fillClrLst meth="repeat">
      <a:schemeClr val="accent4"/>
    </dgm:fillClrLst>
    <dgm:linClrLst meth="repeat">
      <a:schemeClr val="accent4"/>
    </dgm:linClrLst>
    <dgm:effectClrLst/>
    <dgm:txLinClrLst/>
    <dgm:txFillClrLst meth="repeat">
      <a:schemeClr val="tx1"/>
    </dgm:txFillClrLst>
    <dgm:txEffectClrLst/>
  </dgm:styleLbl>
  <dgm:styleLbl name="asst0">
    <dgm:fillClrLst meth="repeat">
      <a:schemeClr val="accent4">
        <a:shade val="80000"/>
      </a:schemeClr>
    </dgm:fillClrLst>
    <dgm:linClrLst meth="repeat">
      <a:schemeClr val="lt1"/>
    </dgm:linClrLst>
    <dgm:effectClrLst/>
    <dgm:txLinClrLst/>
    <dgm:txFillClrLst/>
    <dgm:txEffectClrLst/>
  </dgm:styleLbl>
  <dgm:styleLbl name="asst1">
    <dgm:fillClrLst meth="repeat">
      <a:schemeClr val="accent4">
        <a:shade val="80000"/>
      </a:schemeClr>
    </dgm:fillClrLst>
    <dgm:linClrLst meth="repeat">
      <a:schemeClr val="lt1"/>
    </dgm:linClrLst>
    <dgm:effectClrLst/>
    <dgm:txLinClrLst/>
    <dgm:txFillClrLst/>
    <dgm:txEffectClrLst/>
  </dgm:styleLbl>
  <dgm:styleLbl name="asst2">
    <dgm:fillClrLst>
      <a:schemeClr val="accent4">
        <a:tint val="90000"/>
      </a:schemeClr>
    </dgm:fillClrLst>
    <dgm:linClrLst meth="repeat">
      <a:schemeClr val="lt1"/>
    </dgm:linClrLst>
    <dgm:effectClrLst/>
    <dgm:txLinClrLst/>
    <dgm:txFillClrLst/>
    <dgm:txEffectClrLst/>
  </dgm:styleLbl>
  <dgm:styleLbl name="asst3">
    <dgm:fillClrLst>
      <a:schemeClr val="accent4">
        <a:tint val="70000"/>
      </a:schemeClr>
    </dgm:fillClrLst>
    <dgm:linClrLst meth="repeat">
      <a:schemeClr val="lt1"/>
    </dgm:linClrLst>
    <dgm:effectClrLst/>
    <dgm:txLinClrLst/>
    <dgm:txFillClrLst/>
    <dgm:txEffectClrLst/>
  </dgm:styleLbl>
  <dgm:styleLbl name="asst4">
    <dgm:fillClrLst>
      <a:schemeClr val="accent4">
        <a:tint val="50000"/>
      </a:schemeClr>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shade val="80000"/>
      </a:schemeClr>
    </dgm:linClrLst>
    <dgm:effectClrLst/>
    <dgm:txLinClrLst/>
    <dgm:txFillClrLst/>
    <dgm:txEffectClrLst/>
  </dgm:styleLbl>
  <dgm:styleLbl name="parChTrans2D2">
    <dgm:fillClrLst meth="repeat">
      <a:schemeClr val="accent4">
        <a:tint val="90000"/>
      </a:schemeClr>
    </dgm:fillClrLst>
    <dgm:linClrLst meth="repeat">
      <a:schemeClr val="accent4">
        <a:tint val="90000"/>
      </a:schemeClr>
    </dgm:linClrLst>
    <dgm:effectClrLst/>
    <dgm:txLinClrLst/>
    <dgm:txFillClrLst/>
    <dgm:txEffectClrLst/>
  </dgm:styleLbl>
  <dgm:styleLbl name="parChTrans2D3">
    <dgm:fillClrLst meth="repeat">
      <a:schemeClr val="accent4">
        <a:tint val="70000"/>
      </a:schemeClr>
    </dgm:fillClrLst>
    <dgm:linClrLst meth="repeat">
      <a:schemeClr val="accent4">
        <a:tint val="70000"/>
      </a:schemeClr>
    </dgm:linClrLst>
    <dgm:effectClrLst/>
    <dgm:txLinClrLst/>
    <dgm:txFillClrLst/>
    <dgm:txEffectClrLst/>
  </dgm:styleLbl>
  <dgm:styleLbl name="parChTrans2D4">
    <dgm:fillClrLst meth="repeat">
      <a:schemeClr val="accent4">
        <a:tint val="50000"/>
      </a:schemeClr>
    </dgm:fillClrLst>
    <dgm:linClrLst meth="repeat">
      <a:schemeClr val="accent4">
        <a:tint val="50000"/>
      </a:schemeClr>
    </dgm:linClrLst>
    <dgm:effectClrLst/>
    <dgm:txLinClrLst/>
    <dgm:txFillClrLst meth="repeat">
      <a:schemeClr val="dk1"/>
    </dgm:txFillClrLst>
    <dgm:txEffectClrLst/>
  </dgm:styleLbl>
  <dgm:styleLbl name="parChTrans1D1">
    <dgm:fillClrLst meth="repeat">
      <a:schemeClr val="accent4">
        <a:shade val="80000"/>
      </a:schemeClr>
    </dgm:fillClrLst>
    <dgm:linClrLst meth="repeat">
      <a:schemeClr val="accent4">
        <a:shade val="80000"/>
      </a:schemeClr>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4">
        <a:tint val="90000"/>
      </a:schemeClr>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4">
        <a:tint val="70000"/>
      </a:schemeClr>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4">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55000"/>
      </a:schemeClr>
    </dgm:fillClrLst>
    <dgm:linClrLst meth="repeat">
      <a:schemeClr val="accent4">
        <a:alpha val="90000"/>
        <a:tint val="55000"/>
      </a:schemeClr>
    </dgm:linClrLst>
    <dgm:effectClrLst/>
    <dgm:txLinClrLst/>
    <dgm:txFillClrLst meth="repeat">
      <a:schemeClr val="dk1"/>
    </dgm:txFillClrLst>
    <dgm:txEffectClrLst/>
  </dgm:styleLbl>
  <dgm:styleLbl name="alignAccFollowNode1">
    <dgm:fillClrLst meth="repeat">
      <a:schemeClr val="accent4">
        <a:alpha val="90000"/>
        <a:tint val="55000"/>
      </a:schemeClr>
    </dgm:fillClrLst>
    <dgm:linClrLst meth="repeat">
      <a:schemeClr val="accent4">
        <a:alpha val="90000"/>
        <a:tint val="55000"/>
      </a:schemeClr>
    </dgm:linClrLst>
    <dgm:effectClrLst/>
    <dgm:txLinClrLst/>
    <dgm:txFillClrLst meth="repeat">
      <a:schemeClr val="dk1"/>
    </dgm:txFillClrLst>
    <dgm:txEffectClrLst/>
  </dgm:styleLbl>
  <dgm:styleLbl name="bgAccFollowNode1">
    <dgm:fillClrLst meth="repeat">
      <a:schemeClr val="accent4">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a:tint val="50000"/>
      </a:schemeClr>
    </dgm:linClrLst>
    <dgm:effectClrLst/>
    <dgm:txLinClrLst/>
    <dgm:txFillClrLst meth="repeat">
      <a:schemeClr val="dk1"/>
    </dgm:txFillClrLst>
    <dgm:txEffectClrLst/>
  </dgm:styleLbl>
  <dgm:styleLbl name="bgShp">
    <dgm:fillClrLst meth="repeat">
      <a:schemeClr val="accent4">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55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5_3">
  <dgm:title val=""/>
  <dgm:desc val=""/>
  <dgm:catLst>
    <dgm:cat type="accent5" pri="11300"/>
  </dgm:catLst>
  <dgm:styleLbl name="node0">
    <dgm:fillClrLst meth="repeat">
      <a:schemeClr val="accent5">
        <a:shade val="80000"/>
      </a:schemeClr>
    </dgm:fillClrLst>
    <dgm:linClrLst meth="repeat">
      <a:schemeClr val="lt1"/>
    </dgm:linClrLst>
    <dgm:effectClrLst/>
    <dgm:txLinClrLst/>
    <dgm:txFillClrLst/>
    <dgm:txEffectClrLst/>
  </dgm:styleLbl>
  <dgm:styleLbl name="node1">
    <dgm:fillClrLst>
      <a:schemeClr val="accent5">
        <a:shade val="80000"/>
      </a:schemeClr>
      <a:schemeClr val="accent5">
        <a:tint val="70000"/>
      </a:schemeClr>
    </dgm:fillClrLst>
    <dgm:linClrLst meth="repeat">
      <a:schemeClr val="lt1"/>
    </dgm:linClrLst>
    <dgm:effectClrLst/>
    <dgm:txLinClrLst/>
    <dgm:txFillClrLst/>
    <dgm:txEffectClrLst/>
  </dgm:styleLbl>
  <dgm:styleLbl name="alignNode1">
    <dgm:fillClrLst>
      <a:schemeClr val="accent5">
        <a:shade val="80000"/>
      </a:schemeClr>
      <a:schemeClr val="accent5">
        <a:tint val="70000"/>
      </a:schemeClr>
    </dgm:fillClrLst>
    <dgm:linClrLst>
      <a:schemeClr val="accent5">
        <a:shade val="80000"/>
      </a:schemeClr>
      <a:schemeClr val="accent5">
        <a:tint val="70000"/>
      </a:schemeClr>
    </dgm:linClrLst>
    <dgm:effectClrLst/>
    <dgm:txLinClrLst/>
    <dgm:txFillClrLst/>
    <dgm:txEffectClrLst/>
  </dgm:styleLbl>
  <dgm:styleLbl name="lnNode1">
    <dgm:fillClrLst>
      <a:schemeClr val="accent5">
        <a:shade val="80000"/>
      </a:schemeClr>
      <a:schemeClr val="accent5">
        <a:tint val="70000"/>
      </a:schemeClr>
    </dgm:fillClrLst>
    <dgm:linClrLst meth="repeat">
      <a:schemeClr val="lt1"/>
    </dgm:linClrLst>
    <dgm:effectClrLst/>
    <dgm:txLinClrLst/>
    <dgm:txFillClrLst/>
    <dgm:txEffectClrLst/>
  </dgm:styleLbl>
  <dgm:styleLbl name="vennNode1">
    <dgm:fillClrLst>
      <a:schemeClr val="accent5">
        <a:shade val="80000"/>
        <a:alpha val="50000"/>
      </a:schemeClr>
      <a:schemeClr val="accent5">
        <a:tint val="70000"/>
        <a:alpha val="50000"/>
      </a:schemeClr>
    </dgm:fillClrLst>
    <dgm:linClrLst meth="repeat">
      <a:schemeClr val="lt1"/>
    </dgm:linClrLst>
    <dgm:effectClrLst/>
    <dgm:txLinClrLst/>
    <dgm:txFillClrLst/>
    <dgm:txEffectClrLst/>
  </dgm:styleLbl>
  <dgm:styleLbl name="node2">
    <dgm:fillClrLst>
      <a:schemeClr val="accent5">
        <a:tint val="99000"/>
      </a:schemeClr>
    </dgm:fillClrLst>
    <dgm:linClrLst meth="repeat">
      <a:schemeClr val="lt1"/>
    </dgm:linClrLst>
    <dgm:effectClrLst/>
    <dgm:txLinClrLst/>
    <dgm:txFillClrLst/>
    <dgm:txEffectClrLst/>
  </dgm:styleLbl>
  <dgm:styleLbl name="node3">
    <dgm:fillClrLst>
      <a:schemeClr val="accent5">
        <a:tint val="80000"/>
      </a:schemeClr>
    </dgm:fillClrLst>
    <dgm:linClrLst meth="repeat">
      <a:schemeClr val="lt1"/>
    </dgm:linClrLst>
    <dgm:effectClrLst/>
    <dgm:txLinClrLst/>
    <dgm:txFillClrLst/>
    <dgm:txEffectClrLst/>
  </dgm:styleLbl>
  <dgm:styleLbl name="node4">
    <dgm:fillClrLst>
      <a:schemeClr val="accent5">
        <a:tint val="70000"/>
      </a:schemeClr>
    </dgm:fillClrLst>
    <dgm:linClrLst meth="repeat">
      <a:schemeClr val="lt1"/>
    </dgm:linClrLst>
    <dgm:effectClrLst/>
    <dgm:txLinClrLst/>
    <dgm:txFillClrLst/>
    <dgm:txEffectClrLst/>
  </dgm:styleLbl>
  <dgm:styleLbl name="fg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dgm:txEffectClrLst/>
  </dgm:styleLbl>
  <dgm:styleLbl name="fg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lt1"/>
    </dgm:txFillClrLst>
    <dgm:txEffectClrLst/>
  </dgm:styleLbl>
  <dgm:styleLbl name="bg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lt1"/>
    </dgm:txFillClrLst>
    <dgm:txEffectClrLst/>
  </dgm:styleLbl>
  <dgm:styleLbl name="sibTrans1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tx1"/>
    </dgm:txFillClrLst>
    <dgm:txEffectClrLst/>
  </dgm:styleLbl>
  <dgm:styleLbl name="callout">
    <dgm:fillClrLst meth="repeat">
      <a:schemeClr val="accent5"/>
    </dgm:fillClrLst>
    <dgm:linClrLst meth="repeat">
      <a:schemeClr val="accent5"/>
    </dgm:linClrLst>
    <dgm:effectClrLst/>
    <dgm:txLinClrLst/>
    <dgm:txFillClrLst meth="repeat">
      <a:schemeClr val="tx1"/>
    </dgm:txFillClrLst>
    <dgm:txEffectClrLst/>
  </dgm:styleLbl>
  <dgm:styleLbl name="asst0">
    <dgm:fillClrLst meth="repeat">
      <a:schemeClr val="accent5">
        <a:shade val="80000"/>
      </a:schemeClr>
    </dgm:fillClrLst>
    <dgm:linClrLst meth="repeat">
      <a:schemeClr val="lt1"/>
    </dgm:linClrLst>
    <dgm:effectClrLst/>
    <dgm:txLinClrLst/>
    <dgm:txFillClrLst/>
    <dgm:txEffectClrLst/>
  </dgm:styleLbl>
  <dgm:styleLbl name="asst1">
    <dgm:fillClrLst meth="repeat">
      <a:schemeClr val="accent5">
        <a:shade val="80000"/>
      </a:schemeClr>
    </dgm:fillClrLst>
    <dgm:linClrLst meth="repeat">
      <a:schemeClr val="lt1"/>
    </dgm:linClrLst>
    <dgm:effectClrLst/>
    <dgm:txLinClrLst/>
    <dgm:txFillClrLst/>
    <dgm:txEffectClrLst/>
  </dgm:styleLbl>
  <dgm:styleLbl name="asst2">
    <dgm:fillClrLst>
      <a:schemeClr val="accent5">
        <a:tint val="99000"/>
      </a:schemeClr>
    </dgm:fillClrLst>
    <dgm:linClrLst meth="repeat">
      <a:schemeClr val="lt1"/>
    </dgm:linClrLst>
    <dgm:effectClrLst/>
    <dgm:txLinClrLst/>
    <dgm:txFillClrLst/>
    <dgm:txEffectClrLst/>
  </dgm:styleLbl>
  <dgm:styleLbl name="asst3">
    <dgm:fillClrLst>
      <a:schemeClr val="accent5">
        <a:tint val="80000"/>
      </a:schemeClr>
    </dgm:fillClrLst>
    <dgm:linClrLst meth="repeat">
      <a:schemeClr val="lt1"/>
    </dgm:linClrLst>
    <dgm:effectClrLst/>
    <dgm:txLinClrLst/>
    <dgm:txFillClrLst/>
    <dgm:txEffectClrLst/>
  </dgm:styleLbl>
  <dgm:styleLbl name="asst4">
    <dgm:fillClrLst>
      <a:schemeClr val="accent5">
        <a:tint val="70000"/>
      </a:schemeClr>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a:tint val="90000"/>
      </a:schemeClr>
    </dgm:fillClrLst>
    <dgm:linClrLst meth="repeat">
      <a:schemeClr val="accent5">
        <a:tint val="90000"/>
      </a:schemeClr>
    </dgm:linClrLst>
    <dgm:effectClrLst/>
    <dgm:txLinClrLst/>
    <dgm:txFillClrLst/>
    <dgm:txEffectClrLst/>
  </dgm:styleLbl>
  <dgm:styleLbl name="parChTrans2D3">
    <dgm:fillClrLst meth="repeat">
      <a:schemeClr val="accent5">
        <a:tint val="70000"/>
      </a:schemeClr>
    </dgm:fillClrLst>
    <dgm:linClrLst meth="repeat">
      <a:schemeClr val="accent5">
        <a:tint val="70000"/>
      </a:schemeClr>
    </dgm:linClrLst>
    <dgm:effectClrLst/>
    <dgm:txLinClrLst/>
    <dgm:txFillClrLst/>
    <dgm:txEffectClrLst/>
  </dgm:styleLbl>
  <dgm:styleLbl name="parChTrans2D4">
    <dgm:fillClrLst meth="repeat">
      <a:schemeClr val="accent5">
        <a:tint val="50000"/>
      </a:schemeClr>
    </dgm:fillClrLst>
    <dgm:linClrLst meth="repeat">
      <a:schemeClr val="accent5">
        <a:tint val="50000"/>
      </a:schemeClr>
    </dgm:linClrLst>
    <dgm:effectClrLst/>
    <dgm:txLinClrLst/>
    <dgm:txFillClrLst meth="repeat">
      <a:schemeClr val="lt1"/>
    </dgm:txFillClrLst>
    <dgm:txEffectClrLst/>
  </dgm:styleLbl>
  <dgm:styleLbl name="parChTrans1D1">
    <dgm:fillClrLst meth="repeat">
      <a:schemeClr val="accent5">
        <a:shade val="80000"/>
      </a:schemeClr>
    </dgm:fillClrLst>
    <dgm:linClrLst meth="repeat">
      <a:schemeClr val="accent5">
        <a:shade val="80000"/>
      </a:schemeClr>
    </dgm:linClrLst>
    <dgm:effectClrLst/>
    <dgm:txLinClrLst/>
    <dgm:txFillClrLst meth="repeat">
      <a:schemeClr val="tx1"/>
    </dgm:txFillClrLst>
    <dgm:txEffectClrLst/>
  </dgm:styleLbl>
  <dgm:styleLbl name="parChTrans1D2">
    <dgm:fillClrLst meth="repeat">
      <a:schemeClr val="accent5">
        <a:tint val="99000"/>
      </a:schemeClr>
    </dgm:fillClrLst>
    <dgm:linClrLst meth="repeat">
      <a:schemeClr val="accent5">
        <a:tint val="99000"/>
      </a:schemeClr>
    </dgm:linClrLst>
    <dgm:effectClrLst/>
    <dgm:txLinClrLst/>
    <dgm:txFillClrLst meth="repeat">
      <a:schemeClr val="tx1"/>
    </dgm:txFillClrLst>
    <dgm:txEffectClrLst/>
  </dgm:styleLbl>
  <dgm:styleLbl name="parChTrans1D3">
    <dgm:fillClrLst meth="repeat">
      <a:schemeClr val="accent5">
        <a:tint val="80000"/>
      </a:schemeClr>
    </dgm:fillClrLst>
    <dgm:linClrLst meth="repeat">
      <a:schemeClr val="accent5">
        <a:tint val="80000"/>
      </a:schemeClr>
    </dgm:linClrLst>
    <dgm:effectClrLst/>
    <dgm:txLinClrLst/>
    <dgm:txFillClrLst meth="repeat">
      <a:schemeClr val="tx1"/>
    </dgm:txFillClrLst>
    <dgm:txEffectClrLst/>
  </dgm:styleLbl>
  <dgm:styleLbl name="parChTrans1D4">
    <dgm:fillClrLst meth="repeat">
      <a:schemeClr val="accent5">
        <a:tint val="70000"/>
      </a:schemeClr>
    </dgm:fillClrLst>
    <dgm:linClrLst meth="repeat">
      <a:schemeClr val="accent5">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5">
        <a:shade val="80000"/>
      </a:schemeClr>
      <a:schemeClr val="accent5">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a:tint val="70000"/>
      </a:schemeClr>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4_3">
  <dgm:title val=""/>
  <dgm:desc val=""/>
  <dgm:catLst>
    <dgm:cat type="accent4" pri="11300"/>
  </dgm:catLst>
  <dgm:styleLbl name="node0">
    <dgm:fillClrLst meth="repeat">
      <a:schemeClr val="accent4">
        <a:shade val="80000"/>
      </a:schemeClr>
    </dgm:fillClrLst>
    <dgm:linClrLst meth="repeat">
      <a:schemeClr val="lt1"/>
    </dgm:linClrLst>
    <dgm:effectClrLst/>
    <dgm:txLinClrLst/>
    <dgm:txFillClrLst/>
    <dgm:txEffectClrLst/>
  </dgm:styleLbl>
  <dgm:styleLbl name="node1">
    <dgm:fillClrLst>
      <a:schemeClr val="accent4">
        <a:shade val="80000"/>
      </a:schemeClr>
      <a:schemeClr val="accent4">
        <a:tint val="70000"/>
      </a:schemeClr>
    </dgm:fillClrLst>
    <dgm:linClrLst meth="repeat">
      <a:schemeClr val="lt1"/>
    </dgm:linClrLst>
    <dgm:effectClrLst/>
    <dgm:txLinClrLst/>
    <dgm:txFillClrLst/>
    <dgm:txEffectClrLst/>
  </dgm:styleLbl>
  <dgm:styleLbl name="alignNode1">
    <dgm:fillClrLst>
      <a:schemeClr val="accent4">
        <a:shade val="80000"/>
      </a:schemeClr>
      <a:schemeClr val="accent4">
        <a:tint val="70000"/>
      </a:schemeClr>
    </dgm:fillClrLst>
    <dgm:linClrLst>
      <a:schemeClr val="accent4">
        <a:shade val="80000"/>
      </a:schemeClr>
      <a:schemeClr val="accent4">
        <a:tint val="70000"/>
      </a:schemeClr>
    </dgm:linClrLst>
    <dgm:effectClrLst/>
    <dgm:txLinClrLst/>
    <dgm:txFillClrLst/>
    <dgm:txEffectClrLst/>
  </dgm:styleLbl>
  <dgm:styleLbl name="lnNode1">
    <dgm:fillClrLst>
      <a:schemeClr val="accent4">
        <a:shade val="80000"/>
      </a:schemeClr>
      <a:schemeClr val="accent4">
        <a:tint val="70000"/>
      </a:schemeClr>
    </dgm:fillClrLst>
    <dgm:linClrLst meth="repeat">
      <a:schemeClr val="lt1"/>
    </dgm:linClrLst>
    <dgm:effectClrLst/>
    <dgm:txLinClrLst/>
    <dgm:txFillClrLst/>
    <dgm:txEffectClrLst/>
  </dgm:styleLbl>
  <dgm:styleLbl name="vennNode1">
    <dgm:fillClrLst>
      <a:schemeClr val="accent4">
        <a:shade val="80000"/>
        <a:alpha val="50000"/>
      </a:schemeClr>
      <a:schemeClr val="accent4">
        <a:tint val="70000"/>
        <a:alpha val="50000"/>
      </a:schemeClr>
    </dgm:fillClrLst>
    <dgm:linClrLst meth="repeat">
      <a:schemeClr val="lt1"/>
    </dgm:linClrLst>
    <dgm:effectClrLst/>
    <dgm:txLinClrLst/>
    <dgm:txFillClrLst/>
    <dgm:txEffectClrLst/>
  </dgm:styleLbl>
  <dgm:styleLbl name="node2">
    <dgm:fillClrLst>
      <a:schemeClr val="accent4">
        <a:tint val="99000"/>
      </a:schemeClr>
    </dgm:fillClrLst>
    <dgm:linClrLst meth="repeat">
      <a:schemeClr val="lt1"/>
    </dgm:linClrLst>
    <dgm:effectClrLst/>
    <dgm:txLinClrLst/>
    <dgm:txFillClrLst/>
    <dgm:txEffectClrLst/>
  </dgm:styleLbl>
  <dgm:styleLbl name="node3">
    <dgm:fillClrLst>
      <a:schemeClr val="accent4">
        <a:tint val="80000"/>
      </a:schemeClr>
    </dgm:fillClrLst>
    <dgm:linClrLst meth="repeat">
      <a:schemeClr val="lt1"/>
    </dgm:linClrLst>
    <dgm:effectClrLst/>
    <dgm:txLinClrLst/>
    <dgm:txFillClrLst/>
    <dgm:txEffectClrLst/>
  </dgm:styleLbl>
  <dgm:styleLbl name="node4">
    <dgm:fillClrLst>
      <a:schemeClr val="accent4">
        <a:tint val="70000"/>
      </a:schemeClr>
    </dgm:fillClrLst>
    <dgm:linClrLst meth="repeat">
      <a:schemeClr val="lt1"/>
    </dgm:linClrLst>
    <dgm:effectClrLst/>
    <dgm:txLinClrLst/>
    <dgm:txFillClrLst/>
    <dgm:txEffectClrLst/>
  </dgm:styleLbl>
  <dgm:styleLbl name="fgImgPlace1">
    <dgm:fillClrLst>
      <a:schemeClr val="accent4">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hade val="90000"/>
      </a:schemeClr>
      <a:schemeClr val="accent4">
        <a:tint val="70000"/>
      </a:schemeClr>
    </dgm:fillClrLst>
    <dgm:linClrLst>
      <a:schemeClr val="accent4">
        <a:shade val="90000"/>
      </a:schemeClr>
      <a:schemeClr val="accent4">
        <a:tint val="70000"/>
      </a:schemeClr>
    </dgm:linClrLst>
    <dgm:effectClrLst/>
    <dgm:txLinClrLst/>
    <dgm:txFillClrLst/>
    <dgm:txEffectClrLst/>
  </dgm:styleLbl>
  <dgm:styleLbl name="fgSibTrans2D1">
    <dgm:fillClrLst>
      <a:schemeClr val="accent4">
        <a:shade val="90000"/>
      </a:schemeClr>
      <a:schemeClr val="accent4">
        <a:tint val="70000"/>
      </a:schemeClr>
    </dgm:fillClrLst>
    <dgm:linClrLst>
      <a:schemeClr val="accent4">
        <a:shade val="90000"/>
      </a:schemeClr>
      <a:schemeClr val="accent4">
        <a:tint val="70000"/>
      </a:schemeClr>
    </dgm:linClrLst>
    <dgm:effectClrLst/>
    <dgm:txLinClrLst/>
    <dgm:txFillClrLst meth="repeat">
      <a:schemeClr val="lt1"/>
    </dgm:txFillClrLst>
    <dgm:txEffectClrLst/>
  </dgm:styleLbl>
  <dgm:styleLbl name="bgSibTrans2D1">
    <dgm:fillClrLst>
      <a:schemeClr val="accent4">
        <a:shade val="90000"/>
      </a:schemeClr>
      <a:schemeClr val="accent4">
        <a:tint val="70000"/>
      </a:schemeClr>
    </dgm:fillClrLst>
    <dgm:linClrLst>
      <a:schemeClr val="accent4">
        <a:shade val="90000"/>
      </a:schemeClr>
      <a:schemeClr val="accent4">
        <a:tint val="70000"/>
      </a:schemeClr>
    </dgm:linClrLst>
    <dgm:effectClrLst/>
    <dgm:txLinClrLst/>
    <dgm:txFillClrLst meth="repeat">
      <a:schemeClr val="lt1"/>
    </dgm:txFillClrLst>
    <dgm:txEffectClrLst/>
  </dgm:styleLbl>
  <dgm:styleLbl name="sibTrans1D1">
    <dgm:fillClrLst>
      <a:schemeClr val="accent4">
        <a:shade val="90000"/>
      </a:schemeClr>
      <a:schemeClr val="accent4">
        <a:tint val="70000"/>
      </a:schemeClr>
    </dgm:fillClrLst>
    <dgm:linClrLst>
      <a:schemeClr val="accent4">
        <a:shade val="90000"/>
      </a:schemeClr>
      <a:schemeClr val="accent4">
        <a:tint val="70000"/>
      </a:schemeClr>
    </dgm:linClrLst>
    <dgm:effectClrLst/>
    <dgm:txLinClrLst/>
    <dgm:txFillClrLst meth="repeat">
      <a:schemeClr val="tx1"/>
    </dgm:txFillClrLst>
    <dgm:txEffectClrLst/>
  </dgm:styleLbl>
  <dgm:styleLbl name="callout">
    <dgm:fillClrLst meth="repeat">
      <a:schemeClr val="accent4"/>
    </dgm:fillClrLst>
    <dgm:linClrLst meth="repeat">
      <a:schemeClr val="accent4"/>
    </dgm:linClrLst>
    <dgm:effectClrLst/>
    <dgm:txLinClrLst/>
    <dgm:txFillClrLst meth="repeat">
      <a:schemeClr val="tx1"/>
    </dgm:txFillClrLst>
    <dgm:txEffectClrLst/>
  </dgm:styleLbl>
  <dgm:styleLbl name="asst0">
    <dgm:fillClrLst meth="repeat">
      <a:schemeClr val="accent4">
        <a:shade val="80000"/>
      </a:schemeClr>
    </dgm:fillClrLst>
    <dgm:linClrLst meth="repeat">
      <a:schemeClr val="lt1"/>
    </dgm:linClrLst>
    <dgm:effectClrLst/>
    <dgm:txLinClrLst/>
    <dgm:txFillClrLst/>
    <dgm:txEffectClrLst/>
  </dgm:styleLbl>
  <dgm:styleLbl name="asst1">
    <dgm:fillClrLst meth="repeat">
      <a:schemeClr val="accent4">
        <a:shade val="80000"/>
      </a:schemeClr>
    </dgm:fillClrLst>
    <dgm:linClrLst meth="repeat">
      <a:schemeClr val="lt1"/>
    </dgm:linClrLst>
    <dgm:effectClrLst/>
    <dgm:txLinClrLst/>
    <dgm:txFillClrLst/>
    <dgm:txEffectClrLst/>
  </dgm:styleLbl>
  <dgm:styleLbl name="asst2">
    <dgm:fillClrLst>
      <a:schemeClr val="accent4">
        <a:tint val="99000"/>
      </a:schemeClr>
    </dgm:fillClrLst>
    <dgm:linClrLst meth="repeat">
      <a:schemeClr val="lt1"/>
    </dgm:linClrLst>
    <dgm:effectClrLst/>
    <dgm:txLinClrLst/>
    <dgm:txFillClrLst/>
    <dgm:txEffectClrLst/>
  </dgm:styleLbl>
  <dgm:styleLbl name="asst3">
    <dgm:fillClrLst>
      <a:schemeClr val="accent4">
        <a:tint val="80000"/>
      </a:schemeClr>
    </dgm:fillClrLst>
    <dgm:linClrLst meth="repeat">
      <a:schemeClr val="lt1"/>
    </dgm:linClrLst>
    <dgm:effectClrLst/>
    <dgm:txLinClrLst/>
    <dgm:txFillClrLst/>
    <dgm:txEffectClrLst/>
  </dgm:styleLbl>
  <dgm:styleLbl name="asst4">
    <dgm:fillClrLst>
      <a:schemeClr val="accent4">
        <a:tint val="70000"/>
      </a:schemeClr>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a:tint val="90000"/>
      </a:schemeClr>
    </dgm:fillClrLst>
    <dgm:linClrLst meth="repeat">
      <a:schemeClr val="accent4">
        <a:tint val="90000"/>
      </a:schemeClr>
    </dgm:linClrLst>
    <dgm:effectClrLst/>
    <dgm:txLinClrLst/>
    <dgm:txFillClrLst/>
    <dgm:txEffectClrLst/>
  </dgm:styleLbl>
  <dgm:styleLbl name="parChTrans2D3">
    <dgm:fillClrLst meth="repeat">
      <a:schemeClr val="accent4">
        <a:tint val="70000"/>
      </a:schemeClr>
    </dgm:fillClrLst>
    <dgm:linClrLst meth="repeat">
      <a:schemeClr val="accent4">
        <a:tint val="70000"/>
      </a:schemeClr>
    </dgm:linClrLst>
    <dgm:effectClrLst/>
    <dgm:txLinClrLst/>
    <dgm:txFillClrLst/>
    <dgm:txEffectClrLst/>
  </dgm:styleLbl>
  <dgm:styleLbl name="parChTrans2D4">
    <dgm:fillClrLst meth="repeat">
      <a:schemeClr val="accent4">
        <a:tint val="50000"/>
      </a:schemeClr>
    </dgm:fillClrLst>
    <dgm:linClrLst meth="repeat">
      <a:schemeClr val="accent4">
        <a:tint val="50000"/>
      </a:schemeClr>
    </dgm:linClrLst>
    <dgm:effectClrLst/>
    <dgm:txLinClrLst/>
    <dgm:txFillClrLst meth="repeat">
      <a:schemeClr val="lt1"/>
    </dgm:txFillClrLst>
    <dgm:txEffectClrLst/>
  </dgm:styleLbl>
  <dgm:styleLbl name="parChTrans1D1">
    <dgm:fillClrLst meth="repeat">
      <a:schemeClr val="accent4">
        <a:shade val="80000"/>
      </a:schemeClr>
    </dgm:fillClrLst>
    <dgm:linClrLst meth="repeat">
      <a:schemeClr val="accent4">
        <a:shade val="80000"/>
      </a:schemeClr>
    </dgm:linClrLst>
    <dgm:effectClrLst/>
    <dgm:txLinClrLst/>
    <dgm:txFillClrLst meth="repeat">
      <a:schemeClr val="tx1"/>
    </dgm:txFillClrLst>
    <dgm:txEffectClrLst/>
  </dgm:styleLbl>
  <dgm:styleLbl name="parChTrans1D2">
    <dgm:fillClrLst meth="repeat">
      <a:schemeClr val="accent4">
        <a:tint val="99000"/>
      </a:schemeClr>
    </dgm:fillClrLst>
    <dgm:linClrLst meth="repeat">
      <a:schemeClr val="accent4">
        <a:tint val="99000"/>
      </a:schemeClr>
    </dgm:linClrLst>
    <dgm:effectClrLst/>
    <dgm:txLinClrLst/>
    <dgm:txFillClrLst meth="repeat">
      <a:schemeClr val="tx1"/>
    </dgm:txFillClrLst>
    <dgm:txEffectClrLst/>
  </dgm:styleLbl>
  <dgm:styleLbl name="parChTrans1D3">
    <dgm:fillClrLst meth="repeat">
      <a:schemeClr val="accent4">
        <a:tint val="80000"/>
      </a:schemeClr>
    </dgm:fillClrLst>
    <dgm:linClrLst meth="repeat">
      <a:schemeClr val="accent4">
        <a:tint val="80000"/>
      </a:schemeClr>
    </dgm:linClrLst>
    <dgm:effectClrLst/>
    <dgm:txLinClrLst/>
    <dgm:txFillClrLst meth="repeat">
      <a:schemeClr val="tx1"/>
    </dgm:txFillClrLst>
    <dgm:txEffectClrLst/>
  </dgm:styleLbl>
  <dgm:styleLbl name="parChTrans1D4">
    <dgm:fillClrLst meth="repeat">
      <a:schemeClr val="accent4">
        <a:tint val="70000"/>
      </a:schemeClr>
    </dgm:fillClrLst>
    <dgm:linClrLst meth="repeat">
      <a:schemeClr val="accent4">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hade val="80000"/>
      </a:schemeClr>
      <a:schemeClr val="accent4">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hade val="80000"/>
      </a:schemeClr>
      <a:schemeClr val="accent4">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hade val="80000"/>
      </a:schemeClr>
      <a:schemeClr val="accent4">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hade val="80000"/>
      </a:schemeClr>
      <a:schemeClr val="accent4">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4">
        <a:shade val="80000"/>
      </a:schemeClr>
      <a:schemeClr val="accent4">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a:tint val="70000"/>
      </a:schemeClr>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5_2">
  <dgm:title val=""/>
  <dgm:desc val=""/>
  <dgm:catLst>
    <dgm:cat type="accent5" pri="11200"/>
  </dgm:catLst>
  <dgm:styleLbl name="node0">
    <dgm:fillClrLst meth="repeat">
      <a:schemeClr val="accent5"/>
    </dgm:fillClrLst>
    <dgm:linClrLst meth="repeat">
      <a:schemeClr val="lt1"/>
    </dgm:linClrLst>
    <dgm:effectClrLst/>
    <dgm:txLinClrLst/>
    <dgm:txFillClrLst/>
    <dgm:txEffectClrLst/>
  </dgm:styleLbl>
  <dgm:styleLbl name="node1">
    <dgm:fillClrLst meth="repeat">
      <a:schemeClr val="accent5"/>
    </dgm:fillClrLst>
    <dgm:linClrLst meth="repeat">
      <a:schemeClr val="lt1"/>
    </dgm:linClrLst>
    <dgm:effectClrLst/>
    <dgm:txLinClrLst/>
    <dgm:txFillClrLst/>
    <dgm:txEffectClrLst/>
  </dgm:styleLbl>
  <dgm:styleLbl name="alignNode1">
    <dgm:fillClrLst meth="repeat">
      <a:schemeClr val="accent5"/>
    </dgm:fillClrLst>
    <dgm:linClrLst meth="repeat">
      <a:schemeClr val="accent5"/>
    </dgm:linClrLst>
    <dgm:effectClrLst/>
    <dgm:txLinClrLst/>
    <dgm:txFillClrLst/>
    <dgm:txEffectClrLst/>
  </dgm:styleLbl>
  <dgm:styleLbl name="lnNode1">
    <dgm:fillClrLst meth="repeat">
      <a:schemeClr val="accent5"/>
    </dgm:fillClrLst>
    <dgm:linClrLst meth="repeat">
      <a:schemeClr val="lt1"/>
    </dgm:linClrLst>
    <dgm:effectClrLst/>
    <dgm:txLinClrLst/>
    <dgm:txFillClrLst/>
    <dgm:txEffectClrLst/>
  </dgm:styleLbl>
  <dgm:styleLbl name="vennNode1">
    <dgm:fillClrLst meth="repeat">
      <a:schemeClr val="accent5">
        <a:alpha val="50000"/>
      </a:schemeClr>
    </dgm:fillClrLst>
    <dgm:linClrLst meth="repeat">
      <a:schemeClr val="lt1"/>
    </dgm:linClrLst>
    <dgm:effectClrLst/>
    <dgm:txLinClrLst/>
    <dgm:txFillClrLst/>
    <dgm:txEffectClrLst/>
  </dgm:styleLbl>
  <dgm:styleLbl name="node2">
    <dgm:fillClrLst meth="repeat">
      <a:schemeClr val="accent5"/>
    </dgm:fillClrLst>
    <dgm:linClrLst meth="repeat">
      <a:schemeClr val="lt1"/>
    </dgm:linClrLst>
    <dgm:effectClrLst/>
    <dgm:txLinClrLst/>
    <dgm:txFillClrLst/>
    <dgm:txEffectClrLst/>
  </dgm:styleLbl>
  <dgm:styleLbl name="node3">
    <dgm:fillClrLst meth="repeat">
      <a:schemeClr val="accent5"/>
    </dgm:fillClrLst>
    <dgm:linClrLst meth="repeat">
      <a:schemeClr val="lt1"/>
    </dgm:linClrLst>
    <dgm:effectClrLst/>
    <dgm:txLinClrLst/>
    <dgm:txFillClrLst/>
    <dgm:txEffectClrLst/>
  </dgm:styleLbl>
  <dgm:styleLbl name="node4">
    <dgm:fillClrLst meth="repeat">
      <a:schemeClr val="accent5"/>
    </dgm:fillClrLst>
    <dgm:linClrLst meth="repeat">
      <a:schemeClr val="lt1"/>
    </dgm:linClrLst>
    <dgm:effectClrLst/>
    <dgm:txLinClrLst/>
    <dgm:txFillClrLst/>
    <dgm:txEffectClrLst/>
  </dgm:styleLbl>
  <dgm:styleLbl name="f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dgm:linClrLst>
    <dgm:effectClrLst/>
    <dgm:txLinClrLst/>
    <dgm:txFillClrLst/>
    <dgm:txEffectClrLst/>
  </dgm:styleLbl>
  <dgm:styleLbl name="asst1">
    <dgm:fillClrLst meth="repeat">
      <a:schemeClr val="accent5"/>
    </dgm:fillClrLst>
    <dgm:linClrLst meth="repeat">
      <a:schemeClr val="lt1"/>
    </dgm:linClrLst>
    <dgm:effectClrLst/>
    <dgm:txLinClrLst/>
    <dgm:txFillClrLst/>
    <dgm:txEffectClrLst/>
  </dgm:styleLbl>
  <dgm:styleLbl name="asst2">
    <dgm:fillClrLst meth="repeat">
      <a:schemeClr val="accent5"/>
    </dgm:fillClrLst>
    <dgm:linClrLst meth="repeat">
      <a:schemeClr val="lt1"/>
    </dgm:linClrLst>
    <dgm:effectClrLst/>
    <dgm:txLinClrLst/>
    <dgm:txFillClrLst/>
    <dgm:txEffectClrLst/>
  </dgm:styleLbl>
  <dgm:styleLbl name="asst3">
    <dgm:fillClrLst meth="repeat">
      <a:schemeClr val="accent5"/>
    </dgm:fillClrLst>
    <dgm:linClrLst meth="repeat">
      <a:schemeClr val="lt1"/>
    </dgm:linClrLst>
    <dgm:effectClrLst/>
    <dgm:txLinClrLst/>
    <dgm:txFillClrLst/>
    <dgm:txEffectClrLst/>
  </dgm:styleLbl>
  <dgm:styleLbl name="asst4">
    <dgm:fillClrLst meth="repeat">
      <a:schemeClr val="accent5"/>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dgm:fillClrLst>
    <dgm:linClrLst meth="repeat">
      <a:schemeClr val="accent5"/>
    </dgm:linClrLst>
    <dgm:effectClrLst/>
    <dgm:txLinClrLst/>
    <dgm:txFillClrLst meth="repeat">
      <a:schemeClr val="lt1"/>
    </dgm:txFillClrLst>
    <dgm:txEffectClrLst/>
  </dgm:styleLbl>
  <dgm:styleLbl name="parChTrans2D3">
    <dgm:fillClrLst meth="repeat">
      <a:schemeClr val="accent5"/>
    </dgm:fillClrLst>
    <dgm:linClrLst meth="repeat">
      <a:schemeClr val="accent5"/>
    </dgm:linClrLst>
    <dgm:effectClrLst/>
    <dgm:txLinClrLst/>
    <dgm:txFillClrLst meth="repeat">
      <a:schemeClr val="lt1"/>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4_2">
  <dgm:title val=""/>
  <dgm:desc val=""/>
  <dgm:catLst>
    <dgm:cat type="accent4" pri="11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A865E46-7AB7-4973-8823-AE787C7C3704}" type="doc">
      <dgm:prSet loTypeId="urn:microsoft.com/office/officeart/2005/8/layout/equation2" loCatId="relationship" qsTypeId="urn:microsoft.com/office/officeart/2005/8/quickstyle/simple1" qsCatId="simple" csTypeId="urn:microsoft.com/office/officeart/2005/8/colors/accent4_2" csCatId="accent4" phldr="1"/>
      <dgm:spPr/>
      <dgm:t>
        <a:bodyPr/>
        <a:lstStyle/>
        <a:p>
          <a:endParaRPr lang="en-US"/>
        </a:p>
      </dgm:t>
    </dgm:pt>
    <dgm:pt modelId="{4BCEE4A0-7B8E-45B7-A40B-A21450FAF921}">
      <dgm:prSet phldrT="[Text]" phldr="0"/>
      <dgm:spPr>
        <a:solidFill>
          <a:schemeClr val="accent1">
            <a:lumMod val="40000"/>
            <a:lumOff val="60000"/>
          </a:schemeClr>
        </a:solidFill>
      </dgm:spPr>
      <dgm:t>
        <a:bodyPr/>
        <a:lstStyle/>
        <a:p>
          <a:r>
            <a:rPr lang="en-US" b="1" dirty="0">
              <a:solidFill>
                <a:schemeClr val="bg1"/>
              </a:solidFill>
            </a:rPr>
            <a:t>Misaligned</a:t>
          </a:r>
          <a:r>
            <a:rPr lang="en-US" dirty="0">
              <a:solidFill>
                <a:schemeClr val="bg1"/>
              </a:solidFill>
            </a:rPr>
            <a:t> Technician Assignments</a:t>
          </a:r>
        </a:p>
      </dgm:t>
    </dgm:pt>
    <dgm:pt modelId="{5FACDF30-833C-4228-82DD-54BE829C6B39}" type="parTrans" cxnId="{F3175623-F25E-4424-B116-E856C2D009D4}">
      <dgm:prSet/>
      <dgm:spPr/>
      <dgm:t>
        <a:bodyPr/>
        <a:lstStyle/>
        <a:p>
          <a:endParaRPr lang="en-US"/>
        </a:p>
      </dgm:t>
    </dgm:pt>
    <dgm:pt modelId="{EB0DDE8E-AE5A-48AB-8D86-F3FBC834B97D}" type="sibTrans" cxnId="{F3175623-F25E-4424-B116-E856C2D009D4}">
      <dgm:prSet/>
      <dgm:spPr/>
      <dgm:t>
        <a:bodyPr/>
        <a:lstStyle/>
        <a:p>
          <a:endParaRPr lang="en-US"/>
        </a:p>
      </dgm:t>
    </dgm:pt>
    <dgm:pt modelId="{AC394095-681B-4A23-95A4-DB6A933BA016}">
      <dgm:prSet phldrT="[Text]" phldr="0"/>
      <dgm:spPr/>
      <dgm:t>
        <a:bodyPr/>
        <a:lstStyle/>
        <a:p>
          <a:r>
            <a:rPr lang="en-US" dirty="0">
              <a:solidFill>
                <a:schemeClr val="bg1"/>
              </a:solidFill>
            </a:rPr>
            <a:t>Lost Trust &amp; Dissatisfaction</a:t>
          </a:r>
        </a:p>
      </dgm:t>
    </dgm:pt>
    <dgm:pt modelId="{B409328F-726C-42AE-AFD5-338E143A185D}" type="parTrans" cxnId="{84205BE9-AA79-4C89-8D05-952270D61B11}">
      <dgm:prSet/>
      <dgm:spPr/>
      <dgm:t>
        <a:bodyPr/>
        <a:lstStyle/>
        <a:p>
          <a:endParaRPr lang="en-US"/>
        </a:p>
      </dgm:t>
    </dgm:pt>
    <dgm:pt modelId="{E6465535-DA94-4F7D-9D70-468C36E4DFAD}" type="sibTrans" cxnId="{84205BE9-AA79-4C89-8D05-952270D61B11}">
      <dgm:prSet/>
      <dgm:spPr/>
      <dgm:t>
        <a:bodyPr/>
        <a:lstStyle/>
        <a:p>
          <a:endParaRPr lang="en-US"/>
        </a:p>
      </dgm:t>
    </dgm:pt>
    <dgm:pt modelId="{2B1EAAC9-83B8-4996-BD1F-EE793633BF4D}">
      <dgm:prSet phldrT="[Text]" phldr="0"/>
      <dgm:spPr/>
      <dgm:t>
        <a:bodyPr/>
        <a:lstStyle/>
        <a:p>
          <a:r>
            <a:rPr lang="en-US" dirty="0">
              <a:solidFill>
                <a:schemeClr val="bg1"/>
              </a:solidFill>
            </a:rPr>
            <a:t>Advanced Network Technology</a:t>
          </a:r>
        </a:p>
      </dgm:t>
    </dgm:pt>
    <dgm:pt modelId="{612C50FC-3EB6-443F-8617-C2EF71A89EAE}" type="sibTrans" cxnId="{CDF6B1E9-2840-4966-85C9-6FBEB87F35C1}">
      <dgm:prSet/>
      <dgm:spPr/>
      <dgm:t>
        <a:bodyPr/>
        <a:lstStyle/>
        <a:p>
          <a:endParaRPr lang="en-US"/>
        </a:p>
      </dgm:t>
    </dgm:pt>
    <dgm:pt modelId="{D361A96B-4BE0-425B-8F64-C6BFEC2C9193}" type="parTrans" cxnId="{CDF6B1E9-2840-4966-85C9-6FBEB87F35C1}">
      <dgm:prSet/>
      <dgm:spPr/>
      <dgm:t>
        <a:bodyPr/>
        <a:lstStyle/>
        <a:p>
          <a:endParaRPr lang="en-US"/>
        </a:p>
      </dgm:t>
    </dgm:pt>
    <dgm:pt modelId="{C01E94E8-DEE8-4459-BFB2-BCC9A7CEF79F}">
      <dgm:prSet phldrT="[Text]" phldr="0"/>
      <dgm:spPr/>
      <dgm:t>
        <a:bodyPr/>
        <a:lstStyle/>
        <a:p>
          <a:r>
            <a:rPr lang="en-US" dirty="0">
              <a:solidFill>
                <a:schemeClr val="bg1"/>
              </a:solidFill>
            </a:rPr>
            <a:t>Losing </a:t>
          </a:r>
          <a:r>
            <a:rPr lang="en-US" b="1" dirty="0">
              <a:solidFill>
                <a:schemeClr val="bg1"/>
              </a:solidFill>
            </a:rPr>
            <a:t>$2.09 billion</a:t>
          </a:r>
          <a:r>
            <a:rPr lang="en-US" dirty="0">
              <a:solidFill>
                <a:schemeClr val="bg1"/>
              </a:solidFill>
            </a:rPr>
            <a:t>/year from churn*</a:t>
          </a:r>
        </a:p>
      </dgm:t>
    </dgm:pt>
    <dgm:pt modelId="{A3519E51-3801-44EC-93CF-F1ABF5A67649}" type="parTrans" cxnId="{19C7F710-3D48-4AFB-9086-7332A82AE9D5}">
      <dgm:prSet/>
      <dgm:spPr/>
      <dgm:t>
        <a:bodyPr/>
        <a:lstStyle/>
        <a:p>
          <a:endParaRPr lang="en-US"/>
        </a:p>
      </dgm:t>
    </dgm:pt>
    <dgm:pt modelId="{70CA16A9-8AB8-463C-9553-F9854DB79CDF}" type="sibTrans" cxnId="{19C7F710-3D48-4AFB-9086-7332A82AE9D5}">
      <dgm:prSet/>
      <dgm:spPr/>
      <dgm:t>
        <a:bodyPr/>
        <a:lstStyle/>
        <a:p>
          <a:endParaRPr lang="en-US"/>
        </a:p>
      </dgm:t>
    </dgm:pt>
    <dgm:pt modelId="{C7C11BE3-9705-4FE8-BCD2-CA11EE0A21AC}" type="pres">
      <dgm:prSet presAssocID="{1A865E46-7AB7-4973-8823-AE787C7C3704}" presName="Name0" presStyleCnt="0">
        <dgm:presLayoutVars>
          <dgm:dir/>
          <dgm:resizeHandles val="exact"/>
        </dgm:presLayoutVars>
      </dgm:prSet>
      <dgm:spPr/>
    </dgm:pt>
    <dgm:pt modelId="{D722D02B-840E-4DB9-9760-4219F3220ADF}" type="pres">
      <dgm:prSet presAssocID="{1A865E46-7AB7-4973-8823-AE787C7C3704}" presName="vNodes" presStyleCnt="0"/>
      <dgm:spPr/>
    </dgm:pt>
    <dgm:pt modelId="{EC59ABDF-94F1-485D-ABD9-5B9781F6AC2D}" type="pres">
      <dgm:prSet presAssocID="{2B1EAAC9-83B8-4996-BD1F-EE793633BF4D}" presName="node" presStyleLbl="node1" presStyleIdx="0" presStyleCnt="3">
        <dgm:presLayoutVars>
          <dgm:bulletEnabled val="1"/>
        </dgm:presLayoutVars>
      </dgm:prSet>
      <dgm:spPr/>
    </dgm:pt>
    <dgm:pt modelId="{E13F99B0-E631-4DFF-8CB5-57B6C7EFC72D}" type="pres">
      <dgm:prSet presAssocID="{612C50FC-3EB6-443F-8617-C2EF71A89EAE}" presName="spacerT" presStyleCnt="0"/>
      <dgm:spPr/>
    </dgm:pt>
    <dgm:pt modelId="{6AD54EA0-1F74-43AA-9F7B-3A531EFC5C52}" type="pres">
      <dgm:prSet presAssocID="{612C50FC-3EB6-443F-8617-C2EF71A89EAE}" presName="sibTrans" presStyleLbl="sibTrans2D1" presStyleIdx="0" presStyleCnt="2"/>
      <dgm:spPr/>
    </dgm:pt>
    <dgm:pt modelId="{534974B3-B8BA-4E8A-A6C0-D72F91BB9002}" type="pres">
      <dgm:prSet presAssocID="{612C50FC-3EB6-443F-8617-C2EF71A89EAE}" presName="spacerB" presStyleCnt="0"/>
      <dgm:spPr/>
    </dgm:pt>
    <dgm:pt modelId="{9675D9DA-53AD-4C4E-BCF5-1AE061153220}" type="pres">
      <dgm:prSet presAssocID="{4BCEE4A0-7B8E-45B7-A40B-A21450FAF921}" presName="node" presStyleLbl="node1" presStyleIdx="1" presStyleCnt="3">
        <dgm:presLayoutVars>
          <dgm:bulletEnabled val="1"/>
        </dgm:presLayoutVars>
      </dgm:prSet>
      <dgm:spPr/>
    </dgm:pt>
    <dgm:pt modelId="{AC7F66F6-46BB-49C6-8B41-EC98A7E52B72}" type="pres">
      <dgm:prSet presAssocID="{1A865E46-7AB7-4973-8823-AE787C7C3704}" presName="sibTransLast" presStyleLbl="sibTrans2D1" presStyleIdx="1" presStyleCnt="2"/>
      <dgm:spPr/>
    </dgm:pt>
    <dgm:pt modelId="{76930DEE-CCAC-45A4-B16B-7FC03B6B2FF7}" type="pres">
      <dgm:prSet presAssocID="{1A865E46-7AB7-4973-8823-AE787C7C3704}" presName="connectorText" presStyleLbl="sibTrans2D1" presStyleIdx="1" presStyleCnt="2"/>
      <dgm:spPr/>
    </dgm:pt>
    <dgm:pt modelId="{67E0A14F-63CC-439B-8C40-950D370CDE9B}" type="pres">
      <dgm:prSet presAssocID="{1A865E46-7AB7-4973-8823-AE787C7C3704}" presName="lastNode" presStyleLbl="node1" presStyleIdx="2" presStyleCnt="3">
        <dgm:presLayoutVars>
          <dgm:bulletEnabled val="1"/>
        </dgm:presLayoutVars>
      </dgm:prSet>
      <dgm:spPr/>
    </dgm:pt>
  </dgm:ptLst>
  <dgm:cxnLst>
    <dgm:cxn modelId="{3A49BE0A-7169-456A-94A3-0A6EF540C8D4}" type="presOf" srcId="{1A865E46-7AB7-4973-8823-AE787C7C3704}" destId="{C7C11BE3-9705-4FE8-BCD2-CA11EE0A21AC}" srcOrd="0" destOrd="0" presId="urn:microsoft.com/office/officeart/2005/8/layout/equation2"/>
    <dgm:cxn modelId="{19C7F710-3D48-4AFB-9086-7332A82AE9D5}" srcId="{AC394095-681B-4A23-95A4-DB6A933BA016}" destId="{C01E94E8-DEE8-4459-BFB2-BCC9A7CEF79F}" srcOrd="0" destOrd="0" parTransId="{A3519E51-3801-44EC-93CF-F1ABF5A67649}" sibTransId="{70CA16A9-8AB8-463C-9553-F9854DB79CDF}"/>
    <dgm:cxn modelId="{F3175623-F25E-4424-B116-E856C2D009D4}" srcId="{1A865E46-7AB7-4973-8823-AE787C7C3704}" destId="{4BCEE4A0-7B8E-45B7-A40B-A21450FAF921}" srcOrd="1" destOrd="0" parTransId="{5FACDF30-833C-4228-82DD-54BE829C6B39}" sibTransId="{EB0DDE8E-AE5A-48AB-8D86-F3FBC834B97D}"/>
    <dgm:cxn modelId="{4312C734-D760-4182-8BC8-79B0591DD811}" type="presOf" srcId="{612C50FC-3EB6-443F-8617-C2EF71A89EAE}" destId="{6AD54EA0-1F74-43AA-9F7B-3A531EFC5C52}" srcOrd="0" destOrd="0" presId="urn:microsoft.com/office/officeart/2005/8/layout/equation2"/>
    <dgm:cxn modelId="{9ECEAC56-4DE2-4872-9917-101D543B4E68}" type="presOf" srcId="{4BCEE4A0-7B8E-45B7-A40B-A21450FAF921}" destId="{9675D9DA-53AD-4C4E-BCF5-1AE061153220}" srcOrd="0" destOrd="0" presId="urn:microsoft.com/office/officeart/2005/8/layout/equation2"/>
    <dgm:cxn modelId="{F3CD1659-3E79-43E7-B083-8B326E69D633}" type="presOf" srcId="{EB0DDE8E-AE5A-48AB-8D86-F3FBC834B97D}" destId="{AC7F66F6-46BB-49C6-8B41-EC98A7E52B72}" srcOrd="0" destOrd="0" presId="urn:microsoft.com/office/officeart/2005/8/layout/equation2"/>
    <dgm:cxn modelId="{1877F0C6-93EE-4439-A1F6-5DD69766AB65}" type="presOf" srcId="{C01E94E8-DEE8-4459-BFB2-BCC9A7CEF79F}" destId="{67E0A14F-63CC-439B-8C40-950D370CDE9B}" srcOrd="0" destOrd="1" presId="urn:microsoft.com/office/officeart/2005/8/layout/equation2"/>
    <dgm:cxn modelId="{76AA69C8-674E-447B-B9E7-B7604396FE6E}" type="presOf" srcId="{AC394095-681B-4A23-95A4-DB6A933BA016}" destId="{67E0A14F-63CC-439B-8C40-950D370CDE9B}" srcOrd="0" destOrd="0" presId="urn:microsoft.com/office/officeart/2005/8/layout/equation2"/>
    <dgm:cxn modelId="{302CBDC8-AF88-4627-8AE7-68B7565D2324}" type="presOf" srcId="{2B1EAAC9-83B8-4996-BD1F-EE793633BF4D}" destId="{EC59ABDF-94F1-485D-ABD9-5B9781F6AC2D}" srcOrd="0" destOrd="0" presId="urn:microsoft.com/office/officeart/2005/8/layout/equation2"/>
    <dgm:cxn modelId="{07C1F5E7-B384-4238-8B04-E35CD655A9D9}" type="presOf" srcId="{EB0DDE8E-AE5A-48AB-8D86-F3FBC834B97D}" destId="{76930DEE-CCAC-45A4-B16B-7FC03B6B2FF7}" srcOrd="1" destOrd="0" presId="urn:microsoft.com/office/officeart/2005/8/layout/equation2"/>
    <dgm:cxn modelId="{84205BE9-AA79-4C89-8D05-952270D61B11}" srcId="{1A865E46-7AB7-4973-8823-AE787C7C3704}" destId="{AC394095-681B-4A23-95A4-DB6A933BA016}" srcOrd="2" destOrd="0" parTransId="{B409328F-726C-42AE-AFD5-338E143A185D}" sibTransId="{E6465535-DA94-4F7D-9D70-468C36E4DFAD}"/>
    <dgm:cxn modelId="{CDF6B1E9-2840-4966-85C9-6FBEB87F35C1}" srcId="{1A865E46-7AB7-4973-8823-AE787C7C3704}" destId="{2B1EAAC9-83B8-4996-BD1F-EE793633BF4D}" srcOrd="0" destOrd="0" parTransId="{D361A96B-4BE0-425B-8F64-C6BFEC2C9193}" sibTransId="{612C50FC-3EB6-443F-8617-C2EF71A89EAE}"/>
    <dgm:cxn modelId="{BFA4B770-7265-43E8-BF0F-60DAE65DA472}" type="presParOf" srcId="{C7C11BE3-9705-4FE8-BCD2-CA11EE0A21AC}" destId="{D722D02B-840E-4DB9-9760-4219F3220ADF}" srcOrd="0" destOrd="0" presId="urn:microsoft.com/office/officeart/2005/8/layout/equation2"/>
    <dgm:cxn modelId="{B643EC87-6046-45C3-AF52-1FD3D4EB7B21}" type="presParOf" srcId="{D722D02B-840E-4DB9-9760-4219F3220ADF}" destId="{EC59ABDF-94F1-485D-ABD9-5B9781F6AC2D}" srcOrd="0" destOrd="0" presId="urn:microsoft.com/office/officeart/2005/8/layout/equation2"/>
    <dgm:cxn modelId="{E3436486-225F-4987-98D3-86A3FED0EC4C}" type="presParOf" srcId="{D722D02B-840E-4DB9-9760-4219F3220ADF}" destId="{E13F99B0-E631-4DFF-8CB5-57B6C7EFC72D}" srcOrd="1" destOrd="0" presId="urn:microsoft.com/office/officeart/2005/8/layout/equation2"/>
    <dgm:cxn modelId="{32C9FEA4-9ED8-4081-A3F6-7E3D22C5297F}" type="presParOf" srcId="{D722D02B-840E-4DB9-9760-4219F3220ADF}" destId="{6AD54EA0-1F74-43AA-9F7B-3A531EFC5C52}" srcOrd="2" destOrd="0" presId="urn:microsoft.com/office/officeart/2005/8/layout/equation2"/>
    <dgm:cxn modelId="{E67FB6DC-7894-4BBD-B686-D50F7573018A}" type="presParOf" srcId="{D722D02B-840E-4DB9-9760-4219F3220ADF}" destId="{534974B3-B8BA-4E8A-A6C0-D72F91BB9002}" srcOrd="3" destOrd="0" presId="urn:microsoft.com/office/officeart/2005/8/layout/equation2"/>
    <dgm:cxn modelId="{C90E8CC4-3945-46E1-AF3F-8E0672CD4771}" type="presParOf" srcId="{D722D02B-840E-4DB9-9760-4219F3220ADF}" destId="{9675D9DA-53AD-4C4E-BCF5-1AE061153220}" srcOrd="4" destOrd="0" presId="urn:microsoft.com/office/officeart/2005/8/layout/equation2"/>
    <dgm:cxn modelId="{72F84ED9-56C0-4ED4-9B0B-8444DFDE4B68}" type="presParOf" srcId="{C7C11BE3-9705-4FE8-BCD2-CA11EE0A21AC}" destId="{AC7F66F6-46BB-49C6-8B41-EC98A7E52B72}" srcOrd="1" destOrd="0" presId="urn:microsoft.com/office/officeart/2005/8/layout/equation2"/>
    <dgm:cxn modelId="{ABB34508-0A58-4DA6-8FF3-DF03DA4F35DE}" type="presParOf" srcId="{AC7F66F6-46BB-49C6-8B41-EC98A7E52B72}" destId="{76930DEE-CCAC-45A4-B16B-7FC03B6B2FF7}" srcOrd="0" destOrd="0" presId="urn:microsoft.com/office/officeart/2005/8/layout/equation2"/>
    <dgm:cxn modelId="{AC18FAD8-5E2F-4508-B135-072A40CE9A55}" type="presParOf" srcId="{C7C11BE3-9705-4FE8-BCD2-CA11EE0A21AC}" destId="{67E0A14F-63CC-439B-8C40-950D370CDE9B}" srcOrd="2" destOrd="0" presId="urn:microsoft.com/office/officeart/2005/8/layout/equati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5F8CAA9D-D82A-4E78-B1C3-AD30FBD57C2B}" type="doc">
      <dgm:prSet loTypeId="urn:microsoft.com/office/officeart/2005/8/layout/process3" loCatId="process" qsTypeId="urn:microsoft.com/office/officeart/2005/8/quickstyle/simple1" qsCatId="simple" csTypeId="urn:microsoft.com/office/officeart/2005/8/colors/colorful4" csCatId="colorful" phldr="1"/>
      <dgm:spPr/>
      <dgm:t>
        <a:bodyPr/>
        <a:lstStyle/>
        <a:p>
          <a:endParaRPr lang="en-US"/>
        </a:p>
      </dgm:t>
    </dgm:pt>
    <dgm:pt modelId="{18C0F69A-FBCE-4967-BECE-AB2E01D88C91}">
      <dgm:prSet phldrT="[Text]" custT="1"/>
      <dgm:spPr/>
      <dgm:t>
        <a:bodyPr/>
        <a:lstStyle/>
        <a:p>
          <a:r>
            <a:rPr lang="en-US" sz="1600" dirty="0"/>
            <a:t>Task request</a:t>
          </a:r>
        </a:p>
      </dgm:t>
    </dgm:pt>
    <dgm:pt modelId="{641891EE-01C6-4FBA-9E23-AADE6D4AB9F6}" type="parTrans" cxnId="{3C8B8E64-41FD-4329-A35D-AFFAA9BF92E5}">
      <dgm:prSet/>
      <dgm:spPr/>
      <dgm:t>
        <a:bodyPr/>
        <a:lstStyle/>
        <a:p>
          <a:endParaRPr lang="en-US"/>
        </a:p>
      </dgm:t>
    </dgm:pt>
    <dgm:pt modelId="{9AF1FB51-DB19-445D-9482-37E9E81722A3}" type="sibTrans" cxnId="{3C8B8E64-41FD-4329-A35D-AFFAA9BF92E5}">
      <dgm:prSet/>
      <dgm:spPr/>
      <dgm:t>
        <a:bodyPr/>
        <a:lstStyle/>
        <a:p>
          <a:endParaRPr lang="en-US"/>
        </a:p>
      </dgm:t>
    </dgm:pt>
    <dgm:pt modelId="{C90AB911-1825-4820-B179-6541D4236B33}">
      <dgm:prSet phldrT="[Text]" custT="1"/>
      <dgm:spPr/>
      <dgm:t>
        <a:bodyPr/>
        <a:lstStyle/>
        <a:p>
          <a:r>
            <a:rPr lang="en-US" sz="1300" dirty="0"/>
            <a:t>Dispatcher assigns manually </a:t>
          </a:r>
        </a:p>
      </dgm:t>
    </dgm:pt>
    <dgm:pt modelId="{59CAEFF1-ABBF-47A1-8756-FEF2A7AC9235}" type="parTrans" cxnId="{9C33C910-8A21-4A5B-9D41-EADC897C7FB7}">
      <dgm:prSet/>
      <dgm:spPr/>
      <dgm:t>
        <a:bodyPr/>
        <a:lstStyle/>
        <a:p>
          <a:endParaRPr lang="en-US"/>
        </a:p>
      </dgm:t>
    </dgm:pt>
    <dgm:pt modelId="{88DA3F15-E22B-477D-893F-35D1EE3B2B9E}" type="sibTrans" cxnId="{9C33C910-8A21-4A5B-9D41-EADC897C7FB7}">
      <dgm:prSet/>
      <dgm:spPr/>
      <dgm:t>
        <a:bodyPr/>
        <a:lstStyle/>
        <a:p>
          <a:endParaRPr lang="en-US"/>
        </a:p>
      </dgm:t>
    </dgm:pt>
    <dgm:pt modelId="{455CC2B4-AFE7-4384-9598-00D650039327}">
      <dgm:prSet phldrT="[Text]" custT="1"/>
      <dgm:spPr/>
      <dgm:t>
        <a:bodyPr/>
        <a:lstStyle/>
        <a:p>
          <a:pPr>
            <a:buFontTx/>
            <a:buChar char="-"/>
          </a:pPr>
          <a:r>
            <a:rPr lang="en-US" sz="1400" dirty="0"/>
            <a:t>Relies on availability or location only</a:t>
          </a:r>
        </a:p>
      </dgm:t>
    </dgm:pt>
    <dgm:pt modelId="{580DD6E5-790B-41A8-AF34-FB3ADA76E14A}" type="parTrans" cxnId="{5B5E8F87-A0D4-4169-A5FB-BB72EA1D7D9C}">
      <dgm:prSet/>
      <dgm:spPr/>
      <dgm:t>
        <a:bodyPr/>
        <a:lstStyle/>
        <a:p>
          <a:endParaRPr lang="en-US"/>
        </a:p>
      </dgm:t>
    </dgm:pt>
    <dgm:pt modelId="{1A5FAEF2-30F4-40B6-98DA-FD2A799A3801}" type="sibTrans" cxnId="{5B5E8F87-A0D4-4169-A5FB-BB72EA1D7D9C}">
      <dgm:prSet/>
      <dgm:spPr/>
      <dgm:t>
        <a:bodyPr/>
        <a:lstStyle/>
        <a:p>
          <a:endParaRPr lang="en-US"/>
        </a:p>
      </dgm:t>
    </dgm:pt>
    <dgm:pt modelId="{F577CACE-3861-49AC-A270-765223AF8FD3}">
      <dgm:prSet phldrT="[Text]" custT="1"/>
      <dgm:spPr/>
      <dgm:t>
        <a:bodyPr/>
        <a:lstStyle/>
        <a:p>
          <a:pPr>
            <a:buFontTx/>
            <a:buChar char="-"/>
          </a:pPr>
          <a:r>
            <a:rPr lang="en-US" sz="1400" dirty="0"/>
            <a:t>Frequent mismatches → failed work orders &amp; costly rework</a:t>
          </a:r>
        </a:p>
      </dgm:t>
    </dgm:pt>
    <dgm:pt modelId="{FFD653DC-FF22-4FC5-9D4F-3B19AA5E0F9A}" type="parTrans" cxnId="{C8F48D19-F836-4B12-9E20-E4D7EE4E935E}">
      <dgm:prSet/>
      <dgm:spPr/>
      <dgm:t>
        <a:bodyPr/>
        <a:lstStyle/>
        <a:p>
          <a:endParaRPr lang="en-US"/>
        </a:p>
      </dgm:t>
    </dgm:pt>
    <dgm:pt modelId="{4DAD7255-981C-4E7B-8876-A387659A41F7}" type="sibTrans" cxnId="{C8F48D19-F836-4B12-9E20-E4D7EE4E935E}">
      <dgm:prSet/>
      <dgm:spPr/>
      <dgm:t>
        <a:bodyPr/>
        <a:lstStyle/>
        <a:p>
          <a:endParaRPr lang="en-US"/>
        </a:p>
      </dgm:t>
    </dgm:pt>
    <dgm:pt modelId="{B9BD071B-A941-4734-8ED2-F0B4B3AC7821}">
      <dgm:prSet custT="1"/>
      <dgm:spPr/>
      <dgm:t>
        <a:bodyPr/>
        <a:lstStyle/>
        <a:p>
          <a:r>
            <a:rPr lang="en-US" sz="1500" dirty="0"/>
            <a:t>Task execution </a:t>
          </a:r>
        </a:p>
      </dgm:t>
    </dgm:pt>
    <dgm:pt modelId="{1CABA7D1-8136-45B0-B166-55E01E7EE1CC}" type="parTrans" cxnId="{9D99BD3C-464C-4557-930F-80F2706F5154}">
      <dgm:prSet/>
      <dgm:spPr/>
      <dgm:t>
        <a:bodyPr/>
        <a:lstStyle/>
        <a:p>
          <a:endParaRPr lang="en-US"/>
        </a:p>
      </dgm:t>
    </dgm:pt>
    <dgm:pt modelId="{316FDFFA-5202-4B7E-AB87-EF2C4DB89629}" type="sibTrans" cxnId="{9D99BD3C-464C-4557-930F-80F2706F5154}">
      <dgm:prSet/>
      <dgm:spPr/>
      <dgm:t>
        <a:bodyPr/>
        <a:lstStyle/>
        <a:p>
          <a:endParaRPr lang="en-US"/>
        </a:p>
      </dgm:t>
    </dgm:pt>
    <dgm:pt modelId="{009202B8-7599-44B4-B66C-F1E3124DCACF}">
      <dgm:prSet custT="1"/>
      <dgm:spPr/>
      <dgm:t>
        <a:bodyPr/>
        <a:lstStyle/>
        <a:p>
          <a:r>
            <a:rPr lang="en-US" sz="1800" dirty="0"/>
            <a:t>Outcome</a:t>
          </a:r>
        </a:p>
      </dgm:t>
    </dgm:pt>
    <dgm:pt modelId="{01E9FF68-2FCB-402C-83DD-B1B23BBA20E1}" type="parTrans" cxnId="{C2BF0B99-1E2C-4950-953F-BDEB694E322B}">
      <dgm:prSet/>
      <dgm:spPr/>
      <dgm:t>
        <a:bodyPr/>
        <a:lstStyle/>
        <a:p>
          <a:endParaRPr lang="en-US"/>
        </a:p>
      </dgm:t>
    </dgm:pt>
    <dgm:pt modelId="{9CE1B568-61C0-46A4-ADC3-A3A376248F70}" type="sibTrans" cxnId="{C2BF0B99-1E2C-4950-953F-BDEB694E322B}">
      <dgm:prSet/>
      <dgm:spPr/>
      <dgm:t>
        <a:bodyPr/>
        <a:lstStyle/>
        <a:p>
          <a:endParaRPr lang="en-US"/>
        </a:p>
      </dgm:t>
    </dgm:pt>
    <dgm:pt modelId="{0B61942D-0B06-4685-AD45-AF4DCBE36EFB}">
      <dgm:prSet/>
      <dgm:spPr/>
      <dgm:t>
        <a:bodyPr/>
        <a:lstStyle/>
        <a:p>
          <a:pPr>
            <a:buFontTx/>
            <a:buChar char="-"/>
          </a:pPr>
          <a:r>
            <a:rPr lang="en-US" dirty="0"/>
            <a:t>Customer dissatisfaction — delays &amp; missed appointments</a:t>
          </a:r>
        </a:p>
      </dgm:t>
    </dgm:pt>
    <dgm:pt modelId="{9C0052C8-6AF3-4487-8EB8-D477FB112EF9}" type="parTrans" cxnId="{3533863E-4A7F-402F-A990-0A77CA3DCD21}">
      <dgm:prSet/>
      <dgm:spPr/>
      <dgm:t>
        <a:bodyPr/>
        <a:lstStyle/>
        <a:p>
          <a:endParaRPr lang="en-US"/>
        </a:p>
      </dgm:t>
    </dgm:pt>
    <dgm:pt modelId="{68A42297-99DF-4ED5-AE37-918C83E77881}" type="sibTrans" cxnId="{3533863E-4A7F-402F-A990-0A77CA3DCD21}">
      <dgm:prSet/>
      <dgm:spPr/>
      <dgm:t>
        <a:bodyPr/>
        <a:lstStyle/>
        <a:p>
          <a:endParaRPr lang="en-US"/>
        </a:p>
      </dgm:t>
    </dgm:pt>
    <dgm:pt modelId="{3639AD7A-DCA0-45C1-BB1E-96B570F69CB9}">
      <dgm:prSet custT="1"/>
      <dgm:spPr/>
      <dgm:t>
        <a:bodyPr/>
        <a:lstStyle/>
        <a:p>
          <a:pPr>
            <a:buFontTx/>
            <a:buChar char="-"/>
          </a:pPr>
          <a:r>
            <a:rPr lang="en-US" sz="1400" dirty="0"/>
            <a:t>Technician frustration &amp; burnout</a:t>
          </a:r>
        </a:p>
      </dgm:t>
    </dgm:pt>
    <dgm:pt modelId="{193503DA-DE04-4EC3-96D2-8B903A205EB7}" type="parTrans" cxnId="{B65C35B5-A21A-49E7-8BE6-9EE96C9EAEB4}">
      <dgm:prSet/>
      <dgm:spPr/>
      <dgm:t>
        <a:bodyPr/>
        <a:lstStyle/>
        <a:p>
          <a:endParaRPr lang="en-US"/>
        </a:p>
      </dgm:t>
    </dgm:pt>
    <dgm:pt modelId="{658C7F4E-6022-4993-9999-596DA5B16E2E}" type="sibTrans" cxnId="{B65C35B5-A21A-49E7-8BE6-9EE96C9EAEB4}">
      <dgm:prSet/>
      <dgm:spPr/>
      <dgm:t>
        <a:bodyPr/>
        <a:lstStyle/>
        <a:p>
          <a:endParaRPr lang="en-US"/>
        </a:p>
      </dgm:t>
    </dgm:pt>
    <dgm:pt modelId="{6754D3B8-1A2E-46C5-8D03-CE102949DB9B}">
      <dgm:prSet/>
      <dgm:spPr/>
      <dgm:t>
        <a:bodyPr/>
        <a:lstStyle/>
        <a:p>
          <a:pPr>
            <a:buFontTx/>
            <a:buChar char="-"/>
          </a:pPr>
          <a:r>
            <a:rPr lang="en-US"/>
            <a:t>Low morale → high turnover &amp; labor risks</a:t>
          </a:r>
          <a:endParaRPr lang="en-US" dirty="0"/>
        </a:p>
      </dgm:t>
    </dgm:pt>
    <dgm:pt modelId="{BC8672F3-6831-4EF5-9912-E0A783DA75C9}" type="parTrans" cxnId="{AF536DDA-05E9-4B06-9324-7B1C052C0DA8}">
      <dgm:prSet/>
      <dgm:spPr/>
      <dgm:t>
        <a:bodyPr/>
        <a:lstStyle/>
        <a:p>
          <a:endParaRPr lang="en-US"/>
        </a:p>
      </dgm:t>
    </dgm:pt>
    <dgm:pt modelId="{27C58A0C-5FE9-4719-9BD8-50252AE3A009}" type="sibTrans" cxnId="{AF536DDA-05E9-4B06-9324-7B1C052C0DA8}">
      <dgm:prSet/>
      <dgm:spPr/>
      <dgm:t>
        <a:bodyPr/>
        <a:lstStyle/>
        <a:p>
          <a:endParaRPr lang="en-US"/>
        </a:p>
      </dgm:t>
    </dgm:pt>
    <dgm:pt modelId="{FD67923F-9DD0-43B1-9834-8D2EF63B539F}">
      <dgm:prSet phldrT="[Text]" custT="1"/>
      <dgm:spPr/>
      <dgm:t>
        <a:bodyPr/>
        <a:lstStyle/>
        <a:p>
          <a:pPr>
            <a:buFontTx/>
            <a:buChar char="-"/>
          </a:pPr>
          <a:r>
            <a:rPr lang="en-US" sz="1400" dirty="0"/>
            <a:t>Customer schedules technician service requests</a:t>
          </a:r>
        </a:p>
      </dgm:t>
    </dgm:pt>
    <dgm:pt modelId="{E83A6F6A-9D36-473D-99C7-675356D09573}" type="sibTrans" cxnId="{6D09D5EC-1038-4424-9809-12357B95E75C}">
      <dgm:prSet/>
      <dgm:spPr/>
      <dgm:t>
        <a:bodyPr/>
        <a:lstStyle/>
        <a:p>
          <a:endParaRPr lang="en-US"/>
        </a:p>
      </dgm:t>
    </dgm:pt>
    <dgm:pt modelId="{FB0802F9-2CC3-4B00-9D0E-51CA4ACC3E1E}" type="parTrans" cxnId="{6D09D5EC-1038-4424-9809-12357B95E75C}">
      <dgm:prSet/>
      <dgm:spPr/>
      <dgm:t>
        <a:bodyPr/>
        <a:lstStyle/>
        <a:p>
          <a:endParaRPr lang="en-US"/>
        </a:p>
      </dgm:t>
    </dgm:pt>
    <dgm:pt modelId="{EFC6975D-0756-441B-A735-F1B16655A49E}">
      <dgm:prSet phldrT="[Text]" custT="1"/>
      <dgm:spPr/>
      <dgm:t>
        <a:bodyPr/>
        <a:lstStyle/>
        <a:p>
          <a:pPr>
            <a:buFontTx/>
            <a:buChar char="-"/>
          </a:pPr>
          <a:r>
            <a:rPr lang="en-US" sz="1400" dirty="0"/>
            <a:t>No expertise matching</a:t>
          </a:r>
        </a:p>
      </dgm:t>
    </dgm:pt>
    <dgm:pt modelId="{59704D72-EEC3-4CBB-91FC-E8250A85A56A}" type="parTrans" cxnId="{B5294577-C1A4-4BCC-B523-7DE758260716}">
      <dgm:prSet/>
      <dgm:spPr/>
      <dgm:t>
        <a:bodyPr/>
        <a:lstStyle/>
        <a:p>
          <a:endParaRPr lang="en-US"/>
        </a:p>
      </dgm:t>
    </dgm:pt>
    <dgm:pt modelId="{834DBC5D-141A-4029-A912-DBBFAF14BCB7}" type="sibTrans" cxnId="{B5294577-C1A4-4BCC-B523-7DE758260716}">
      <dgm:prSet/>
      <dgm:spPr/>
      <dgm:t>
        <a:bodyPr/>
        <a:lstStyle/>
        <a:p>
          <a:endParaRPr lang="en-US"/>
        </a:p>
      </dgm:t>
    </dgm:pt>
    <dgm:pt modelId="{440C6A1C-0828-4693-A0CE-BF66E4A11D14}">
      <dgm:prSet phldrT="[Text]"/>
      <dgm:spPr/>
      <dgm:t>
        <a:bodyPr/>
        <a:lstStyle/>
        <a:p>
          <a:r>
            <a:rPr lang="en-US" dirty="0"/>
            <a:t>Technician assigned randomly </a:t>
          </a:r>
        </a:p>
      </dgm:t>
    </dgm:pt>
    <dgm:pt modelId="{9B19FA0D-9444-488B-B8ED-5154C69385B2}" type="parTrans" cxnId="{35192AA9-F4A4-4C7A-8C65-F0FFC8A3FE51}">
      <dgm:prSet/>
      <dgm:spPr/>
      <dgm:t>
        <a:bodyPr/>
        <a:lstStyle/>
        <a:p>
          <a:endParaRPr lang="en-US"/>
        </a:p>
      </dgm:t>
    </dgm:pt>
    <dgm:pt modelId="{FE7F54ED-8986-48CF-9173-7517332841D1}" type="sibTrans" cxnId="{35192AA9-F4A4-4C7A-8C65-F0FFC8A3FE51}">
      <dgm:prSet/>
      <dgm:spPr/>
      <dgm:t>
        <a:bodyPr/>
        <a:lstStyle/>
        <a:p>
          <a:endParaRPr lang="en-US"/>
        </a:p>
      </dgm:t>
    </dgm:pt>
    <dgm:pt modelId="{A6753091-0F0B-40A2-B531-F79E9C078A38}" type="pres">
      <dgm:prSet presAssocID="{5F8CAA9D-D82A-4E78-B1C3-AD30FBD57C2B}" presName="linearFlow" presStyleCnt="0">
        <dgm:presLayoutVars>
          <dgm:dir/>
          <dgm:animLvl val="lvl"/>
          <dgm:resizeHandles val="exact"/>
        </dgm:presLayoutVars>
      </dgm:prSet>
      <dgm:spPr/>
    </dgm:pt>
    <dgm:pt modelId="{1293E909-746C-471D-B836-00CE05639476}" type="pres">
      <dgm:prSet presAssocID="{18C0F69A-FBCE-4967-BECE-AB2E01D88C91}" presName="composite" presStyleCnt="0"/>
      <dgm:spPr/>
    </dgm:pt>
    <dgm:pt modelId="{93E61717-2039-478C-9875-0A72E8F00AF8}" type="pres">
      <dgm:prSet presAssocID="{18C0F69A-FBCE-4967-BECE-AB2E01D88C91}" presName="parTx" presStyleLbl="node1" presStyleIdx="0" presStyleCnt="5">
        <dgm:presLayoutVars>
          <dgm:chMax val="0"/>
          <dgm:chPref val="0"/>
          <dgm:bulletEnabled val="1"/>
        </dgm:presLayoutVars>
      </dgm:prSet>
      <dgm:spPr/>
    </dgm:pt>
    <dgm:pt modelId="{927D82D3-02F0-419C-862A-13E999653E22}" type="pres">
      <dgm:prSet presAssocID="{18C0F69A-FBCE-4967-BECE-AB2E01D88C91}" presName="parSh" presStyleLbl="node1" presStyleIdx="0" presStyleCnt="5"/>
      <dgm:spPr/>
    </dgm:pt>
    <dgm:pt modelId="{26E2DB53-DFF1-4235-8F86-4184067A26FB}" type="pres">
      <dgm:prSet presAssocID="{18C0F69A-FBCE-4967-BECE-AB2E01D88C91}" presName="desTx" presStyleLbl="fgAcc1" presStyleIdx="0" presStyleCnt="5" custScaleY="96831" custLinFactNeighborX="4439" custLinFactNeighborY="1632">
        <dgm:presLayoutVars>
          <dgm:bulletEnabled val="1"/>
        </dgm:presLayoutVars>
      </dgm:prSet>
      <dgm:spPr/>
    </dgm:pt>
    <dgm:pt modelId="{29345F63-C045-47FF-841E-0469DD9BAB98}" type="pres">
      <dgm:prSet presAssocID="{9AF1FB51-DB19-445D-9482-37E9E81722A3}" presName="sibTrans" presStyleLbl="sibTrans2D1" presStyleIdx="0" presStyleCnt="4"/>
      <dgm:spPr/>
    </dgm:pt>
    <dgm:pt modelId="{05A5115B-9C4B-470E-BD86-CA1ADFD7DF9E}" type="pres">
      <dgm:prSet presAssocID="{9AF1FB51-DB19-445D-9482-37E9E81722A3}" presName="connTx" presStyleLbl="sibTrans2D1" presStyleIdx="0" presStyleCnt="4"/>
      <dgm:spPr/>
    </dgm:pt>
    <dgm:pt modelId="{061F18C6-0FF0-4C44-9CED-CBF63B6FAB2F}" type="pres">
      <dgm:prSet presAssocID="{C90AB911-1825-4820-B179-6541D4236B33}" presName="composite" presStyleCnt="0"/>
      <dgm:spPr/>
    </dgm:pt>
    <dgm:pt modelId="{418AD4DD-3539-4CAE-AC6C-CB58F244DA50}" type="pres">
      <dgm:prSet presAssocID="{C90AB911-1825-4820-B179-6541D4236B33}" presName="parTx" presStyleLbl="node1" presStyleIdx="0" presStyleCnt="5">
        <dgm:presLayoutVars>
          <dgm:chMax val="0"/>
          <dgm:chPref val="0"/>
          <dgm:bulletEnabled val="1"/>
        </dgm:presLayoutVars>
      </dgm:prSet>
      <dgm:spPr/>
    </dgm:pt>
    <dgm:pt modelId="{71D6746F-2EF7-475B-8E92-9C69D0813D5E}" type="pres">
      <dgm:prSet presAssocID="{C90AB911-1825-4820-B179-6541D4236B33}" presName="parSh" presStyleLbl="node1" presStyleIdx="1" presStyleCnt="5" custScaleX="109217"/>
      <dgm:spPr/>
    </dgm:pt>
    <dgm:pt modelId="{F11AF00A-D95F-4C00-B989-BCF3BE3AEDEB}" type="pres">
      <dgm:prSet presAssocID="{C90AB911-1825-4820-B179-6541D4236B33}" presName="desTx" presStyleLbl="fgAcc1" presStyleIdx="1" presStyleCnt="5">
        <dgm:presLayoutVars>
          <dgm:bulletEnabled val="1"/>
        </dgm:presLayoutVars>
      </dgm:prSet>
      <dgm:spPr/>
    </dgm:pt>
    <dgm:pt modelId="{6D7A0BBF-9F8C-4A6B-A8F8-34688F4D0BCC}" type="pres">
      <dgm:prSet presAssocID="{88DA3F15-E22B-477D-893F-35D1EE3B2B9E}" presName="sibTrans" presStyleLbl="sibTrans2D1" presStyleIdx="1" presStyleCnt="4"/>
      <dgm:spPr/>
    </dgm:pt>
    <dgm:pt modelId="{9E9F8A59-10BB-4B32-9340-0D635F727BD0}" type="pres">
      <dgm:prSet presAssocID="{88DA3F15-E22B-477D-893F-35D1EE3B2B9E}" presName="connTx" presStyleLbl="sibTrans2D1" presStyleIdx="1" presStyleCnt="4"/>
      <dgm:spPr/>
    </dgm:pt>
    <dgm:pt modelId="{BCC6D2B6-3B41-4DA7-B7D6-285014CCE6FA}" type="pres">
      <dgm:prSet presAssocID="{440C6A1C-0828-4693-A0CE-BF66E4A11D14}" presName="composite" presStyleCnt="0"/>
      <dgm:spPr/>
    </dgm:pt>
    <dgm:pt modelId="{1965AFD5-1B63-4774-A937-A79561AF8E66}" type="pres">
      <dgm:prSet presAssocID="{440C6A1C-0828-4693-A0CE-BF66E4A11D14}" presName="parTx" presStyleLbl="node1" presStyleIdx="1" presStyleCnt="5">
        <dgm:presLayoutVars>
          <dgm:chMax val="0"/>
          <dgm:chPref val="0"/>
          <dgm:bulletEnabled val="1"/>
        </dgm:presLayoutVars>
      </dgm:prSet>
      <dgm:spPr/>
    </dgm:pt>
    <dgm:pt modelId="{427E87E7-8482-4626-81A7-A6A79D211653}" type="pres">
      <dgm:prSet presAssocID="{440C6A1C-0828-4693-A0CE-BF66E4A11D14}" presName="parSh" presStyleLbl="node1" presStyleIdx="2" presStyleCnt="5"/>
      <dgm:spPr/>
    </dgm:pt>
    <dgm:pt modelId="{1AF180F8-E441-4269-8A87-5F0348086CBD}" type="pres">
      <dgm:prSet presAssocID="{440C6A1C-0828-4693-A0CE-BF66E4A11D14}" presName="desTx" presStyleLbl="fgAcc1" presStyleIdx="2" presStyleCnt="5">
        <dgm:presLayoutVars>
          <dgm:bulletEnabled val="1"/>
        </dgm:presLayoutVars>
      </dgm:prSet>
      <dgm:spPr/>
    </dgm:pt>
    <dgm:pt modelId="{BFF7EE14-AF04-4327-A5DB-535B3C98452F}" type="pres">
      <dgm:prSet presAssocID="{FE7F54ED-8986-48CF-9173-7517332841D1}" presName="sibTrans" presStyleLbl="sibTrans2D1" presStyleIdx="2" presStyleCnt="4"/>
      <dgm:spPr/>
    </dgm:pt>
    <dgm:pt modelId="{0E21A4A0-129D-45FE-94FC-4DA89E7F5B43}" type="pres">
      <dgm:prSet presAssocID="{FE7F54ED-8986-48CF-9173-7517332841D1}" presName="connTx" presStyleLbl="sibTrans2D1" presStyleIdx="2" presStyleCnt="4"/>
      <dgm:spPr/>
    </dgm:pt>
    <dgm:pt modelId="{BF7DCC4B-5152-4C6B-8E58-5DB8592C0AFD}" type="pres">
      <dgm:prSet presAssocID="{B9BD071B-A941-4734-8ED2-F0B4B3AC7821}" presName="composite" presStyleCnt="0"/>
      <dgm:spPr/>
    </dgm:pt>
    <dgm:pt modelId="{D21A3802-E354-4ED2-A15E-AD3498A2D5AB}" type="pres">
      <dgm:prSet presAssocID="{B9BD071B-A941-4734-8ED2-F0B4B3AC7821}" presName="parTx" presStyleLbl="node1" presStyleIdx="2" presStyleCnt="5">
        <dgm:presLayoutVars>
          <dgm:chMax val="0"/>
          <dgm:chPref val="0"/>
          <dgm:bulletEnabled val="1"/>
        </dgm:presLayoutVars>
      </dgm:prSet>
      <dgm:spPr/>
    </dgm:pt>
    <dgm:pt modelId="{969FA144-7833-488F-A55A-1F624475AC0E}" type="pres">
      <dgm:prSet presAssocID="{B9BD071B-A941-4734-8ED2-F0B4B3AC7821}" presName="parSh" presStyleLbl="node1" presStyleIdx="3" presStyleCnt="5"/>
      <dgm:spPr/>
    </dgm:pt>
    <dgm:pt modelId="{86F3F724-5FD4-4993-A935-D47E380DF994}" type="pres">
      <dgm:prSet presAssocID="{B9BD071B-A941-4734-8ED2-F0B4B3AC7821}" presName="desTx" presStyleLbl="fgAcc1" presStyleIdx="3" presStyleCnt="5">
        <dgm:presLayoutVars>
          <dgm:bulletEnabled val="1"/>
        </dgm:presLayoutVars>
      </dgm:prSet>
      <dgm:spPr/>
    </dgm:pt>
    <dgm:pt modelId="{0E3CEF6E-9B86-46C4-9854-03CB70332758}" type="pres">
      <dgm:prSet presAssocID="{316FDFFA-5202-4B7E-AB87-EF2C4DB89629}" presName="sibTrans" presStyleLbl="sibTrans2D1" presStyleIdx="3" presStyleCnt="4"/>
      <dgm:spPr/>
    </dgm:pt>
    <dgm:pt modelId="{FA45E3AE-F034-43A7-9A65-2BEB0596C55E}" type="pres">
      <dgm:prSet presAssocID="{316FDFFA-5202-4B7E-AB87-EF2C4DB89629}" presName="connTx" presStyleLbl="sibTrans2D1" presStyleIdx="3" presStyleCnt="4"/>
      <dgm:spPr/>
    </dgm:pt>
    <dgm:pt modelId="{B981A847-3F92-4A07-AE45-9F5D18B8920A}" type="pres">
      <dgm:prSet presAssocID="{009202B8-7599-44B4-B66C-F1E3124DCACF}" presName="composite" presStyleCnt="0"/>
      <dgm:spPr/>
    </dgm:pt>
    <dgm:pt modelId="{E0492135-C5C1-45CA-BA4E-6CA49361A48F}" type="pres">
      <dgm:prSet presAssocID="{009202B8-7599-44B4-B66C-F1E3124DCACF}" presName="parTx" presStyleLbl="node1" presStyleIdx="3" presStyleCnt="5">
        <dgm:presLayoutVars>
          <dgm:chMax val="0"/>
          <dgm:chPref val="0"/>
          <dgm:bulletEnabled val="1"/>
        </dgm:presLayoutVars>
      </dgm:prSet>
      <dgm:spPr/>
    </dgm:pt>
    <dgm:pt modelId="{A67D30E2-05ED-4949-B9CB-52F7AD647B2B}" type="pres">
      <dgm:prSet presAssocID="{009202B8-7599-44B4-B66C-F1E3124DCACF}" presName="parSh" presStyleLbl="node1" presStyleIdx="4" presStyleCnt="5"/>
      <dgm:spPr/>
    </dgm:pt>
    <dgm:pt modelId="{52124CBC-0F76-48B5-9E0E-3FE2EB0F1567}" type="pres">
      <dgm:prSet presAssocID="{009202B8-7599-44B4-B66C-F1E3124DCACF}" presName="desTx" presStyleLbl="fgAcc1" presStyleIdx="4" presStyleCnt="5">
        <dgm:presLayoutVars>
          <dgm:bulletEnabled val="1"/>
        </dgm:presLayoutVars>
      </dgm:prSet>
      <dgm:spPr/>
    </dgm:pt>
  </dgm:ptLst>
  <dgm:cxnLst>
    <dgm:cxn modelId="{8BB74B09-8045-478A-9C65-10C5E3EAE76C}" type="presOf" srcId="{0B61942D-0B06-4685-AD45-AF4DCBE36EFB}" destId="{52124CBC-0F76-48B5-9E0E-3FE2EB0F1567}" srcOrd="0" destOrd="0" presId="urn:microsoft.com/office/officeart/2005/8/layout/process3"/>
    <dgm:cxn modelId="{9C33C910-8A21-4A5B-9D41-EADC897C7FB7}" srcId="{5F8CAA9D-D82A-4E78-B1C3-AD30FBD57C2B}" destId="{C90AB911-1825-4820-B179-6541D4236B33}" srcOrd="1" destOrd="0" parTransId="{59CAEFF1-ABBF-47A1-8756-FEF2A7AC9235}" sibTransId="{88DA3F15-E22B-477D-893F-35D1EE3B2B9E}"/>
    <dgm:cxn modelId="{DA4F1B11-60DF-4DB0-B4F0-06C69AA15344}" type="presOf" srcId="{440C6A1C-0828-4693-A0CE-BF66E4A11D14}" destId="{427E87E7-8482-4626-81A7-A6A79D211653}" srcOrd="1" destOrd="0" presId="urn:microsoft.com/office/officeart/2005/8/layout/process3"/>
    <dgm:cxn modelId="{C8F48D19-F836-4B12-9E20-E4D7EE4E935E}" srcId="{440C6A1C-0828-4693-A0CE-BF66E4A11D14}" destId="{F577CACE-3861-49AC-A270-765223AF8FD3}" srcOrd="0" destOrd="0" parTransId="{FFD653DC-FF22-4FC5-9D4F-3B19AA5E0F9A}" sibTransId="{4DAD7255-981C-4E7B-8876-A387659A41F7}"/>
    <dgm:cxn modelId="{BB40B321-D70C-41AC-9FC7-2E1FB8582E11}" type="presOf" srcId="{FE7F54ED-8986-48CF-9173-7517332841D1}" destId="{0E21A4A0-129D-45FE-94FC-4DA89E7F5B43}" srcOrd="1" destOrd="0" presId="urn:microsoft.com/office/officeart/2005/8/layout/process3"/>
    <dgm:cxn modelId="{123EB921-D623-4A5B-95B7-0647440F935B}" type="presOf" srcId="{316FDFFA-5202-4B7E-AB87-EF2C4DB89629}" destId="{FA45E3AE-F034-43A7-9A65-2BEB0596C55E}" srcOrd="1" destOrd="0" presId="urn:microsoft.com/office/officeart/2005/8/layout/process3"/>
    <dgm:cxn modelId="{46A80F23-D7E5-4545-B08F-34CD63E3590C}" type="presOf" srcId="{F577CACE-3861-49AC-A270-765223AF8FD3}" destId="{1AF180F8-E441-4269-8A87-5F0348086CBD}" srcOrd="0" destOrd="0" presId="urn:microsoft.com/office/officeart/2005/8/layout/process3"/>
    <dgm:cxn modelId="{684B8B3B-3629-41F2-8685-B24786A0ADC1}" type="presOf" srcId="{88DA3F15-E22B-477D-893F-35D1EE3B2B9E}" destId="{6D7A0BBF-9F8C-4A6B-A8F8-34688F4D0BCC}" srcOrd="0" destOrd="0" presId="urn:microsoft.com/office/officeart/2005/8/layout/process3"/>
    <dgm:cxn modelId="{9D99BD3C-464C-4557-930F-80F2706F5154}" srcId="{5F8CAA9D-D82A-4E78-B1C3-AD30FBD57C2B}" destId="{B9BD071B-A941-4734-8ED2-F0B4B3AC7821}" srcOrd="3" destOrd="0" parTransId="{1CABA7D1-8136-45B0-B166-55E01E7EE1CC}" sibTransId="{316FDFFA-5202-4B7E-AB87-EF2C4DB89629}"/>
    <dgm:cxn modelId="{3533863E-4A7F-402F-A990-0A77CA3DCD21}" srcId="{009202B8-7599-44B4-B66C-F1E3124DCACF}" destId="{0B61942D-0B06-4685-AD45-AF4DCBE36EFB}" srcOrd="0" destOrd="0" parTransId="{9C0052C8-6AF3-4487-8EB8-D477FB112EF9}" sibTransId="{68A42297-99DF-4ED5-AE37-918C83E77881}"/>
    <dgm:cxn modelId="{BF1DD45C-D1D9-4BB8-A1E7-BB8146A722B2}" type="presOf" srcId="{6754D3B8-1A2E-46C5-8D03-CE102949DB9B}" destId="{52124CBC-0F76-48B5-9E0E-3FE2EB0F1567}" srcOrd="0" destOrd="1" presId="urn:microsoft.com/office/officeart/2005/8/layout/process3"/>
    <dgm:cxn modelId="{C63F5961-4F28-418A-80E9-16EB65FDEA73}" type="presOf" srcId="{9AF1FB51-DB19-445D-9482-37E9E81722A3}" destId="{05A5115B-9C4B-470E-BD86-CA1ADFD7DF9E}" srcOrd="1" destOrd="0" presId="urn:microsoft.com/office/officeart/2005/8/layout/process3"/>
    <dgm:cxn modelId="{B2FB1A43-93F5-40F6-BA40-DF0687B41599}" type="presOf" srcId="{009202B8-7599-44B4-B66C-F1E3124DCACF}" destId="{E0492135-C5C1-45CA-BA4E-6CA49361A48F}" srcOrd="0" destOrd="0" presId="urn:microsoft.com/office/officeart/2005/8/layout/process3"/>
    <dgm:cxn modelId="{3C8B8E64-41FD-4329-A35D-AFFAA9BF92E5}" srcId="{5F8CAA9D-D82A-4E78-B1C3-AD30FBD57C2B}" destId="{18C0F69A-FBCE-4967-BECE-AB2E01D88C91}" srcOrd="0" destOrd="0" parTransId="{641891EE-01C6-4FBA-9E23-AADE6D4AB9F6}" sibTransId="{9AF1FB51-DB19-445D-9482-37E9E81722A3}"/>
    <dgm:cxn modelId="{A1A5FE47-712B-47DC-8A25-D942C3783F19}" type="presOf" srcId="{EFC6975D-0756-441B-A735-F1B16655A49E}" destId="{F11AF00A-D95F-4C00-B989-BCF3BE3AEDEB}" srcOrd="0" destOrd="1" presId="urn:microsoft.com/office/officeart/2005/8/layout/process3"/>
    <dgm:cxn modelId="{A9DC6072-9799-4182-8C44-6DB8E91415C8}" type="presOf" srcId="{455CC2B4-AFE7-4384-9598-00D650039327}" destId="{F11AF00A-D95F-4C00-B989-BCF3BE3AEDEB}" srcOrd="0" destOrd="0" presId="urn:microsoft.com/office/officeart/2005/8/layout/process3"/>
    <dgm:cxn modelId="{B5294577-C1A4-4BCC-B523-7DE758260716}" srcId="{C90AB911-1825-4820-B179-6541D4236B33}" destId="{EFC6975D-0756-441B-A735-F1B16655A49E}" srcOrd="1" destOrd="0" parTransId="{59704D72-EEC3-4CBB-91FC-E8250A85A56A}" sibTransId="{834DBC5D-141A-4029-A912-DBBFAF14BCB7}"/>
    <dgm:cxn modelId="{F049967A-C67C-485C-9F84-692E6E13E5E1}" type="presOf" srcId="{C90AB911-1825-4820-B179-6541D4236B33}" destId="{71D6746F-2EF7-475B-8E92-9C69D0813D5E}" srcOrd="1" destOrd="0" presId="urn:microsoft.com/office/officeart/2005/8/layout/process3"/>
    <dgm:cxn modelId="{5B5E8F87-A0D4-4169-A5FB-BB72EA1D7D9C}" srcId="{C90AB911-1825-4820-B179-6541D4236B33}" destId="{455CC2B4-AFE7-4384-9598-00D650039327}" srcOrd="0" destOrd="0" parTransId="{580DD6E5-790B-41A8-AF34-FB3ADA76E14A}" sibTransId="{1A5FAEF2-30F4-40B6-98DA-FD2A799A3801}"/>
    <dgm:cxn modelId="{93DC388F-5117-409B-9C23-039B47351D07}" type="presOf" srcId="{88DA3F15-E22B-477D-893F-35D1EE3B2B9E}" destId="{9E9F8A59-10BB-4B32-9340-0D635F727BD0}" srcOrd="1" destOrd="0" presId="urn:microsoft.com/office/officeart/2005/8/layout/process3"/>
    <dgm:cxn modelId="{59368195-5B10-46CB-B55A-E56B8360E455}" type="presOf" srcId="{C90AB911-1825-4820-B179-6541D4236B33}" destId="{418AD4DD-3539-4CAE-AC6C-CB58F244DA50}" srcOrd="0" destOrd="0" presId="urn:microsoft.com/office/officeart/2005/8/layout/process3"/>
    <dgm:cxn modelId="{2750FC97-0889-4DA1-9EB7-8250B307736A}" type="presOf" srcId="{5F8CAA9D-D82A-4E78-B1C3-AD30FBD57C2B}" destId="{A6753091-0F0B-40A2-B531-F79E9C078A38}" srcOrd="0" destOrd="0" presId="urn:microsoft.com/office/officeart/2005/8/layout/process3"/>
    <dgm:cxn modelId="{C2BF0B99-1E2C-4950-953F-BDEB694E322B}" srcId="{5F8CAA9D-D82A-4E78-B1C3-AD30FBD57C2B}" destId="{009202B8-7599-44B4-B66C-F1E3124DCACF}" srcOrd="4" destOrd="0" parTransId="{01E9FF68-2FCB-402C-83DD-B1B23BBA20E1}" sibTransId="{9CE1B568-61C0-46A4-ADC3-A3A376248F70}"/>
    <dgm:cxn modelId="{8DC94DA0-8E9D-4A85-A5FC-4A35EE9B8DE4}" type="presOf" srcId="{3639AD7A-DCA0-45C1-BB1E-96B570F69CB9}" destId="{86F3F724-5FD4-4993-A935-D47E380DF994}" srcOrd="0" destOrd="0" presId="urn:microsoft.com/office/officeart/2005/8/layout/process3"/>
    <dgm:cxn modelId="{35192AA9-F4A4-4C7A-8C65-F0FFC8A3FE51}" srcId="{5F8CAA9D-D82A-4E78-B1C3-AD30FBD57C2B}" destId="{440C6A1C-0828-4693-A0CE-BF66E4A11D14}" srcOrd="2" destOrd="0" parTransId="{9B19FA0D-9444-488B-B8ED-5154C69385B2}" sibTransId="{FE7F54ED-8986-48CF-9173-7517332841D1}"/>
    <dgm:cxn modelId="{476573B2-F6A5-41DD-8671-559C0342CF51}" type="presOf" srcId="{B9BD071B-A941-4734-8ED2-F0B4B3AC7821}" destId="{D21A3802-E354-4ED2-A15E-AD3498A2D5AB}" srcOrd="0" destOrd="0" presId="urn:microsoft.com/office/officeart/2005/8/layout/process3"/>
    <dgm:cxn modelId="{B65C35B5-A21A-49E7-8BE6-9EE96C9EAEB4}" srcId="{B9BD071B-A941-4734-8ED2-F0B4B3AC7821}" destId="{3639AD7A-DCA0-45C1-BB1E-96B570F69CB9}" srcOrd="0" destOrd="0" parTransId="{193503DA-DE04-4EC3-96D2-8B903A205EB7}" sibTransId="{658C7F4E-6022-4993-9999-596DA5B16E2E}"/>
    <dgm:cxn modelId="{6765FABE-9D77-4C41-9C22-556FBA5F9357}" type="presOf" srcId="{440C6A1C-0828-4693-A0CE-BF66E4A11D14}" destId="{1965AFD5-1B63-4774-A937-A79561AF8E66}" srcOrd="0" destOrd="0" presId="urn:microsoft.com/office/officeart/2005/8/layout/process3"/>
    <dgm:cxn modelId="{C68ABDCE-6E81-4D85-8B32-8C8096E005CB}" type="presOf" srcId="{9AF1FB51-DB19-445D-9482-37E9E81722A3}" destId="{29345F63-C045-47FF-841E-0469DD9BAB98}" srcOrd="0" destOrd="0" presId="urn:microsoft.com/office/officeart/2005/8/layout/process3"/>
    <dgm:cxn modelId="{08FDEED0-580C-47D9-9ED9-5CDFC5BE456C}" type="presOf" srcId="{B9BD071B-A941-4734-8ED2-F0B4B3AC7821}" destId="{969FA144-7833-488F-A55A-1F624475AC0E}" srcOrd="1" destOrd="0" presId="urn:microsoft.com/office/officeart/2005/8/layout/process3"/>
    <dgm:cxn modelId="{20F62ED1-4D02-4B7A-8CF3-E2FCF50DA1EA}" type="presOf" srcId="{FD67923F-9DD0-43B1-9834-8D2EF63B539F}" destId="{26E2DB53-DFF1-4235-8F86-4184067A26FB}" srcOrd="0" destOrd="0" presId="urn:microsoft.com/office/officeart/2005/8/layout/process3"/>
    <dgm:cxn modelId="{235736D3-DA89-47CA-9A05-FD84D6BA669B}" type="presOf" srcId="{009202B8-7599-44B4-B66C-F1E3124DCACF}" destId="{A67D30E2-05ED-4949-B9CB-52F7AD647B2B}" srcOrd="1" destOrd="0" presId="urn:microsoft.com/office/officeart/2005/8/layout/process3"/>
    <dgm:cxn modelId="{14CB12D4-8D1B-42AE-88C6-B2C88D44CD32}" type="presOf" srcId="{316FDFFA-5202-4B7E-AB87-EF2C4DB89629}" destId="{0E3CEF6E-9B86-46C4-9854-03CB70332758}" srcOrd="0" destOrd="0" presId="urn:microsoft.com/office/officeart/2005/8/layout/process3"/>
    <dgm:cxn modelId="{AF536DDA-05E9-4B06-9324-7B1C052C0DA8}" srcId="{009202B8-7599-44B4-B66C-F1E3124DCACF}" destId="{6754D3B8-1A2E-46C5-8D03-CE102949DB9B}" srcOrd="1" destOrd="0" parTransId="{BC8672F3-6831-4EF5-9912-E0A783DA75C9}" sibTransId="{27C58A0C-5FE9-4719-9BD8-50252AE3A009}"/>
    <dgm:cxn modelId="{6D09D5EC-1038-4424-9809-12357B95E75C}" srcId="{18C0F69A-FBCE-4967-BECE-AB2E01D88C91}" destId="{FD67923F-9DD0-43B1-9834-8D2EF63B539F}" srcOrd="0" destOrd="0" parTransId="{FB0802F9-2CC3-4B00-9D0E-51CA4ACC3E1E}" sibTransId="{E83A6F6A-9D36-473D-99C7-675356D09573}"/>
    <dgm:cxn modelId="{07DE0CEE-4A72-4F27-86B9-A7DB34E64681}" type="presOf" srcId="{18C0F69A-FBCE-4967-BECE-AB2E01D88C91}" destId="{927D82D3-02F0-419C-862A-13E999653E22}" srcOrd="1" destOrd="0" presId="urn:microsoft.com/office/officeart/2005/8/layout/process3"/>
    <dgm:cxn modelId="{0C1ABDFC-A8C2-4BBC-A77C-9A6714085F68}" type="presOf" srcId="{FE7F54ED-8986-48CF-9173-7517332841D1}" destId="{BFF7EE14-AF04-4327-A5DB-535B3C98452F}" srcOrd="0" destOrd="0" presId="urn:microsoft.com/office/officeart/2005/8/layout/process3"/>
    <dgm:cxn modelId="{4D2DC9FF-DDE4-4A14-92FE-AA9C6CF962B0}" type="presOf" srcId="{18C0F69A-FBCE-4967-BECE-AB2E01D88C91}" destId="{93E61717-2039-478C-9875-0A72E8F00AF8}" srcOrd="0" destOrd="0" presId="urn:microsoft.com/office/officeart/2005/8/layout/process3"/>
    <dgm:cxn modelId="{B39721BD-D0EF-40BF-BA43-288D110E4D25}" type="presParOf" srcId="{A6753091-0F0B-40A2-B531-F79E9C078A38}" destId="{1293E909-746C-471D-B836-00CE05639476}" srcOrd="0" destOrd="0" presId="urn:microsoft.com/office/officeart/2005/8/layout/process3"/>
    <dgm:cxn modelId="{3F5FB627-C059-4AE6-884B-74300DE71A63}" type="presParOf" srcId="{1293E909-746C-471D-B836-00CE05639476}" destId="{93E61717-2039-478C-9875-0A72E8F00AF8}" srcOrd="0" destOrd="0" presId="urn:microsoft.com/office/officeart/2005/8/layout/process3"/>
    <dgm:cxn modelId="{24FD26A5-EC60-4534-A474-9EAD53D7C5BB}" type="presParOf" srcId="{1293E909-746C-471D-B836-00CE05639476}" destId="{927D82D3-02F0-419C-862A-13E999653E22}" srcOrd="1" destOrd="0" presId="urn:microsoft.com/office/officeart/2005/8/layout/process3"/>
    <dgm:cxn modelId="{9AE3027B-2E35-4B8F-BE42-CC054E12F8A1}" type="presParOf" srcId="{1293E909-746C-471D-B836-00CE05639476}" destId="{26E2DB53-DFF1-4235-8F86-4184067A26FB}" srcOrd="2" destOrd="0" presId="urn:microsoft.com/office/officeart/2005/8/layout/process3"/>
    <dgm:cxn modelId="{22697383-3D48-4E57-8251-A7A70A5BF123}" type="presParOf" srcId="{A6753091-0F0B-40A2-B531-F79E9C078A38}" destId="{29345F63-C045-47FF-841E-0469DD9BAB98}" srcOrd="1" destOrd="0" presId="urn:microsoft.com/office/officeart/2005/8/layout/process3"/>
    <dgm:cxn modelId="{F22A4430-F4E3-4C84-B1AD-7B98B6DA6F93}" type="presParOf" srcId="{29345F63-C045-47FF-841E-0469DD9BAB98}" destId="{05A5115B-9C4B-470E-BD86-CA1ADFD7DF9E}" srcOrd="0" destOrd="0" presId="urn:microsoft.com/office/officeart/2005/8/layout/process3"/>
    <dgm:cxn modelId="{642061D7-3054-4549-B975-0498F939D198}" type="presParOf" srcId="{A6753091-0F0B-40A2-B531-F79E9C078A38}" destId="{061F18C6-0FF0-4C44-9CED-CBF63B6FAB2F}" srcOrd="2" destOrd="0" presId="urn:microsoft.com/office/officeart/2005/8/layout/process3"/>
    <dgm:cxn modelId="{29108922-C1FC-4F00-B4E8-B5C34A2EE9B9}" type="presParOf" srcId="{061F18C6-0FF0-4C44-9CED-CBF63B6FAB2F}" destId="{418AD4DD-3539-4CAE-AC6C-CB58F244DA50}" srcOrd="0" destOrd="0" presId="urn:microsoft.com/office/officeart/2005/8/layout/process3"/>
    <dgm:cxn modelId="{D6824DDB-DE39-48F6-8DD4-13A56BC25D5F}" type="presParOf" srcId="{061F18C6-0FF0-4C44-9CED-CBF63B6FAB2F}" destId="{71D6746F-2EF7-475B-8E92-9C69D0813D5E}" srcOrd="1" destOrd="0" presId="urn:microsoft.com/office/officeart/2005/8/layout/process3"/>
    <dgm:cxn modelId="{346937AD-EC5A-4490-AA4C-F7948D7ED016}" type="presParOf" srcId="{061F18C6-0FF0-4C44-9CED-CBF63B6FAB2F}" destId="{F11AF00A-D95F-4C00-B989-BCF3BE3AEDEB}" srcOrd="2" destOrd="0" presId="urn:microsoft.com/office/officeart/2005/8/layout/process3"/>
    <dgm:cxn modelId="{061CE8B9-E539-490F-832C-5A1D9855B893}" type="presParOf" srcId="{A6753091-0F0B-40A2-B531-F79E9C078A38}" destId="{6D7A0BBF-9F8C-4A6B-A8F8-34688F4D0BCC}" srcOrd="3" destOrd="0" presId="urn:microsoft.com/office/officeart/2005/8/layout/process3"/>
    <dgm:cxn modelId="{2408AA0D-A125-4F0D-9102-479503FCEF1A}" type="presParOf" srcId="{6D7A0BBF-9F8C-4A6B-A8F8-34688F4D0BCC}" destId="{9E9F8A59-10BB-4B32-9340-0D635F727BD0}" srcOrd="0" destOrd="0" presId="urn:microsoft.com/office/officeart/2005/8/layout/process3"/>
    <dgm:cxn modelId="{65256D3E-D90E-4B1B-945C-CB1BE73323BC}" type="presParOf" srcId="{A6753091-0F0B-40A2-B531-F79E9C078A38}" destId="{BCC6D2B6-3B41-4DA7-B7D6-285014CCE6FA}" srcOrd="4" destOrd="0" presId="urn:microsoft.com/office/officeart/2005/8/layout/process3"/>
    <dgm:cxn modelId="{C227C7AC-E5F1-4B15-AE35-28B19CAB0EE6}" type="presParOf" srcId="{BCC6D2B6-3B41-4DA7-B7D6-285014CCE6FA}" destId="{1965AFD5-1B63-4774-A937-A79561AF8E66}" srcOrd="0" destOrd="0" presId="urn:microsoft.com/office/officeart/2005/8/layout/process3"/>
    <dgm:cxn modelId="{8D427160-8D88-40F6-9328-06092F54BA8D}" type="presParOf" srcId="{BCC6D2B6-3B41-4DA7-B7D6-285014CCE6FA}" destId="{427E87E7-8482-4626-81A7-A6A79D211653}" srcOrd="1" destOrd="0" presId="urn:microsoft.com/office/officeart/2005/8/layout/process3"/>
    <dgm:cxn modelId="{25D1A9AB-3F17-42EF-8064-C3252863BC03}" type="presParOf" srcId="{BCC6D2B6-3B41-4DA7-B7D6-285014CCE6FA}" destId="{1AF180F8-E441-4269-8A87-5F0348086CBD}" srcOrd="2" destOrd="0" presId="urn:microsoft.com/office/officeart/2005/8/layout/process3"/>
    <dgm:cxn modelId="{BB31766D-CCB0-4DC1-A386-8AA6F325B763}" type="presParOf" srcId="{A6753091-0F0B-40A2-B531-F79E9C078A38}" destId="{BFF7EE14-AF04-4327-A5DB-535B3C98452F}" srcOrd="5" destOrd="0" presId="urn:microsoft.com/office/officeart/2005/8/layout/process3"/>
    <dgm:cxn modelId="{3A275BF7-DDF4-40A7-A891-3ECA165B57A5}" type="presParOf" srcId="{BFF7EE14-AF04-4327-A5DB-535B3C98452F}" destId="{0E21A4A0-129D-45FE-94FC-4DA89E7F5B43}" srcOrd="0" destOrd="0" presId="urn:microsoft.com/office/officeart/2005/8/layout/process3"/>
    <dgm:cxn modelId="{3885113B-703D-40BC-9001-0428558E564E}" type="presParOf" srcId="{A6753091-0F0B-40A2-B531-F79E9C078A38}" destId="{BF7DCC4B-5152-4C6B-8E58-5DB8592C0AFD}" srcOrd="6" destOrd="0" presId="urn:microsoft.com/office/officeart/2005/8/layout/process3"/>
    <dgm:cxn modelId="{D6E80623-8B1F-4EA2-A903-83D4F7297995}" type="presParOf" srcId="{BF7DCC4B-5152-4C6B-8E58-5DB8592C0AFD}" destId="{D21A3802-E354-4ED2-A15E-AD3498A2D5AB}" srcOrd="0" destOrd="0" presId="urn:microsoft.com/office/officeart/2005/8/layout/process3"/>
    <dgm:cxn modelId="{AFCAC2CA-8F10-45F9-9331-CF335F7C03A5}" type="presParOf" srcId="{BF7DCC4B-5152-4C6B-8E58-5DB8592C0AFD}" destId="{969FA144-7833-488F-A55A-1F624475AC0E}" srcOrd="1" destOrd="0" presId="urn:microsoft.com/office/officeart/2005/8/layout/process3"/>
    <dgm:cxn modelId="{88621AAE-E380-4D0C-A4F7-07183E0B090C}" type="presParOf" srcId="{BF7DCC4B-5152-4C6B-8E58-5DB8592C0AFD}" destId="{86F3F724-5FD4-4993-A935-D47E380DF994}" srcOrd="2" destOrd="0" presId="urn:microsoft.com/office/officeart/2005/8/layout/process3"/>
    <dgm:cxn modelId="{CC0FDC25-9B84-4F27-8895-942AE3296C27}" type="presParOf" srcId="{A6753091-0F0B-40A2-B531-F79E9C078A38}" destId="{0E3CEF6E-9B86-46C4-9854-03CB70332758}" srcOrd="7" destOrd="0" presId="urn:microsoft.com/office/officeart/2005/8/layout/process3"/>
    <dgm:cxn modelId="{741945C0-54CC-4AD4-84D7-56F24345C3FA}" type="presParOf" srcId="{0E3CEF6E-9B86-46C4-9854-03CB70332758}" destId="{FA45E3AE-F034-43A7-9A65-2BEB0596C55E}" srcOrd="0" destOrd="0" presId="urn:microsoft.com/office/officeart/2005/8/layout/process3"/>
    <dgm:cxn modelId="{9B399643-160F-4366-BB79-A9BF4CE4C5F3}" type="presParOf" srcId="{A6753091-0F0B-40A2-B531-F79E9C078A38}" destId="{B981A847-3F92-4A07-AE45-9F5D18B8920A}" srcOrd="8" destOrd="0" presId="urn:microsoft.com/office/officeart/2005/8/layout/process3"/>
    <dgm:cxn modelId="{E9E45FD8-F8CD-4954-B5B2-71A5DF2EBC2D}" type="presParOf" srcId="{B981A847-3F92-4A07-AE45-9F5D18B8920A}" destId="{E0492135-C5C1-45CA-BA4E-6CA49361A48F}" srcOrd="0" destOrd="0" presId="urn:microsoft.com/office/officeart/2005/8/layout/process3"/>
    <dgm:cxn modelId="{A8618CBD-DB48-4F8C-AB7A-F068D520755A}" type="presParOf" srcId="{B981A847-3F92-4A07-AE45-9F5D18B8920A}" destId="{A67D30E2-05ED-4949-B9CB-52F7AD647B2B}" srcOrd="1" destOrd="0" presId="urn:microsoft.com/office/officeart/2005/8/layout/process3"/>
    <dgm:cxn modelId="{26F8B4A4-C082-4E6B-A00C-8F37007D70C1}" type="presParOf" srcId="{B981A847-3F92-4A07-AE45-9F5D18B8920A}" destId="{52124CBC-0F76-48B5-9E0E-3FE2EB0F1567}" srcOrd="2" destOrd="0" presId="urn:microsoft.com/office/officeart/2005/8/layout/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19CB7661-DAB8-414B-8F4A-C609C92C3CD7}" type="doc">
      <dgm:prSet loTypeId="urn:microsoft.com/office/officeart/2005/8/layout/hList9" loCatId="list" qsTypeId="urn:microsoft.com/office/officeart/2005/8/quickstyle/simple1" qsCatId="simple" csTypeId="urn:microsoft.com/office/officeart/2005/8/colors/accent5_2" csCatId="accent5" phldr="1"/>
      <dgm:spPr/>
      <dgm:t>
        <a:bodyPr/>
        <a:lstStyle/>
        <a:p>
          <a:endParaRPr lang="en-US"/>
        </a:p>
      </dgm:t>
    </dgm:pt>
    <dgm:pt modelId="{9B890105-9BCC-4DA8-9B86-E883EF8F4712}">
      <dgm:prSet phldrT="[Text]" phldr="0"/>
      <dgm:spPr/>
      <dgm:t>
        <a:bodyPr/>
        <a:lstStyle/>
        <a:p>
          <a:r>
            <a:rPr lang="en-US" dirty="0"/>
            <a:t>58%</a:t>
          </a:r>
        </a:p>
      </dgm:t>
    </dgm:pt>
    <dgm:pt modelId="{AA39FD0B-EDCD-4019-81F5-187D116A26A8}" type="parTrans" cxnId="{70BB576A-53AA-4FE0-8C5A-8F1417149E31}">
      <dgm:prSet/>
      <dgm:spPr/>
      <dgm:t>
        <a:bodyPr/>
        <a:lstStyle/>
        <a:p>
          <a:endParaRPr lang="en-US"/>
        </a:p>
      </dgm:t>
    </dgm:pt>
    <dgm:pt modelId="{FDB948C0-6FE0-4ADA-97E5-B036F4BC0B8B}" type="sibTrans" cxnId="{70BB576A-53AA-4FE0-8C5A-8F1417149E31}">
      <dgm:prSet/>
      <dgm:spPr/>
      <dgm:t>
        <a:bodyPr/>
        <a:lstStyle/>
        <a:p>
          <a:endParaRPr lang="en-US"/>
        </a:p>
      </dgm:t>
    </dgm:pt>
    <dgm:pt modelId="{466E0F26-3699-4948-8515-60B34655726D}">
      <dgm:prSet phldrT="[Text]" phldr="0"/>
      <dgm:spPr/>
      <dgm:t>
        <a:bodyPr/>
        <a:lstStyle/>
        <a:p>
          <a:r>
            <a:rPr lang="en-US" dirty="0"/>
            <a:t>Expertise </a:t>
          </a:r>
          <a:r>
            <a:rPr lang="en-US"/>
            <a:t>Match Rate</a:t>
          </a:r>
          <a:endParaRPr lang="en-US" dirty="0"/>
        </a:p>
      </dgm:t>
    </dgm:pt>
    <dgm:pt modelId="{6D08726D-BA8C-471F-8AC1-BC701A023A7B}" type="parTrans" cxnId="{58016890-4928-4209-BAE5-9C46CF7EEDF5}">
      <dgm:prSet/>
      <dgm:spPr/>
      <dgm:t>
        <a:bodyPr/>
        <a:lstStyle/>
        <a:p>
          <a:endParaRPr lang="en-US"/>
        </a:p>
      </dgm:t>
    </dgm:pt>
    <dgm:pt modelId="{8995977F-8E66-429E-900E-FCD9AD1D87EF}" type="sibTrans" cxnId="{58016890-4928-4209-BAE5-9C46CF7EEDF5}">
      <dgm:prSet/>
      <dgm:spPr/>
      <dgm:t>
        <a:bodyPr/>
        <a:lstStyle/>
        <a:p>
          <a:endParaRPr lang="en-US"/>
        </a:p>
      </dgm:t>
    </dgm:pt>
    <dgm:pt modelId="{23E1AB7F-10A6-4C94-A4EB-C88D4F4A56BF}">
      <dgm:prSet phldrT="[Text]" phldr="0"/>
      <dgm:spPr/>
      <dgm:t>
        <a:bodyPr/>
        <a:lstStyle/>
        <a:p>
          <a:r>
            <a:rPr lang="en-US" dirty="0"/>
            <a:t>58%</a:t>
          </a:r>
        </a:p>
      </dgm:t>
    </dgm:pt>
    <dgm:pt modelId="{D0C140FB-6E64-417F-94E9-4BB6B4799048}" type="parTrans" cxnId="{A29203DE-623E-47F8-B61D-B860967A7252}">
      <dgm:prSet/>
      <dgm:spPr/>
      <dgm:t>
        <a:bodyPr/>
        <a:lstStyle/>
        <a:p>
          <a:endParaRPr lang="en-US"/>
        </a:p>
      </dgm:t>
    </dgm:pt>
    <dgm:pt modelId="{57CFC390-2E52-438C-BBDD-ADEFCD682BE0}" type="sibTrans" cxnId="{A29203DE-623E-47F8-B61D-B860967A7252}">
      <dgm:prSet/>
      <dgm:spPr/>
      <dgm:t>
        <a:bodyPr/>
        <a:lstStyle/>
        <a:p>
          <a:endParaRPr lang="en-US"/>
        </a:p>
      </dgm:t>
    </dgm:pt>
    <dgm:pt modelId="{4708DF07-021F-4981-ABCB-A70066070206}">
      <dgm:prSet phldrT="[Text]" phldr="0"/>
      <dgm:spPr/>
      <dgm:t>
        <a:bodyPr/>
        <a:lstStyle/>
        <a:p>
          <a:r>
            <a:rPr lang="en-US" dirty="0"/>
            <a:t>Task Completion Rate</a:t>
          </a:r>
        </a:p>
      </dgm:t>
    </dgm:pt>
    <dgm:pt modelId="{20EB457C-00BB-4F1F-BE6D-946E670AFFB9}" type="parTrans" cxnId="{255FAD0E-580D-4005-BC41-45CAFA066732}">
      <dgm:prSet/>
      <dgm:spPr/>
      <dgm:t>
        <a:bodyPr/>
        <a:lstStyle/>
        <a:p>
          <a:endParaRPr lang="en-US"/>
        </a:p>
      </dgm:t>
    </dgm:pt>
    <dgm:pt modelId="{F5D53BE2-0071-46E8-9555-28CB28C55FD2}" type="sibTrans" cxnId="{255FAD0E-580D-4005-BC41-45CAFA066732}">
      <dgm:prSet/>
      <dgm:spPr/>
      <dgm:t>
        <a:bodyPr/>
        <a:lstStyle/>
        <a:p>
          <a:endParaRPr lang="en-US"/>
        </a:p>
      </dgm:t>
    </dgm:pt>
    <dgm:pt modelId="{F7128399-F944-4DA6-93A5-840F859FC468}">
      <dgm:prSet phldrT="[Text]" phldr="0" custT="1"/>
      <dgm:spPr/>
      <dgm:t>
        <a:bodyPr/>
        <a:lstStyle/>
        <a:p>
          <a:r>
            <a:rPr lang="en-US" sz="1600" dirty="0"/>
            <a:t>$16.8K</a:t>
          </a:r>
        </a:p>
      </dgm:t>
    </dgm:pt>
    <dgm:pt modelId="{E0520F21-00B2-4E2C-B251-07F2829EB93F}" type="parTrans" cxnId="{DF285D76-F377-4461-A007-BBFB3DF3A86C}">
      <dgm:prSet/>
      <dgm:spPr/>
      <dgm:t>
        <a:bodyPr/>
        <a:lstStyle/>
        <a:p>
          <a:endParaRPr lang="en-US"/>
        </a:p>
      </dgm:t>
    </dgm:pt>
    <dgm:pt modelId="{565C83FF-386F-4AA8-8E99-13C50727939A}" type="sibTrans" cxnId="{DF285D76-F377-4461-A007-BBFB3DF3A86C}">
      <dgm:prSet/>
      <dgm:spPr/>
      <dgm:t>
        <a:bodyPr/>
        <a:lstStyle/>
        <a:p>
          <a:endParaRPr lang="en-US"/>
        </a:p>
      </dgm:t>
    </dgm:pt>
    <dgm:pt modelId="{A5FBBBE8-180E-49C3-B67F-15117EC363AC}">
      <dgm:prSet phldrT="[Text]" phldr="0"/>
      <dgm:spPr/>
      <dgm:t>
        <a:bodyPr/>
        <a:lstStyle/>
        <a:p>
          <a:r>
            <a:rPr lang="en-US" dirty="0"/>
            <a:t>Total Penalty Cost for Delays</a:t>
          </a:r>
        </a:p>
      </dgm:t>
    </dgm:pt>
    <dgm:pt modelId="{156C6BFA-AA18-4065-949E-60958003BA62}" type="parTrans" cxnId="{7FF7913C-053A-4469-934A-F3994D4BB76D}">
      <dgm:prSet/>
      <dgm:spPr/>
      <dgm:t>
        <a:bodyPr/>
        <a:lstStyle/>
        <a:p>
          <a:endParaRPr lang="en-US"/>
        </a:p>
      </dgm:t>
    </dgm:pt>
    <dgm:pt modelId="{22B551CC-7E8C-45FA-A636-FE3436843ADA}" type="sibTrans" cxnId="{7FF7913C-053A-4469-934A-F3994D4BB76D}">
      <dgm:prSet/>
      <dgm:spPr/>
      <dgm:t>
        <a:bodyPr/>
        <a:lstStyle/>
        <a:p>
          <a:endParaRPr lang="en-US"/>
        </a:p>
      </dgm:t>
    </dgm:pt>
    <dgm:pt modelId="{87C056D4-01A6-4EC7-BF9B-A1EE8002F67A}">
      <dgm:prSet phldrT="[Text]" phldr="0"/>
      <dgm:spPr/>
      <dgm:t>
        <a:bodyPr/>
        <a:lstStyle/>
        <a:p>
          <a:r>
            <a:rPr lang="en-US" dirty="0"/>
            <a:t>3.06</a:t>
          </a:r>
        </a:p>
      </dgm:t>
    </dgm:pt>
    <dgm:pt modelId="{A7639F87-3BE7-41A4-B58E-34B01440DC37}" type="parTrans" cxnId="{B56B6349-A105-4BF1-A576-6C8916E5E7EC}">
      <dgm:prSet/>
      <dgm:spPr/>
      <dgm:t>
        <a:bodyPr/>
        <a:lstStyle/>
        <a:p>
          <a:endParaRPr lang="en-US"/>
        </a:p>
      </dgm:t>
    </dgm:pt>
    <dgm:pt modelId="{FB086569-BC4C-455F-8E29-C90332112B28}" type="sibTrans" cxnId="{B56B6349-A105-4BF1-A576-6C8916E5E7EC}">
      <dgm:prSet/>
      <dgm:spPr/>
      <dgm:t>
        <a:bodyPr/>
        <a:lstStyle/>
        <a:p>
          <a:endParaRPr lang="en-US"/>
        </a:p>
      </dgm:t>
    </dgm:pt>
    <dgm:pt modelId="{150D63B3-8E2E-47BF-9F15-5100418BB6B2}">
      <dgm:prSet phldrT="[Text]" phldr="0"/>
      <dgm:spPr/>
      <dgm:t>
        <a:bodyPr/>
        <a:lstStyle/>
        <a:p>
          <a:r>
            <a:rPr lang="en-US" dirty="0"/>
            <a:t>Customer Satisfaction Score</a:t>
          </a:r>
        </a:p>
      </dgm:t>
    </dgm:pt>
    <dgm:pt modelId="{6FE33608-4F4E-46A3-A234-9CAB7BA9D48E}" type="parTrans" cxnId="{C115BC34-037F-4126-A19D-5175D037ED68}">
      <dgm:prSet/>
      <dgm:spPr/>
      <dgm:t>
        <a:bodyPr/>
        <a:lstStyle/>
        <a:p>
          <a:endParaRPr lang="en-US"/>
        </a:p>
      </dgm:t>
    </dgm:pt>
    <dgm:pt modelId="{D02E1C58-4D15-40B1-83A7-ACC39C5CCD39}" type="sibTrans" cxnId="{C115BC34-037F-4126-A19D-5175D037ED68}">
      <dgm:prSet/>
      <dgm:spPr/>
      <dgm:t>
        <a:bodyPr/>
        <a:lstStyle/>
        <a:p>
          <a:endParaRPr lang="en-US"/>
        </a:p>
      </dgm:t>
    </dgm:pt>
    <dgm:pt modelId="{556CD5AB-64AB-4B82-A2C7-B04018276FD1}" type="pres">
      <dgm:prSet presAssocID="{19CB7661-DAB8-414B-8F4A-C609C92C3CD7}" presName="list" presStyleCnt="0">
        <dgm:presLayoutVars>
          <dgm:dir/>
          <dgm:animLvl val="lvl"/>
        </dgm:presLayoutVars>
      </dgm:prSet>
      <dgm:spPr/>
    </dgm:pt>
    <dgm:pt modelId="{21A04068-8697-4BE5-9372-632CAA24170F}" type="pres">
      <dgm:prSet presAssocID="{9B890105-9BCC-4DA8-9B86-E883EF8F4712}" presName="posSpace" presStyleCnt="0"/>
      <dgm:spPr/>
    </dgm:pt>
    <dgm:pt modelId="{EC26946D-A54F-4A63-A888-2C3BDCE7E2DD}" type="pres">
      <dgm:prSet presAssocID="{9B890105-9BCC-4DA8-9B86-E883EF8F4712}" presName="vertFlow" presStyleCnt="0"/>
      <dgm:spPr/>
    </dgm:pt>
    <dgm:pt modelId="{49786B0F-93F0-4E76-A120-A2609F54E7C9}" type="pres">
      <dgm:prSet presAssocID="{9B890105-9BCC-4DA8-9B86-E883EF8F4712}" presName="topSpace" presStyleCnt="0"/>
      <dgm:spPr/>
    </dgm:pt>
    <dgm:pt modelId="{610E9DF5-A621-47CB-AF75-2EEA6F36BF2B}" type="pres">
      <dgm:prSet presAssocID="{9B890105-9BCC-4DA8-9B86-E883EF8F4712}" presName="firstComp" presStyleCnt="0"/>
      <dgm:spPr/>
    </dgm:pt>
    <dgm:pt modelId="{12868EE7-0729-4387-ACC6-AA97F145B758}" type="pres">
      <dgm:prSet presAssocID="{9B890105-9BCC-4DA8-9B86-E883EF8F4712}" presName="firstChild" presStyleLbl="bgAccFollowNode1" presStyleIdx="0" presStyleCnt="4"/>
      <dgm:spPr/>
    </dgm:pt>
    <dgm:pt modelId="{AA770CCB-9A58-480A-B547-4DD12A0B6201}" type="pres">
      <dgm:prSet presAssocID="{9B890105-9BCC-4DA8-9B86-E883EF8F4712}" presName="firstChildTx" presStyleLbl="bgAccFollowNode1" presStyleIdx="0" presStyleCnt="4">
        <dgm:presLayoutVars>
          <dgm:bulletEnabled val="1"/>
        </dgm:presLayoutVars>
      </dgm:prSet>
      <dgm:spPr/>
    </dgm:pt>
    <dgm:pt modelId="{4DF60D06-E871-4F38-8619-F171E630C170}" type="pres">
      <dgm:prSet presAssocID="{9B890105-9BCC-4DA8-9B86-E883EF8F4712}" presName="negSpace" presStyleCnt="0"/>
      <dgm:spPr/>
    </dgm:pt>
    <dgm:pt modelId="{FE7F598B-6C42-43BD-9C70-F775B81E9E7B}" type="pres">
      <dgm:prSet presAssocID="{9B890105-9BCC-4DA8-9B86-E883EF8F4712}" presName="circle" presStyleLbl="node1" presStyleIdx="0" presStyleCnt="4"/>
      <dgm:spPr/>
    </dgm:pt>
    <dgm:pt modelId="{845422DE-FDEF-420F-B8D6-C382953E7CB7}" type="pres">
      <dgm:prSet presAssocID="{FDB948C0-6FE0-4ADA-97E5-B036F4BC0B8B}" presName="transSpace" presStyleCnt="0"/>
      <dgm:spPr/>
    </dgm:pt>
    <dgm:pt modelId="{F74CB4FF-55DF-4961-829C-10D4EDCBA4F2}" type="pres">
      <dgm:prSet presAssocID="{23E1AB7F-10A6-4C94-A4EB-C88D4F4A56BF}" presName="posSpace" presStyleCnt="0"/>
      <dgm:spPr/>
    </dgm:pt>
    <dgm:pt modelId="{101E4141-BE47-4B02-88E4-DFCBE1382D07}" type="pres">
      <dgm:prSet presAssocID="{23E1AB7F-10A6-4C94-A4EB-C88D4F4A56BF}" presName="vertFlow" presStyleCnt="0"/>
      <dgm:spPr/>
    </dgm:pt>
    <dgm:pt modelId="{6B3AF31B-7D9C-4EBC-BD05-9BC91BC85704}" type="pres">
      <dgm:prSet presAssocID="{23E1AB7F-10A6-4C94-A4EB-C88D4F4A56BF}" presName="topSpace" presStyleCnt="0"/>
      <dgm:spPr/>
    </dgm:pt>
    <dgm:pt modelId="{6B1EBC4B-8C2E-4451-A4CB-8B6DFFDCC3F2}" type="pres">
      <dgm:prSet presAssocID="{23E1AB7F-10A6-4C94-A4EB-C88D4F4A56BF}" presName="firstComp" presStyleCnt="0"/>
      <dgm:spPr/>
    </dgm:pt>
    <dgm:pt modelId="{8815A827-B2A2-46C2-B9A4-209F2720CC8D}" type="pres">
      <dgm:prSet presAssocID="{23E1AB7F-10A6-4C94-A4EB-C88D4F4A56BF}" presName="firstChild" presStyleLbl="bgAccFollowNode1" presStyleIdx="1" presStyleCnt="4"/>
      <dgm:spPr/>
    </dgm:pt>
    <dgm:pt modelId="{8A9BA674-FAAA-45E9-982F-481B94B5F6AB}" type="pres">
      <dgm:prSet presAssocID="{23E1AB7F-10A6-4C94-A4EB-C88D4F4A56BF}" presName="firstChildTx" presStyleLbl="bgAccFollowNode1" presStyleIdx="1" presStyleCnt="4">
        <dgm:presLayoutVars>
          <dgm:bulletEnabled val="1"/>
        </dgm:presLayoutVars>
      </dgm:prSet>
      <dgm:spPr/>
    </dgm:pt>
    <dgm:pt modelId="{A17BD3FB-0CE9-4FA2-8168-7B987CCABF81}" type="pres">
      <dgm:prSet presAssocID="{23E1AB7F-10A6-4C94-A4EB-C88D4F4A56BF}" presName="negSpace" presStyleCnt="0"/>
      <dgm:spPr/>
    </dgm:pt>
    <dgm:pt modelId="{7B717EE1-3C95-4008-8FDE-1B647F94D66F}" type="pres">
      <dgm:prSet presAssocID="{23E1AB7F-10A6-4C94-A4EB-C88D4F4A56BF}" presName="circle" presStyleLbl="node1" presStyleIdx="1" presStyleCnt="4"/>
      <dgm:spPr/>
    </dgm:pt>
    <dgm:pt modelId="{85421A9F-0534-4174-B972-73FBC52301FD}" type="pres">
      <dgm:prSet presAssocID="{57CFC390-2E52-438C-BBDD-ADEFCD682BE0}" presName="transSpace" presStyleCnt="0"/>
      <dgm:spPr/>
    </dgm:pt>
    <dgm:pt modelId="{AA60141A-DF61-4356-B0F6-2EA892013B1A}" type="pres">
      <dgm:prSet presAssocID="{F7128399-F944-4DA6-93A5-840F859FC468}" presName="posSpace" presStyleCnt="0"/>
      <dgm:spPr/>
    </dgm:pt>
    <dgm:pt modelId="{B02B821F-0E19-44D2-88B7-DB43142BE6DB}" type="pres">
      <dgm:prSet presAssocID="{F7128399-F944-4DA6-93A5-840F859FC468}" presName="vertFlow" presStyleCnt="0"/>
      <dgm:spPr/>
    </dgm:pt>
    <dgm:pt modelId="{100556E8-88AC-43C8-8C7C-C609A8F4727C}" type="pres">
      <dgm:prSet presAssocID="{F7128399-F944-4DA6-93A5-840F859FC468}" presName="topSpace" presStyleCnt="0"/>
      <dgm:spPr/>
    </dgm:pt>
    <dgm:pt modelId="{3897DB62-BAC1-411A-B963-D2B086DEF33E}" type="pres">
      <dgm:prSet presAssocID="{F7128399-F944-4DA6-93A5-840F859FC468}" presName="firstComp" presStyleCnt="0"/>
      <dgm:spPr/>
    </dgm:pt>
    <dgm:pt modelId="{C725CD0C-7382-4E71-8825-8D7F2868B5C2}" type="pres">
      <dgm:prSet presAssocID="{F7128399-F944-4DA6-93A5-840F859FC468}" presName="firstChild" presStyleLbl="bgAccFollowNode1" presStyleIdx="2" presStyleCnt="4"/>
      <dgm:spPr/>
    </dgm:pt>
    <dgm:pt modelId="{BA5EB2CB-DCE7-4739-BAC3-4E4060B6FAF0}" type="pres">
      <dgm:prSet presAssocID="{F7128399-F944-4DA6-93A5-840F859FC468}" presName="firstChildTx" presStyleLbl="bgAccFollowNode1" presStyleIdx="2" presStyleCnt="4">
        <dgm:presLayoutVars>
          <dgm:bulletEnabled val="1"/>
        </dgm:presLayoutVars>
      </dgm:prSet>
      <dgm:spPr/>
    </dgm:pt>
    <dgm:pt modelId="{1AAC9D97-0310-4E23-BF0C-D48EE82ECA78}" type="pres">
      <dgm:prSet presAssocID="{F7128399-F944-4DA6-93A5-840F859FC468}" presName="negSpace" presStyleCnt="0"/>
      <dgm:spPr/>
    </dgm:pt>
    <dgm:pt modelId="{2AFF3D1C-16C6-4285-9446-AA45439E44A8}" type="pres">
      <dgm:prSet presAssocID="{F7128399-F944-4DA6-93A5-840F859FC468}" presName="circle" presStyleLbl="node1" presStyleIdx="2" presStyleCnt="4" custScaleX="107198" custLinFactNeighborX="-4150" custLinFactNeighborY="-4756"/>
      <dgm:spPr/>
    </dgm:pt>
    <dgm:pt modelId="{93C95C23-B448-4EEC-A395-9DF8AC849078}" type="pres">
      <dgm:prSet presAssocID="{565C83FF-386F-4AA8-8E99-13C50727939A}" presName="transSpace" presStyleCnt="0"/>
      <dgm:spPr/>
    </dgm:pt>
    <dgm:pt modelId="{CD017CE6-6310-4E27-9CEB-F73B4B8E718D}" type="pres">
      <dgm:prSet presAssocID="{87C056D4-01A6-4EC7-BF9B-A1EE8002F67A}" presName="posSpace" presStyleCnt="0"/>
      <dgm:spPr/>
    </dgm:pt>
    <dgm:pt modelId="{FE8A7A80-8316-4D9A-9DF2-DF063963B6B4}" type="pres">
      <dgm:prSet presAssocID="{87C056D4-01A6-4EC7-BF9B-A1EE8002F67A}" presName="vertFlow" presStyleCnt="0"/>
      <dgm:spPr/>
    </dgm:pt>
    <dgm:pt modelId="{D50455E2-5CB3-4D7F-AF92-2EE4D432378F}" type="pres">
      <dgm:prSet presAssocID="{87C056D4-01A6-4EC7-BF9B-A1EE8002F67A}" presName="topSpace" presStyleCnt="0"/>
      <dgm:spPr/>
    </dgm:pt>
    <dgm:pt modelId="{5DB8C171-A4F7-47A6-88AE-5E58CBC11132}" type="pres">
      <dgm:prSet presAssocID="{87C056D4-01A6-4EC7-BF9B-A1EE8002F67A}" presName="firstComp" presStyleCnt="0"/>
      <dgm:spPr/>
    </dgm:pt>
    <dgm:pt modelId="{F280C316-3B76-4BCE-9C73-202EDEA4C93D}" type="pres">
      <dgm:prSet presAssocID="{87C056D4-01A6-4EC7-BF9B-A1EE8002F67A}" presName="firstChild" presStyleLbl="bgAccFollowNode1" presStyleIdx="3" presStyleCnt="4"/>
      <dgm:spPr/>
    </dgm:pt>
    <dgm:pt modelId="{7EE6EBBA-FAE5-4B4D-B487-11118F7C8566}" type="pres">
      <dgm:prSet presAssocID="{87C056D4-01A6-4EC7-BF9B-A1EE8002F67A}" presName="firstChildTx" presStyleLbl="bgAccFollowNode1" presStyleIdx="3" presStyleCnt="4">
        <dgm:presLayoutVars>
          <dgm:bulletEnabled val="1"/>
        </dgm:presLayoutVars>
      </dgm:prSet>
      <dgm:spPr/>
    </dgm:pt>
    <dgm:pt modelId="{82C833CD-6DBD-4295-95BB-EAFF34E1D584}" type="pres">
      <dgm:prSet presAssocID="{87C056D4-01A6-4EC7-BF9B-A1EE8002F67A}" presName="negSpace" presStyleCnt="0"/>
      <dgm:spPr/>
    </dgm:pt>
    <dgm:pt modelId="{D521A7E5-A2BB-4BB0-A5BA-ACBEC632E650}" type="pres">
      <dgm:prSet presAssocID="{87C056D4-01A6-4EC7-BF9B-A1EE8002F67A}" presName="circle" presStyleLbl="node1" presStyleIdx="3" presStyleCnt="4"/>
      <dgm:spPr/>
    </dgm:pt>
  </dgm:ptLst>
  <dgm:cxnLst>
    <dgm:cxn modelId="{8D8A810B-154E-4905-843F-3312E3AC26E7}" type="presOf" srcId="{A5FBBBE8-180E-49C3-B67F-15117EC363AC}" destId="{BA5EB2CB-DCE7-4739-BAC3-4E4060B6FAF0}" srcOrd="1" destOrd="0" presId="urn:microsoft.com/office/officeart/2005/8/layout/hList9"/>
    <dgm:cxn modelId="{255FAD0E-580D-4005-BC41-45CAFA066732}" srcId="{23E1AB7F-10A6-4C94-A4EB-C88D4F4A56BF}" destId="{4708DF07-021F-4981-ABCB-A70066070206}" srcOrd="0" destOrd="0" parTransId="{20EB457C-00BB-4F1F-BE6D-946E670AFFB9}" sibTransId="{F5D53BE2-0071-46E8-9555-28CB28C55FD2}"/>
    <dgm:cxn modelId="{D91EF726-ED2D-4787-A0B5-23A0946A537D}" type="presOf" srcId="{4708DF07-021F-4981-ABCB-A70066070206}" destId="{8815A827-B2A2-46C2-B9A4-209F2720CC8D}" srcOrd="0" destOrd="0" presId="urn:microsoft.com/office/officeart/2005/8/layout/hList9"/>
    <dgm:cxn modelId="{911EC02D-5CA2-417B-946F-D27B177044A2}" type="presOf" srcId="{A5FBBBE8-180E-49C3-B67F-15117EC363AC}" destId="{C725CD0C-7382-4E71-8825-8D7F2868B5C2}" srcOrd="0" destOrd="0" presId="urn:microsoft.com/office/officeart/2005/8/layout/hList9"/>
    <dgm:cxn modelId="{A1198931-B76C-47F3-B012-D9AD3EDBAFDD}" type="presOf" srcId="{87C056D4-01A6-4EC7-BF9B-A1EE8002F67A}" destId="{D521A7E5-A2BB-4BB0-A5BA-ACBEC632E650}" srcOrd="0" destOrd="0" presId="urn:microsoft.com/office/officeart/2005/8/layout/hList9"/>
    <dgm:cxn modelId="{C115BC34-037F-4126-A19D-5175D037ED68}" srcId="{87C056D4-01A6-4EC7-BF9B-A1EE8002F67A}" destId="{150D63B3-8E2E-47BF-9F15-5100418BB6B2}" srcOrd="0" destOrd="0" parTransId="{6FE33608-4F4E-46A3-A234-9CAB7BA9D48E}" sibTransId="{D02E1C58-4D15-40B1-83A7-ACC39C5CCD39}"/>
    <dgm:cxn modelId="{7FF7913C-053A-4469-934A-F3994D4BB76D}" srcId="{F7128399-F944-4DA6-93A5-840F859FC468}" destId="{A5FBBBE8-180E-49C3-B67F-15117EC363AC}" srcOrd="0" destOrd="0" parTransId="{156C6BFA-AA18-4065-949E-60958003BA62}" sibTransId="{22B551CC-7E8C-45FA-A636-FE3436843ADA}"/>
    <dgm:cxn modelId="{A672BB3C-D0E6-47EB-B186-C7449AC7C1FB}" type="presOf" srcId="{466E0F26-3699-4948-8515-60B34655726D}" destId="{12868EE7-0729-4387-ACC6-AA97F145B758}" srcOrd="0" destOrd="0" presId="urn:microsoft.com/office/officeart/2005/8/layout/hList9"/>
    <dgm:cxn modelId="{8EF3EB62-4052-4F38-A770-4286C532E2BE}" type="presOf" srcId="{466E0F26-3699-4948-8515-60B34655726D}" destId="{AA770CCB-9A58-480A-B547-4DD12A0B6201}" srcOrd="1" destOrd="0" presId="urn:microsoft.com/office/officeart/2005/8/layout/hList9"/>
    <dgm:cxn modelId="{B56B6349-A105-4BF1-A576-6C8916E5E7EC}" srcId="{19CB7661-DAB8-414B-8F4A-C609C92C3CD7}" destId="{87C056D4-01A6-4EC7-BF9B-A1EE8002F67A}" srcOrd="3" destOrd="0" parTransId="{A7639F87-3BE7-41A4-B58E-34B01440DC37}" sibTransId="{FB086569-BC4C-455F-8E29-C90332112B28}"/>
    <dgm:cxn modelId="{70BB576A-53AA-4FE0-8C5A-8F1417149E31}" srcId="{19CB7661-DAB8-414B-8F4A-C609C92C3CD7}" destId="{9B890105-9BCC-4DA8-9B86-E883EF8F4712}" srcOrd="0" destOrd="0" parTransId="{AA39FD0B-EDCD-4019-81F5-187D116A26A8}" sibTransId="{FDB948C0-6FE0-4ADA-97E5-B036F4BC0B8B}"/>
    <dgm:cxn modelId="{AA459D71-F62E-4C95-9505-34662F45BC14}" type="presOf" srcId="{9B890105-9BCC-4DA8-9B86-E883EF8F4712}" destId="{FE7F598B-6C42-43BD-9C70-F775B81E9E7B}" srcOrd="0" destOrd="0" presId="urn:microsoft.com/office/officeart/2005/8/layout/hList9"/>
    <dgm:cxn modelId="{DF285D76-F377-4461-A007-BBFB3DF3A86C}" srcId="{19CB7661-DAB8-414B-8F4A-C609C92C3CD7}" destId="{F7128399-F944-4DA6-93A5-840F859FC468}" srcOrd="2" destOrd="0" parTransId="{E0520F21-00B2-4E2C-B251-07F2829EB93F}" sibTransId="{565C83FF-386F-4AA8-8E99-13C50727939A}"/>
    <dgm:cxn modelId="{00955389-52FE-438A-BD81-C89F017FDB10}" type="presOf" srcId="{150D63B3-8E2E-47BF-9F15-5100418BB6B2}" destId="{7EE6EBBA-FAE5-4B4D-B487-11118F7C8566}" srcOrd="1" destOrd="0" presId="urn:microsoft.com/office/officeart/2005/8/layout/hList9"/>
    <dgm:cxn modelId="{58016890-4928-4209-BAE5-9C46CF7EEDF5}" srcId="{9B890105-9BCC-4DA8-9B86-E883EF8F4712}" destId="{466E0F26-3699-4948-8515-60B34655726D}" srcOrd="0" destOrd="0" parTransId="{6D08726D-BA8C-471F-8AC1-BC701A023A7B}" sibTransId="{8995977F-8E66-429E-900E-FCD9AD1D87EF}"/>
    <dgm:cxn modelId="{72E11495-AC7C-42B1-A78C-2DCF2479E1A4}" type="presOf" srcId="{150D63B3-8E2E-47BF-9F15-5100418BB6B2}" destId="{F280C316-3B76-4BCE-9C73-202EDEA4C93D}" srcOrd="0" destOrd="0" presId="urn:microsoft.com/office/officeart/2005/8/layout/hList9"/>
    <dgm:cxn modelId="{BACCCCC0-C863-42E4-ACE9-10AF54FB08C3}" type="presOf" srcId="{19CB7661-DAB8-414B-8F4A-C609C92C3CD7}" destId="{556CD5AB-64AB-4B82-A2C7-B04018276FD1}" srcOrd="0" destOrd="0" presId="urn:microsoft.com/office/officeart/2005/8/layout/hList9"/>
    <dgm:cxn modelId="{CE91D5D6-6BFC-43FA-97E7-4231CC986F43}" type="presOf" srcId="{4708DF07-021F-4981-ABCB-A70066070206}" destId="{8A9BA674-FAAA-45E9-982F-481B94B5F6AB}" srcOrd="1" destOrd="0" presId="urn:microsoft.com/office/officeart/2005/8/layout/hList9"/>
    <dgm:cxn modelId="{A29203DE-623E-47F8-B61D-B860967A7252}" srcId="{19CB7661-DAB8-414B-8F4A-C609C92C3CD7}" destId="{23E1AB7F-10A6-4C94-A4EB-C88D4F4A56BF}" srcOrd="1" destOrd="0" parTransId="{D0C140FB-6E64-417F-94E9-4BB6B4799048}" sibTransId="{57CFC390-2E52-438C-BBDD-ADEFCD682BE0}"/>
    <dgm:cxn modelId="{2C09F8DE-26CA-4387-A946-682CCA466268}" type="presOf" srcId="{F7128399-F944-4DA6-93A5-840F859FC468}" destId="{2AFF3D1C-16C6-4285-9446-AA45439E44A8}" srcOrd="0" destOrd="0" presId="urn:microsoft.com/office/officeart/2005/8/layout/hList9"/>
    <dgm:cxn modelId="{95246FF7-FCD2-4E33-8DD5-FA4D7385C24E}" type="presOf" srcId="{23E1AB7F-10A6-4C94-A4EB-C88D4F4A56BF}" destId="{7B717EE1-3C95-4008-8FDE-1B647F94D66F}" srcOrd="0" destOrd="0" presId="urn:microsoft.com/office/officeart/2005/8/layout/hList9"/>
    <dgm:cxn modelId="{0933C70A-7872-479C-A214-175B2340F4A0}" type="presParOf" srcId="{556CD5AB-64AB-4B82-A2C7-B04018276FD1}" destId="{21A04068-8697-4BE5-9372-632CAA24170F}" srcOrd="0" destOrd="0" presId="urn:microsoft.com/office/officeart/2005/8/layout/hList9"/>
    <dgm:cxn modelId="{74DCB4E7-053D-45DB-9166-89D080A62885}" type="presParOf" srcId="{556CD5AB-64AB-4B82-A2C7-B04018276FD1}" destId="{EC26946D-A54F-4A63-A888-2C3BDCE7E2DD}" srcOrd="1" destOrd="0" presId="urn:microsoft.com/office/officeart/2005/8/layout/hList9"/>
    <dgm:cxn modelId="{06E9A2B9-22A7-468E-8359-6D79915E063C}" type="presParOf" srcId="{EC26946D-A54F-4A63-A888-2C3BDCE7E2DD}" destId="{49786B0F-93F0-4E76-A120-A2609F54E7C9}" srcOrd="0" destOrd="0" presId="urn:microsoft.com/office/officeart/2005/8/layout/hList9"/>
    <dgm:cxn modelId="{55D2F4DC-3959-4743-AA63-8213861E1C6D}" type="presParOf" srcId="{EC26946D-A54F-4A63-A888-2C3BDCE7E2DD}" destId="{610E9DF5-A621-47CB-AF75-2EEA6F36BF2B}" srcOrd="1" destOrd="0" presId="urn:microsoft.com/office/officeart/2005/8/layout/hList9"/>
    <dgm:cxn modelId="{C67B2E0F-CD6A-47F2-A40D-3CCA70765802}" type="presParOf" srcId="{610E9DF5-A621-47CB-AF75-2EEA6F36BF2B}" destId="{12868EE7-0729-4387-ACC6-AA97F145B758}" srcOrd="0" destOrd="0" presId="urn:microsoft.com/office/officeart/2005/8/layout/hList9"/>
    <dgm:cxn modelId="{BB9421A3-6164-487E-A725-72029BB2DE70}" type="presParOf" srcId="{610E9DF5-A621-47CB-AF75-2EEA6F36BF2B}" destId="{AA770CCB-9A58-480A-B547-4DD12A0B6201}" srcOrd="1" destOrd="0" presId="urn:microsoft.com/office/officeart/2005/8/layout/hList9"/>
    <dgm:cxn modelId="{A452A90B-1ED0-451D-A1D7-B3A24C3A083B}" type="presParOf" srcId="{556CD5AB-64AB-4B82-A2C7-B04018276FD1}" destId="{4DF60D06-E871-4F38-8619-F171E630C170}" srcOrd="2" destOrd="0" presId="urn:microsoft.com/office/officeart/2005/8/layout/hList9"/>
    <dgm:cxn modelId="{15BEFD7C-329F-4B06-A7DB-72481157AD52}" type="presParOf" srcId="{556CD5AB-64AB-4B82-A2C7-B04018276FD1}" destId="{FE7F598B-6C42-43BD-9C70-F775B81E9E7B}" srcOrd="3" destOrd="0" presId="urn:microsoft.com/office/officeart/2005/8/layout/hList9"/>
    <dgm:cxn modelId="{0754938C-5BE7-4031-9538-E77A42B3CEB8}" type="presParOf" srcId="{556CD5AB-64AB-4B82-A2C7-B04018276FD1}" destId="{845422DE-FDEF-420F-B8D6-C382953E7CB7}" srcOrd="4" destOrd="0" presId="urn:microsoft.com/office/officeart/2005/8/layout/hList9"/>
    <dgm:cxn modelId="{A217BA65-C72C-4BC2-A2CC-4373C91D6068}" type="presParOf" srcId="{556CD5AB-64AB-4B82-A2C7-B04018276FD1}" destId="{F74CB4FF-55DF-4961-829C-10D4EDCBA4F2}" srcOrd="5" destOrd="0" presId="urn:microsoft.com/office/officeart/2005/8/layout/hList9"/>
    <dgm:cxn modelId="{0564B737-6CB1-4D5E-A966-83FB6DAA5C64}" type="presParOf" srcId="{556CD5AB-64AB-4B82-A2C7-B04018276FD1}" destId="{101E4141-BE47-4B02-88E4-DFCBE1382D07}" srcOrd="6" destOrd="0" presId="urn:microsoft.com/office/officeart/2005/8/layout/hList9"/>
    <dgm:cxn modelId="{22FB7D2B-6004-4BF1-B837-F433DD7110AE}" type="presParOf" srcId="{101E4141-BE47-4B02-88E4-DFCBE1382D07}" destId="{6B3AF31B-7D9C-4EBC-BD05-9BC91BC85704}" srcOrd="0" destOrd="0" presId="urn:microsoft.com/office/officeart/2005/8/layout/hList9"/>
    <dgm:cxn modelId="{93F11159-F1FC-45B7-8305-1143C15E39E8}" type="presParOf" srcId="{101E4141-BE47-4B02-88E4-DFCBE1382D07}" destId="{6B1EBC4B-8C2E-4451-A4CB-8B6DFFDCC3F2}" srcOrd="1" destOrd="0" presId="urn:microsoft.com/office/officeart/2005/8/layout/hList9"/>
    <dgm:cxn modelId="{1D3A5BDB-3982-4EA3-9C2D-ED6B8092467A}" type="presParOf" srcId="{6B1EBC4B-8C2E-4451-A4CB-8B6DFFDCC3F2}" destId="{8815A827-B2A2-46C2-B9A4-209F2720CC8D}" srcOrd="0" destOrd="0" presId="urn:microsoft.com/office/officeart/2005/8/layout/hList9"/>
    <dgm:cxn modelId="{185E8108-3513-43EC-8509-396A43DF203F}" type="presParOf" srcId="{6B1EBC4B-8C2E-4451-A4CB-8B6DFFDCC3F2}" destId="{8A9BA674-FAAA-45E9-982F-481B94B5F6AB}" srcOrd="1" destOrd="0" presId="urn:microsoft.com/office/officeart/2005/8/layout/hList9"/>
    <dgm:cxn modelId="{CC7E5C26-73B2-49C2-BDC6-D30C60A73DF6}" type="presParOf" srcId="{556CD5AB-64AB-4B82-A2C7-B04018276FD1}" destId="{A17BD3FB-0CE9-4FA2-8168-7B987CCABF81}" srcOrd="7" destOrd="0" presId="urn:microsoft.com/office/officeart/2005/8/layout/hList9"/>
    <dgm:cxn modelId="{8BAE5CF7-1BD1-40FD-A8D5-7A0001547D44}" type="presParOf" srcId="{556CD5AB-64AB-4B82-A2C7-B04018276FD1}" destId="{7B717EE1-3C95-4008-8FDE-1B647F94D66F}" srcOrd="8" destOrd="0" presId="urn:microsoft.com/office/officeart/2005/8/layout/hList9"/>
    <dgm:cxn modelId="{02E7C73B-0E80-4C46-8C45-4E03814B9BBD}" type="presParOf" srcId="{556CD5AB-64AB-4B82-A2C7-B04018276FD1}" destId="{85421A9F-0534-4174-B972-73FBC52301FD}" srcOrd="9" destOrd="0" presId="urn:microsoft.com/office/officeart/2005/8/layout/hList9"/>
    <dgm:cxn modelId="{53112E8E-34DC-4506-BDA6-E4B317DAD976}" type="presParOf" srcId="{556CD5AB-64AB-4B82-A2C7-B04018276FD1}" destId="{AA60141A-DF61-4356-B0F6-2EA892013B1A}" srcOrd="10" destOrd="0" presId="urn:microsoft.com/office/officeart/2005/8/layout/hList9"/>
    <dgm:cxn modelId="{94BC76EB-663B-4F1C-8FD4-9A3BB267569B}" type="presParOf" srcId="{556CD5AB-64AB-4B82-A2C7-B04018276FD1}" destId="{B02B821F-0E19-44D2-88B7-DB43142BE6DB}" srcOrd="11" destOrd="0" presId="urn:microsoft.com/office/officeart/2005/8/layout/hList9"/>
    <dgm:cxn modelId="{88ED256F-3D52-4B98-A544-71B885603258}" type="presParOf" srcId="{B02B821F-0E19-44D2-88B7-DB43142BE6DB}" destId="{100556E8-88AC-43C8-8C7C-C609A8F4727C}" srcOrd="0" destOrd="0" presId="urn:microsoft.com/office/officeart/2005/8/layout/hList9"/>
    <dgm:cxn modelId="{5E8C2031-C1C6-43EF-A4D8-E7463564471F}" type="presParOf" srcId="{B02B821F-0E19-44D2-88B7-DB43142BE6DB}" destId="{3897DB62-BAC1-411A-B963-D2B086DEF33E}" srcOrd="1" destOrd="0" presId="urn:microsoft.com/office/officeart/2005/8/layout/hList9"/>
    <dgm:cxn modelId="{83E28C09-75B1-423E-986D-E39766ABE3DD}" type="presParOf" srcId="{3897DB62-BAC1-411A-B963-D2B086DEF33E}" destId="{C725CD0C-7382-4E71-8825-8D7F2868B5C2}" srcOrd="0" destOrd="0" presId="urn:microsoft.com/office/officeart/2005/8/layout/hList9"/>
    <dgm:cxn modelId="{04F412B7-F65E-4C35-8C09-B93D105A9B53}" type="presParOf" srcId="{3897DB62-BAC1-411A-B963-D2B086DEF33E}" destId="{BA5EB2CB-DCE7-4739-BAC3-4E4060B6FAF0}" srcOrd="1" destOrd="0" presId="urn:microsoft.com/office/officeart/2005/8/layout/hList9"/>
    <dgm:cxn modelId="{6A48AFFC-A2C6-482A-AAC5-282CD613BBF8}" type="presParOf" srcId="{556CD5AB-64AB-4B82-A2C7-B04018276FD1}" destId="{1AAC9D97-0310-4E23-BF0C-D48EE82ECA78}" srcOrd="12" destOrd="0" presId="urn:microsoft.com/office/officeart/2005/8/layout/hList9"/>
    <dgm:cxn modelId="{0FC3FDC0-BEE0-489D-AFD7-A446631BB0FC}" type="presParOf" srcId="{556CD5AB-64AB-4B82-A2C7-B04018276FD1}" destId="{2AFF3D1C-16C6-4285-9446-AA45439E44A8}" srcOrd="13" destOrd="0" presId="urn:microsoft.com/office/officeart/2005/8/layout/hList9"/>
    <dgm:cxn modelId="{BD955892-06D7-47EA-86C3-708C446A6B60}" type="presParOf" srcId="{556CD5AB-64AB-4B82-A2C7-B04018276FD1}" destId="{93C95C23-B448-4EEC-A395-9DF8AC849078}" srcOrd="14" destOrd="0" presId="urn:microsoft.com/office/officeart/2005/8/layout/hList9"/>
    <dgm:cxn modelId="{D6669B1B-BFFC-424D-9A7F-DF1B951FC6AC}" type="presParOf" srcId="{556CD5AB-64AB-4B82-A2C7-B04018276FD1}" destId="{CD017CE6-6310-4E27-9CEB-F73B4B8E718D}" srcOrd="15" destOrd="0" presId="urn:microsoft.com/office/officeart/2005/8/layout/hList9"/>
    <dgm:cxn modelId="{B7524E25-507D-445C-9428-CB9B3492C9AE}" type="presParOf" srcId="{556CD5AB-64AB-4B82-A2C7-B04018276FD1}" destId="{FE8A7A80-8316-4D9A-9DF2-DF063963B6B4}" srcOrd="16" destOrd="0" presId="urn:microsoft.com/office/officeart/2005/8/layout/hList9"/>
    <dgm:cxn modelId="{DD637EED-5BC7-4226-BDFC-D5DDB0604046}" type="presParOf" srcId="{FE8A7A80-8316-4D9A-9DF2-DF063963B6B4}" destId="{D50455E2-5CB3-4D7F-AF92-2EE4D432378F}" srcOrd="0" destOrd="0" presId="urn:microsoft.com/office/officeart/2005/8/layout/hList9"/>
    <dgm:cxn modelId="{3D20CE27-40FB-460C-8A6C-B2F91DD2339A}" type="presParOf" srcId="{FE8A7A80-8316-4D9A-9DF2-DF063963B6B4}" destId="{5DB8C171-A4F7-47A6-88AE-5E58CBC11132}" srcOrd="1" destOrd="0" presId="urn:microsoft.com/office/officeart/2005/8/layout/hList9"/>
    <dgm:cxn modelId="{187C90AA-EEDC-4C95-8136-76D4DB7CE43F}" type="presParOf" srcId="{5DB8C171-A4F7-47A6-88AE-5E58CBC11132}" destId="{F280C316-3B76-4BCE-9C73-202EDEA4C93D}" srcOrd="0" destOrd="0" presId="urn:microsoft.com/office/officeart/2005/8/layout/hList9"/>
    <dgm:cxn modelId="{8A741167-D590-48A7-B6C2-8CB1F3B30BF7}" type="presParOf" srcId="{5DB8C171-A4F7-47A6-88AE-5E58CBC11132}" destId="{7EE6EBBA-FAE5-4B4D-B487-11118F7C8566}" srcOrd="1" destOrd="0" presId="urn:microsoft.com/office/officeart/2005/8/layout/hList9"/>
    <dgm:cxn modelId="{A633EC7E-95E5-41E4-86DB-5F9BFDA2F6A3}" type="presParOf" srcId="{556CD5AB-64AB-4B82-A2C7-B04018276FD1}" destId="{82C833CD-6DBD-4295-95BB-EAFF34E1D584}" srcOrd="17" destOrd="0" presId="urn:microsoft.com/office/officeart/2005/8/layout/hList9"/>
    <dgm:cxn modelId="{3CC998BF-6CB6-4263-A6BD-89C4324BBBF1}" type="presParOf" srcId="{556CD5AB-64AB-4B82-A2C7-B04018276FD1}" destId="{D521A7E5-A2BB-4BB0-A5BA-ACBEC632E650}" srcOrd="18" destOrd="0" presId="urn:microsoft.com/office/officeart/2005/8/layout/hList9"/>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B3B6316-4DBB-4BF8-B9D9-A6B7CA293FDC}" type="doc">
      <dgm:prSet loTypeId="urn:microsoft.com/office/officeart/2005/8/layout/lProcess2" loCatId="list" qsTypeId="urn:microsoft.com/office/officeart/2005/8/quickstyle/simple1" qsCatId="simple" csTypeId="urn:microsoft.com/office/officeart/2005/8/colors/accent4_2" csCatId="accent4" phldr="1"/>
      <dgm:spPr/>
      <dgm:t>
        <a:bodyPr/>
        <a:lstStyle/>
        <a:p>
          <a:endParaRPr lang="en-US"/>
        </a:p>
      </dgm:t>
    </dgm:pt>
    <dgm:pt modelId="{E3CD6BB2-29E7-4AB4-B8FB-05D5335A58DD}">
      <dgm:prSet phldrT="[Text]"/>
      <dgm:spPr/>
      <dgm:t>
        <a:bodyPr/>
        <a:lstStyle/>
        <a:p>
          <a:r>
            <a:rPr lang="en-US" dirty="0"/>
            <a:t>Financial</a:t>
          </a:r>
        </a:p>
      </dgm:t>
    </dgm:pt>
    <dgm:pt modelId="{D4410D8F-5A06-4662-B8D4-00DA76987782}" type="parTrans" cxnId="{F30EDCDD-39DF-410F-B16C-B9DF39DF9DD2}">
      <dgm:prSet/>
      <dgm:spPr/>
      <dgm:t>
        <a:bodyPr/>
        <a:lstStyle/>
        <a:p>
          <a:endParaRPr lang="en-US"/>
        </a:p>
      </dgm:t>
    </dgm:pt>
    <dgm:pt modelId="{35F2F9E9-514B-4BE4-9013-4D66ADB49AAE}" type="sibTrans" cxnId="{F30EDCDD-39DF-410F-B16C-B9DF39DF9DD2}">
      <dgm:prSet/>
      <dgm:spPr/>
      <dgm:t>
        <a:bodyPr/>
        <a:lstStyle/>
        <a:p>
          <a:endParaRPr lang="en-US"/>
        </a:p>
      </dgm:t>
    </dgm:pt>
    <dgm:pt modelId="{9D2D7FAA-4D47-4A24-B1F8-4B7CCDD140FF}">
      <dgm:prSet phldrT="[Text]"/>
      <dgm:spPr/>
      <dgm:t>
        <a:bodyPr/>
        <a:lstStyle/>
        <a:p>
          <a:pPr>
            <a:buFontTx/>
            <a:buChar char="-"/>
          </a:pPr>
          <a:r>
            <a:rPr lang="en-US" dirty="0"/>
            <a:t>Escalating </a:t>
          </a:r>
          <a:r>
            <a:rPr lang="en-US" b="1" dirty="0"/>
            <a:t>rework costs</a:t>
          </a:r>
          <a:r>
            <a:rPr lang="en-US" dirty="0"/>
            <a:t> from failed assignments (e.g., truck rolls, technician overtime)</a:t>
          </a:r>
        </a:p>
      </dgm:t>
    </dgm:pt>
    <dgm:pt modelId="{5B233D32-C313-4B72-AD79-D2A64548D69F}" type="parTrans" cxnId="{24D067B1-84D4-421D-82C6-9F4D0CA8B55E}">
      <dgm:prSet/>
      <dgm:spPr/>
      <dgm:t>
        <a:bodyPr/>
        <a:lstStyle/>
        <a:p>
          <a:endParaRPr lang="en-US"/>
        </a:p>
      </dgm:t>
    </dgm:pt>
    <dgm:pt modelId="{134A7904-F7F3-4F52-A76C-40E9B5814643}" type="sibTrans" cxnId="{24D067B1-84D4-421D-82C6-9F4D0CA8B55E}">
      <dgm:prSet/>
      <dgm:spPr/>
      <dgm:t>
        <a:bodyPr/>
        <a:lstStyle/>
        <a:p>
          <a:endParaRPr lang="en-US"/>
        </a:p>
      </dgm:t>
    </dgm:pt>
    <dgm:pt modelId="{51DA60F4-1A28-45EC-A721-69BBEE8985C4}">
      <dgm:prSet phldrT="[Text]"/>
      <dgm:spPr/>
      <dgm:t>
        <a:bodyPr/>
        <a:lstStyle/>
        <a:p>
          <a:pPr>
            <a:buFontTx/>
            <a:buChar char="-"/>
          </a:pPr>
          <a:r>
            <a:rPr lang="en-US" dirty="0"/>
            <a:t>Lost revenue due to </a:t>
          </a:r>
          <a:r>
            <a:rPr lang="en-US" b="1" dirty="0"/>
            <a:t>missed SLAs and churn</a:t>
          </a:r>
          <a:r>
            <a:rPr lang="en-US" dirty="0"/>
            <a:t> from dissatisfied customers</a:t>
          </a:r>
        </a:p>
      </dgm:t>
    </dgm:pt>
    <dgm:pt modelId="{CC07A4AC-E3B9-4A76-A1F8-9DE2472FE0D4}" type="parTrans" cxnId="{EBD4F0A3-A21D-422F-A4D1-0D1393AB95C4}">
      <dgm:prSet/>
      <dgm:spPr/>
      <dgm:t>
        <a:bodyPr/>
        <a:lstStyle/>
        <a:p>
          <a:endParaRPr lang="en-US"/>
        </a:p>
      </dgm:t>
    </dgm:pt>
    <dgm:pt modelId="{AAA83BF7-81BA-4DAE-8CEC-7531500B098C}" type="sibTrans" cxnId="{EBD4F0A3-A21D-422F-A4D1-0D1393AB95C4}">
      <dgm:prSet/>
      <dgm:spPr/>
      <dgm:t>
        <a:bodyPr/>
        <a:lstStyle/>
        <a:p>
          <a:endParaRPr lang="en-US"/>
        </a:p>
      </dgm:t>
    </dgm:pt>
    <dgm:pt modelId="{5E430B76-B9D1-4A35-980B-8466363D6564}">
      <dgm:prSet phldrT="[Text]"/>
      <dgm:spPr/>
      <dgm:t>
        <a:bodyPr/>
        <a:lstStyle/>
        <a:p>
          <a:r>
            <a:rPr lang="en-US" dirty="0"/>
            <a:t>Operational</a:t>
          </a:r>
        </a:p>
      </dgm:t>
    </dgm:pt>
    <dgm:pt modelId="{65741E11-2C46-4DE3-954A-AD8FABB4159F}" type="parTrans" cxnId="{7303EEB1-0254-4DB4-A536-208BCBBD4132}">
      <dgm:prSet/>
      <dgm:spPr/>
      <dgm:t>
        <a:bodyPr/>
        <a:lstStyle/>
        <a:p>
          <a:endParaRPr lang="en-US"/>
        </a:p>
      </dgm:t>
    </dgm:pt>
    <dgm:pt modelId="{B8AE4C59-7B4D-49E4-BC18-752DD81FEA39}" type="sibTrans" cxnId="{7303EEB1-0254-4DB4-A536-208BCBBD4132}">
      <dgm:prSet/>
      <dgm:spPr/>
      <dgm:t>
        <a:bodyPr/>
        <a:lstStyle/>
        <a:p>
          <a:endParaRPr lang="en-US"/>
        </a:p>
      </dgm:t>
    </dgm:pt>
    <dgm:pt modelId="{66C41EEA-F6EA-4959-B32C-DDF43595E6E6}">
      <dgm:prSet phldrT="[Text]"/>
      <dgm:spPr/>
      <dgm:t>
        <a:bodyPr/>
        <a:lstStyle/>
        <a:p>
          <a:pPr>
            <a:buFontTx/>
            <a:buChar char="-"/>
          </a:pPr>
          <a:r>
            <a:rPr lang="en-US" dirty="0"/>
            <a:t>Continued </a:t>
          </a:r>
          <a:r>
            <a:rPr lang="en-US" b="1" dirty="0"/>
            <a:t>inefficient scheduling</a:t>
          </a:r>
          <a:r>
            <a:rPr lang="en-US" dirty="0"/>
            <a:t> → technician idle time and misallocations</a:t>
          </a:r>
        </a:p>
      </dgm:t>
    </dgm:pt>
    <dgm:pt modelId="{C44937B4-6939-42D5-9CF0-CA3242BFCF28}" type="parTrans" cxnId="{A417E8A7-E017-4C39-9ED9-D2C18D2871F7}">
      <dgm:prSet/>
      <dgm:spPr/>
      <dgm:t>
        <a:bodyPr/>
        <a:lstStyle/>
        <a:p>
          <a:endParaRPr lang="en-US"/>
        </a:p>
      </dgm:t>
    </dgm:pt>
    <dgm:pt modelId="{AB5D1531-D0C3-4FDA-AB84-7182B4459283}" type="sibTrans" cxnId="{A417E8A7-E017-4C39-9ED9-D2C18D2871F7}">
      <dgm:prSet/>
      <dgm:spPr/>
      <dgm:t>
        <a:bodyPr/>
        <a:lstStyle/>
        <a:p>
          <a:endParaRPr lang="en-US"/>
        </a:p>
      </dgm:t>
    </dgm:pt>
    <dgm:pt modelId="{BCE2B3A6-8511-4792-9A0A-2F19FAFB07E5}">
      <dgm:prSet phldrT="[Text]"/>
      <dgm:spPr/>
      <dgm:t>
        <a:bodyPr/>
        <a:lstStyle/>
        <a:p>
          <a:pPr>
            <a:buFontTx/>
            <a:buChar char="-"/>
          </a:pPr>
          <a:r>
            <a:rPr lang="en-US" dirty="0"/>
            <a:t>Increased </a:t>
          </a:r>
          <a:r>
            <a:rPr lang="en-US" b="1" dirty="0"/>
            <a:t>turnover and burnout</a:t>
          </a:r>
          <a:r>
            <a:rPr lang="en-US" dirty="0"/>
            <a:t>, driving up recruiting and training costs</a:t>
          </a:r>
        </a:p>
      </dgm:t>
    </dgm:pt>
    <dgm:pt modelId="{C8F5E0F4-1A4C-4672-814F-C0A9ECB4D207}" type="parTrans" cxnId="{4573D2D1-A3C2-42AB-91C5-38B7FCA47D35}">
      <dgm:prSet/>
      <dgm:spPr/>
      <dgm:t>
        <a:bodyPr/>
        <a:lstStyle/>
        <a:p>
          <a:endParaRPr lang="en-US"/>
        </a:p>
      </dgm:t>
    </dgm:pt>
    <dgm:pt modelId="{1ACE7241-BD23-4E82-9489-6704B9D1FB72}" type="sibTrans" cxnId="{4573D2D1-A3C2-42AB-91C5-38B7FCA47D35}">
      <dgm:prSet/>
      <dgm:spPr/>
      <dgm:t>
        <a:bodyPr/>
        <a:lstStyle/>
        <a:p>
          <a:endParaRPr lang="en-US"/>
        </a:p>
      </dgm:t>
    </dgm:pt>
    <dgm:pt modelId="{464746A4-ABDD-4990-B5A6-C25B28D6D896}">
      <dgm:prSet phldrT="[Text]"/>
      <dgm:spPr/>
      <dgm:t>
        <a:bodyPr/>
        <a:lstStyle/>
        <a:p>
          <a:r>
            <a:rPr lang="en-US" dirty="0"/>
            <a:t>Reputational</a:t>
          </a:r>
        </a:p>
      </dgm:t>
    </dgm:pt>
    <dgm:pt modelId="{9E734037-8D19-4DB4-8850-43F41AF969D4}" type="parTrans" cxnId="{2FEC19D4-0B5A-4302-A368-08CAC8F05F87}">
      <dgm:prSet/>
      <dgm:spPr/>
      <dgm:t>
        <a:bodyPr/>
        <a:lstStyle/>
        <a:p>
          <a:endParaRPr lang="en-US"/>
        </a:p>
      </dgm:t>
    </dgm:pt>
    <dgm:pt modelId="{202A2171-D387-4174-8726-3CE468CFF54E}" type="sibTrans" cxnId="{2FEC19D4-0B5A-4302-A368-08CAC8F05F87}">
      <dgm:prSet/>
      <dgm:spPr/>
      <dgm:t>
        <a:bodyPr/>
        <a:lstStyle/>
        <a:p>
          <a:endParaRPr lang="en-US"/>
        </a:p>
      </dgm:t>
    </dgm:pt>
    <dgm:pt modelId="{CB830B92-7747-4164-AB49-D94FB19339ED}">
      <dgm:prSet phldrT="[Text]"/>
      <dgm:spPr/>
      <dgm:t>
        <a:bodyPr/>
        <a:lstStyle/>
        <a:p>
          <a:pPr>
            <a:buFontTx/>
            <a:buChar char="-"/>
          </a:pPr>
          <a:r>
            <a:rPr lang="en-US" dirty="0"/>
            <a:t>Decline in </a:t>
          </a:r>
          <a:r>
            <a:rPr lang="en-US" b="1" dirty="0"/>
            <a:t>customer trust </a:t>
          </a:r>
          <a:r>
            <a:rPr lang="en-US" dirty="0"/>
            <a:t>and satisfaction scores</a:t>
          </a:r>
        </a:p>
      </dgm:t>
    </dgm:pt>
    <dgm:pt modelId="{04E4DADB-3000-4156-AACF-C05A0AA769D2}" type="parTrans" cxnId="{81C1279F-EC57-42E6-8F28-78001D4763DE}">
      <dgm:prSet/>
      <dgm:spPr/>
      <dgm:t>
        <a:bodyPr/>
        <a:lstStyle/>
        <a:p>
          <a:endParaRPr lang="en-US"/>
        </a:p>
      </dgm:t>
    </dgm:pt>
    <dgm:pt modelId="{367141A6-B9E4-497F-BDFD-4B5007A05FAB}" type="sibTrans" cxnId="{81C1279F-EC57-42E6-8F28-78001D4763DE}">
      <dgm:prSet/>
      <dgm:spPr/>
      <dgm:t>
        <a:bodyPr/>
        <a:lstStyle/>
        <a:p>
          <a:endParaRPr lang="en-US"/>
        </a:p>
      </dgm:t>
    </dgm:pt>
    <dgm:pt modelId="{186811BF-CCF0-42B8-82C8-960FA59AD4A4}">
      <dgm:prSet phldrT="[Text]"/>
      <dgm:spPr/>
      <dgm:t>
        <a:bodyPr/>
        <a:lstStyle/>
        <a:p>
          <a:pPr>
            <a:buFontTx/>
            <a:buChar char="-"/>
          </a:pPr>
          <a:r>
            <a:rPr lang="en-US" dirty="0"/>
            <a:t>Risk </a:t>
          </a:r>
          <a:r>
            <a:rPr lang="en-US" b="1" dirty="0"/>
            <a:t>of negative reviews</a:t>
          </a:r>
          <a:r>
            <a:rPr lang="en-US" dirty="0"/>
            <a:t>, regulatory scrutiny,</a:t>
          </a:r>
          <a:r>
            <a:rPr lang="en-US" b="1" dirty="0"/>
            <a:t> </a:t>
          </a:r>
          <a:r>
            <a:rPr lang="en-US" b="0" dirty="0"/>
            <a:t>or </a:t>
          </a:r>
          <a:r>
            <a:rPr lang="en-US" b="1" dirty="0"/>
            <a:t>union action</a:t>
          </a:r>
          <a:r>
            <a:rPr lang="en-US" dirty="0"/>
            <a:t> due to poor working conditions</a:t>
          </a:r>
        </a:p>
      </dgm:t>
    </dgm:pt>
    <dgm:pt modelId="{CBAE8961-8EA7-4F04-8BED-02CABB802BAA}" type="parTrans" cxnId="{F48AFC4C-FC43-4200-AC87-E9ECEE818AF4}">
      <dgm:prSet/>
      <dgm:spPr/>
      <dgm:t>
        <a:bodyPr/>
        <a:lstStyle/>
        <a:p>
          <a:endParaRPr lang="en-US"/>
        </a:p>
      </dgm:t>
    </dgm:pt>
    <dgm:pt modelId="{3FD4CA78-4A3D-45BB-BB7E-21B9509C7A8A}" type="sibTrans" cxnId="{F48AFC4C-FC43-4200-AC87-E9ECEE818AF4}">
      <dgm:prSet/>
      <dgm:spPr/>
      <dgm:t>
        <a:bodyPr/>
        <a:lstStyle/>
        <a:p>
          <a:endParaRPr lang="en-US"/>
        </a:p>
      </dgm:t>
    </dgm:pt>
    <dgm:pt modelId="{ABFB0AC3-7C3F-4280-A6C7-3997F2277DD9}">
      <dgm:prSet phldrT="[Text]"/>
      <dgm:spPr/>
      <dgm:t>
        <a:bodyPr/>
        <a:lstStyle/>
        <a:p>
          <a:pPr>
            <a:buFontTx/>
            <a:buChar char="-"/>
          </a:pPr>
          <a:r>
            <a:rPr lang="en-US" dirty="0"/>
            <a:t>Inability to scale → </a:t>
          </a:r>
          <a:r>
            <a:rPr lang="en-US" b="1" dirty="0"/>
            <a:t>foregone market opportunities </a:t>
          </a:r>
          <a:r>
            <a:rPr lang="en-US" b="0" dirty="0"/>
            <a:t>and</a:t>
          </a:r>
          <a:r>
            <a:rPr lang="en-US" b="1" dirty="0"/>
            <a:t> lose industry competitiveness</a:t>
          </a:r>
          <a:endParaRPr lang="en-US" dirty="0"/>
        </a:p>
      </dgm:t>
    </dgm:pt>
    <dgm:pt modelId="{5C49319C-6705-43BF-8AB5-CE2D28555087}" type="parTrans" cxnId="{04910BD3-12DB-4559-BC66-16D9F9E8D33F}">
      <dgm:prSet/>
      <dgm:spPr/>
      <dgm:t>
        <a:bodyPr/>
        <a:lstStyle/>
        <a:p>
          <a:endParaRPr lang="en-US"/>
        </a:p>
      </dgm:t>
    </dgm:pt>
    <dgm:pt modelId="{E4F1CC9D-9A08-4E8E-8D10-3355F7F10641}" type="sibTrans" cxnId="{04910BD3-12DB-4559-BC66-16D9F9E8D33F}">
      <dgm:prSet/>
      <dgm:spPr/>
      <dgm:t>
        <a:bodyPr/>
        <a:lstStyle/>
        <a:p>
          <a:endParaRPr lang="en-US"/>
        </a:p>
      </dgm:t>
    </dgm:pt>
    <dgm:pt modelId="{0940599D-86BD-4485-A424-9C0FDB685593}">
      <dgm:prSet phldrT="[Text]"/>
      <dgm:spPr/>
      <dgm:t>
        <a:bodyPr/>
        <a:lstStyle/>
        <a:p>
          <a:pPr>
            <a:buFontTx/>
            <a:buChar char="-"/>
          </a:pPr>
          <a:r>
            <a:rPr lang="en-US" b="1" dirty="0"/>
            <a:t>Stagnant service capacity</a:t>
          </a:r>
          <a:r>
            <a:rPr lang="en-US" dirty="0"/>
            <a:t> limits ability to handle growth</a:t>
          </a:r>
        </a:p>
      </dgm:t>
    </dgm:pt>
    <dgm:pt modelId="{349064F6-85B3-4579-973D-7E7C8FA869B5}" type="parTrans" cxnId="{3763333C-D516-4461-8A4E-5D6443689F14}">
      <dgm:prSet/>
      <dgm:spPr/>
      <dgm:t>
        <a:bodyPr/>
        <a:lstStyle/>
        <a:p>
          <a:endParaRPr lang="en-US"/>
        </a:p>
      </dgm:t>
    </dgm:pt>
    <dgm:pt modelId="{85624E64-75EA-4313-91FB-244BC370A2AB}" type="sibTrans" cxnId="{3763333C-D516-4461-8A4E-5D6443689F14}">
      <dgm:prSet/>
      <dgm:spPr/>
      <dgm:t>
        <a:bodyPr/>
        <a:lstStyle/>
        <a:p>
          <a:endParaRPr lang="en-US"/>
        </a:p>
      </dgm:t>
    </dgm:pt>
    <dgm:pt modelId="{6B3854C3-D154-4263-93DC-E1A6A51BDB79}" type="pres">
      <dgm:prSet presAssocID="{5B3B6316-4DBB-4BF8-B9D9-A6B7CA293FDC}" presName="theList" presStyleCnt="0">
        <dgm:presLayoutVars>
          <dgm:dir/>
          <dgm:animLvl val="lvl"/>
          <dgm:resizeHandles val="exact"/>
        </dgm:presLayoutVars>
      </dgm:prSet>
      <dgm:spPr/>
    </dgm:pt>
    <dgm:pt modelId="{B128CAE0-714B-4C08-B87F-BA7B8075893A}" type="pres">
      <dgm:prSet presAssocID="{E3CD6BB2-29E7-4AB4-B8FB-05D5335A58DD}" presName="compNode" presStyleCnt="0"/>
      <dgm:spPr/>
    </dgm:pt>
    <dgm:pt modelId="{9AE6E9E7-2AC4-42E1-B8C3-EBA31F4B53FE}" type="pres">
      <dgm:prSet presAssocID="{E3CD6BB2-29E7-4AB4-B8FB-05D5335A58DD}" presName="aNode" presStyleLbl="bgShp" presStyleIdx="0" presStyleCnt="3"/>
      <dgm:spPr/>
    </dgm:pt>
    <dgm:pt modelId="{0FFD156E-3136-4194-800B-B1D0A42347E2}" type="pres">
      <dgm:prSet presAssocID="{E3CD6BB2-29E7-4AB4-B8FB-05D5335A58DD}" presName="textNode" presStyleLbl="bgShp" presStyleIdx="0" presStyleCnt="3"/>
      <dgm:spPr/>
    </dgm:pt>
    <dgm:pt modelId="{9172D1F9-955F-44B8-9739-72E44F5B1068}" type="pres">
      <dgm:prSet presAssocID="{E3CD6BB2-29E7-4AB4-B8FB-05D5335A58DD}" presName="compChildNode" presStyleCnt="0"/>
      <dgm:spPr/>
    </dgm:pt>
    <dgm:pt modelId="{B4CEE808-07AB-4894-8415-EF76A29CD623}" type="pres">
      <dgm:prSet presAssocID="{E3CD6BB2-29E7-4AB4-B8FB-05D5335A58DD}" presName="theInnerList" presStyleCnt="0"/>
      <dgm:spPr/>
    </dgm:pt>
    <dgm:pt modelId="{AC28C1E0-E8FD-47D7-8E57-78E0B2192CDD}" type="pres">
      <dgm:prSet presAssocID="{9D2D7FAA-4D47-4A24-B1F8-4B7CCDD140FF}" presName="childNode" presStyleLbl="node1" presStyleIdx="0" presStyleCnt="8">
        <dgm:presLayoutVars>
          <dgm:bulletEnabled val="1"/>
        </dgm:presLayoutVars>
      </dgm:prSet>
      <dgm:spPr/>
    </dgm:pt>
    <dgm:pt modelId="{0EC06D85-A185-4A08-B0A0-FE0900E8C972}" type="pres">
      <dgm:prSet presAssocID="{9D2D7FAA-4D47-4A24-B1F8-4B7CCDD140FF}" presName="aSpace2" presStyleCnt="0"/>
      <dgm:spPr/>
    </dgm:pt>
    <dgm:pt modelId="{6EC631FA-DB0C-49B2-B647-D077F8FD855D}" type="pres">
      <dgm:prSet presAssocID="{51DA60F4-1A28-45EC-A721-69BBEE8985C4}" presName="childNode" presStyleLbl="node1" presStyleIdx="1" presStyleCnt="8">
        <dgm:presLayoutVars>
          <dgm:bulletEnabled val="1"/>
        </dgm:presLayoutVars>
      </dgm:prSet>
      <dgm:spPr/>
    </dgm:pt>
    <dgm:pt modelId="{A3198F22-2AB4-4777-B14D-96EE5257E512}" type="pres">
      <dgm:prSet presAssocID="{51DA60F4-1A28-45EC-A721-69BBEE8985C4}" presName="aSpace2" presStyleCnt="0"/>
      <dgm:spPr/>
    </dgm:pt>
    <dgm:pt modelId="{91E16534-DB26-40F9-815C-3D6AB6F0D9D8}" type="pres">
      <dgm:prSet presAssocID="{ABFB0AC3-7C3F-4280-A6C7-3997F2277DD9}" presName="childNode" presStyleLbl="node1" presStyleIdx="2" presStyleCnt="8">
        <dgm:presLayoutVars>
          <dgm:bulletEnabled val="1"/>
        </dgm:presLayoutVars>
      </dgm:prSet>
      <dgm:spPr/>
    </dgm:pt>
    <dgm:pt modelId="{C32631A9-E7CE-482A-8415-8AFF4EA8F1CF}" type="pres">
      <dgm:prSet presAssocID="{E3CD6BB2-29E7-4AB4-B8FB-05D5335A58DD}" presName="aSpace" presStyleCnt="0"/>
      <dgm:spPr/>
    </dgm:pt>
    <dgm:pt modelId="{311A5362-FD75-4E8C-A5E9-D9B40F291CD0}" type="pres">
      <dgm:prSet presAssocID="{5E430B76-B9D1-4A35-980B-8466363D6564}" presName="compNode" presStyleCnt="0"/>
      <dgm:spPr/>
    </dgm:pt>
    <dgm:pt modelId="{FDA1D751-0A16-4956-942D-F42D94E50972}" type="pres">
      <dgm:prSet presAssocID="{5E430B76-B9D1-4A35-980B-8466363D6564}" presName="aNode" presStyleLbl="bgShp" presStyleIdx="1" presStyleCnt="3"/>
      <dgm:spPr/>
    </dgm:pt>
    <dgm:pt modelId="{08B23201-8405-44E4-88BA-6D1D3E57DEF6}" type="pres">
      <dgm:prSet presAssocID="{5E430B76-B9D1-4A35-980B-8466363D6564}" presName="textNode" presStyleLbl="bgShp" presStyleIdx="1" presStyleCnt="3"/>
      <dgm:spPr/>
    </dgm:pt>
    <dgm:pt modelId="{769758CF-AD2E-4C61-884E-3CD3C118B6A1}" type="pres">
      <dgm:prSet presAssocID="{5E430B76-B9D1-4A35-980B-8466363D6564}" presName="compChildNode" presStyleCnt="0"/>
      <dgm:spPr/>
    </dgm:pt>
    <dgm:pt modelId="{CA3BC0B8-7AF7-459F-9C11-3C877449D815}" type="pres">
      <dgm:prSet presAssocID="{5E430B76-B9D1-4A35-980B-8466363D6564}" presName="theInnerList" presStyleCnt="0"/>
      <dgm:spPr/>
    </dgm:pt>
    <dgm:pt modelId="{85B8FB2C-7491-48EB-8AF8-923632D5CA52}" type="pres">
      <dgm:prSet presAssocID="{66C41EEA-F6EA-4959-B32C-DDF43595E6E6}" presName="childNode" presStyleLbl="node1" presStyleIdx="3" presStyleCnt="8">
        <dgm:presLayoutVars>
          <dgm:bulletEnabled val="1"/>
        </dgm:presLayoutVars>
      </dgm:prSet>
      <dgm:spPr/>
    </dgm:pt>
    <dgm:pt modelId="{89C74225-C836-4FD7-8176-9DADAEF176B9}" type="pres">
      <dgm:prSet presAssocID="{66C41EEA-F6EA-4959-B32C-DDF43595E6E6}" presName="aSpace2" presStyleCnt="0"/>
      <dgm:spPr/>
    </dgm:pt>
    <dgm:pt modelId="{D83BDF92-E922-4211-A911-D70E8FAE146C}" type="pres">
      <dgm:prSet presAssocID="{BCE2B3A6-8511-4792-9A0A-2F19FAFB07E5}" presName="childNode" presStyleLbl="node1" presStyleIdx="4" presStyleCnt="8">
        <dgm:presLayoutVars>
          <dgm:bulletEnabled val="1"/>
        </dgm:presLayoutVars>
      </dgm:prSet>
      <dgm:spPr/>
    </dgm:pt>
    <dgm:pt modelId="{DF0C30E5-CC59-4D6E-959C-0E0A2E97AD8C}" type="pres">
      <dgm:prSet presAssocID="{BCE2B3A6-8511-4792-9A0A-2F19FAFB07E5}" presName="aSpace2" presStyleCnt="0"/>
      <dgm:spPr/>
    </dgm:pt>
    <dgm:pt modelId="{7921D674-2C73-44DF-A352-F15EDC7056F5}" type="pres">
      <dgm:prSet presAssocID="{0940599D-86BD-4485-A424-9C0FDB685593}" presName="childNode" presStyleLbl="node1" presStyleIdx="5" presStyleCnt="8">
        <dgm:presLayoutVars>
          <dgm:bulletEnabled val="1"/>
        </dgm:presLayoutVars>
      </dgm:prSet>
      <dgm:spPr/>
    </dgm:pt>
    <dgm:pt modelId="{3853DAA8-6674-4EDB-92D9-AD7D14E90C78}" type="pres">
      <dgm:prSet presAssocID="{5E430B76-B9D1-4A35-980B-8466363D6564}" presName="aSpace" presStyleCnt="0"/>
      <dgm:spPr/>
    </dgm:pt>
    <dgm:pt modelId="{F7564B41-AFB1-4461-9738-A38807E41D3E}" type="pres">
      <dgm:prSet presAssocID="{464746A4-ABDD-4990-B5A6-C25B28D6D896}" presName="compNode" presStyleCnt="0"/>
      <dgm:spPr/>
    </dgm:pt>
    <dgm:pt modelId="{2ECAA9B4-E0BA-49C3-92DB-93F14044E9C9}" type="pres">
      <dgm:prSet presAssocID="{464746A4-ABDD-4990-B5A6-C25B28D6D896}" presName="aNode" presStyleLbl="bgShp" presStyleIdx="2" presStyleCnt="3" custLinFactX="17528" custLinFactNeighborX="100000" custLinFactNeighborY="53028"/>
      <dgm:spPr/>
    </dgm:pt>
    <dgm:pt modelId="{21E53E42-27B6-4E28-BFF4-F847AE16CC62}" type="pres">
      <dgm:prSet presAssocID="{464746A4-ABDD-4990-B5A6-C25B28D6D896}" presName="textNode" presStyleLbl="bgShp" presStyleIdx="2" presStyleCnt="3"/>
      <dgm:spPr/>
    </dgm:pt>
    <dgm:pt modelId="{3ECC4053-F2B2-4EB8-BAEC-CE72FF67A1E5}" type="pres">
      <dgm:prSet presAssocID="{464746A4-ABDD-4990-B5A6-C25B28D6D896}" presName="compChildNode" presStyleCnt="0"/>
      <dgm:spPr/>
    </dgm:pt>
    <dgm:pt modelId="{9309240C-7BE2-4765-BFD7-B6C1F8E9C8C5}" type="pres">
      <dgm:prSet presAssocID="{464746A4-ABDD-4990-B5A6-C25B28D6D896}" presName="theInnerList" presStyleCnt="0"/>
      <dgm:spPr/>
    </dgm:pt>
    <dgm:pt modelId="{5F04DBFE-84B6-4A92-B059-25A26F9CDB55}" type="pres">
      <dgm:prSet presAssocID="{CB830B92-7747-4164-AB49-D94FB19339ED}" presName="childNode" presStyleLbl="node1" presStyleIdx="6" presStyleCnt="8">
        <dgm:presLayoutVars>
          <dgm:bulletEnabled val="1"/>
        </dgm:presLayoutVars>
      </dgm:prSet>
      <dgm:spPr/>
    </dgm:pt>
    <dgm:pt modelId="{A6605431-4552-466F-B776-250C8FD0630D}" type="pres">
      <dgm:prSet presAssocID="{CB830B92-7747-4164-AB49-D94FB19339ED}" presName="aSpace2" presStyleCnt="0"/>
      <dgm:spPr/>
    </dgm:pt>
    <dgm:pt modelId="{A0020B70-7823-49A6-A3CC-E5C371B7324D}" type="pres">
      <dgm:prSet presAssocID="{186811BF-CCF0-42B8-82C8-960FA59AD4A4}" presName="childNode" presStyleLbl="node1" presStyleIdx="7" presStyleCnt="8">
        <dgm:presLayoutVars>
          <dgm:bulletEnabled val="1"/>
        </dgm:presLayoutVars>
      </dgm:prSet>
      <dgm:spPr/>
    </dgm:pt>
  </dgm:ptLst>
  <dgm:cxnLst>
    <dgm:cxn modelId="{EA4FB913-1DBA-49FC-AA0E-316ECF52A472}" type="presOf" srcId="{ABFB0AC3-7C3F-4280-A6C7-3997F2277DD9}" destId="{91E16534-DB26-40F9-815C-3D6AB6F0D9D8}" srcOrd="0" destOrd="0" presId="urn:microsoft.com/office/officeart/2005/8/layout/lProcess2"/>
    <dgm:cxn modelId="{4A2F2524-F2EB-4CF6-8F4D-F7473DB8D079}" type="presOf" srcId="{66C41EEA-F6EA-4959-B32C-DDF43595E6E6}" destId="{85B8FB2C-7491-48EB-8AF8-923632D5CA52}" srcOrd="0" destOrd="0" presId="urn:microsoft.com/office/officeart/2005/8/layout/lProcess2"/>
    <dgm:cxn modelId="{825B233C-4142-4C67-AEFC-933481725092}" type="presOf" srcId="{5E430B76-B9D1-4A35-980B-8466363D6564}" destId="{FDA1D751-0A16-4956-942D-F42D94E50972}" srcOrd="0" destOrd="0" presId="urn:microsoft.com/office/officeart/2005/8/layout/lProcess2"/>
    <dgm:cxn modelId="{3763333C-D516-4461-8A4E-5D6443689F14}" srcId="{5E430B76-B9D1-4A35-980B-8466363D6564}" destId="{0940599D-86BD-4485-A424-9C0FDB685593}" srcOrd="2" destOrd="0" parTransId="{349064F6-85B3-4579-973D-7E7C8FA869B5}" sibTransId="{85624E64-75EA-4313-91FB-244BC370A2AB}"/>
    <dgm:cxn modelId="{C3D97861-452B-499E-A965-1868D5A0FF24}" type="presOf" srcId="{E3CD6BB2-29E7-4AB4-B8FB-05D5335A58DD}" destId="{0FFD156E-3136-4194-800B-B1D0A42347E2}" srcOrd="1" destOrd="0" presId="urn:microsoft.com/office/officeart/2005/8/layout/lProcess2"/>
    <dgm:cxn modelId="{F48AFC4C-FC43-4200-AC87-E9ECEE818AF4}" srcId="{464746A4-ABDD-4990-B5A6-C25B28D6D896}" destId="{186811BF-CCF0-42B8-82C8-960FA59AD4A4}" srcOrd="1" destOrd="0" parTransId="{CBAE8961-8EA7-4F04-8BED-02CABB802BAA}" sibTransId="{3FD4CA78-4A3D-45BB-BB7E-21B9509C7A8A}"/>
    <dgm:cxn modelId="{A5123A53-7C9C-41BA-B03C-63A01AB3BCEB}" type="presOf" srcId="{186811BF-CCF0-42B8-82C8-960FA59AD4A4}" destId="{A0020B70-7823-49A6-A3CC-E5C371B7324D}" srcOrd="0" destOrd="0" presId="urn:microsoft.com/office/officeart/2005/8/layout/lProcess2"/>
    <dgm:cxn modelId="{4674F773-3AB4-4142-BB58-2B4360CF01EE}" type="presOf" srcId="{CB830B92-7747-4164-AB49-D94FB19339ED}" destId="{5F04DBFE-84B6-4A92-B059-25A26F9CDB55}" srcOrd="0" destOrd="0" presId="urn:microsoft.com/office/officeart/2005/8/layout/lProcess2"/>
    <dgm:cxn modelId="{8770297A-3FF9-44BD-9E48-65D3C032D798}" type="presOf" srcId="{5E430B76-B9D1-4A35-980B-8466363D6564}" destId="{08B23201-8405-44E4-88BA-6D1D3E57DEF6}" srcOrd="1" destOrd="0" presId="urn:microsoft.com/office/officeart/2005/8/layout/lProcess2"/>
    <dgm:cxn modelId="{AA34BE89-F3BF-441B-915E-EF1D7458B9A0}" type="presOf" srcId="{9D2D7FAA-4D47-4A24-B1F8-4B7CCDD140FF}" destId="{AC28C1E0-E8FD-47D7-8E57-78E0B2192CDD}" srcOrd="0" destOrd="0" presId="urn:microsoft.com/office/officeart/2005/8/layout/lProcess2"/>
    <dgm:cxn modelId="{81C1279F-EC57-42E6-8F28-78001D4763DE}" srcId="{464746A4-ABDD-4990-B5A6-C25B28D6D896}" destId="{CB830B92-7747-4164-AB49-D94FB19339ED}" srcOrd="0" destOrd="0" parTransId="{04E4DADB-3000-4156-AACF-C05A0AA769D2}" sibTransId="{367141A6-B9E4-497F-BDFD-4B5007A05FAB}"/>
    <dgm:cxn modelId="{EBD4F0A3-A21D-422F-A4D1-0D1393AB95C4}" srcId="{E3CD6BB2-29E7-4AB4-B8FB-05D5335A58DD}" destId="{51DA60F4-1A28-45EC-A721-69BBEE8985C4}" srcOrd="1" destOrd="0" parTransId="{CC07A4AC-E3B9-4A76-A1F8-9DE2472FE0D4}" sibTransId="{AAA83BF7-81BA-4DAE-8CEC-7531500B098C}"/>
    <dgm:cxn modelId="{DA8E9CA6-F358-4643-A906-653E389CF7D9}" type="presOf" srcId="{E3CD6BB2-29E7-4AB4-B8FB-05D5335A58DD}" destId="{9AE6E9E7-2AC4-42E1-B8C3-EBA31F4B53FE}" srcOrd="0" destOrd="0" presId="urn:microsoft.com/office/officeart/2005/8/layout/lProcess2"/>
    <dgm:cxn modelId="{A417E8A7-E017-4C39-9ED9-D2C18D2871F7}" srcId="{5E430B76-B9D1-4A35-980B-8466363D6564}" destId="{66C41EEA-F6EA-4959-B32C-DDF43595E6E6}" srcOrd="0" destOrd="0" parTransId="{C44937B4-6939-42D5-9CF0-CA3242BFCF28}" sibTransId="{AB5D1531-D0C3-4FDA-AB84-7182B4459283}"/>
    <dgm:cxn modelId="{FC4A65A9-5F0F-4EFD-9116-FE50553C3D61}" type="presOf" srcId="{464746A4-ABDD-4990-B5A6-C25B28D6D896}" destId="{2ECAA9B4-E0BA-49C3-92DB-93F14044E9C9}" srcOrd="0" destOrd="0" presId="urn:microsoft.com/office/officeart/2005/8/layout/lProcess2"/>
    <dgm:cxn modelId="{90CCFEAD-6B7E-4266-8FD8-D844D83F69F6}" type="presOf" srcId="{51DA60F4-1A28-45EC-A721-69BBEE8985C4}" destId="{6EC631FA-DB0C-49B2-B647-D077F8FD855D}" srcOrd="0" destOrd="0" presId="urn:microsoft.com/office/officeart/2005/8/layout/lProcess2"/>
    <dgm:cxn modelId="{24D067B1-84D4-421D-82C6-9F4D0CA8B55E}" srcId="{E3CD6BB2-29E7-4AB4-B8FB-05D5335A58DD}" destId="{9D2D7FAA-4D47-4A24-B1F8-4B7CCDD140FF}" srcOrd="0" destOrd="0" parTransId="{5B233D32-C313-4B72-AD79-D2A64548D69F}" sibTransId="{134A7904-F7F3-4F52-A76C-40E9B5814643}"/>
    <dgm:cxn modelId="{7303EEB1-0254-4DB4-A536-208BCBBD4132}" srcId="{5B3B6316-4DBB-4BF8-B9D9-A6B7CA293FDC}" destId="{5E430B76-B9D1-4A35-980B-8466363D6564}" srcOrd="1" destOrd="0" parTransId="{65741E11-2C46-4DE3-954A-AD8FABB4159F}" sibTransId="{B8AE4C59-7B4D-49E4-BC18-752DD81FEA39}"/>
    <dgm:cxn modelId="{2154C6BD-DF86-4441-8249-C43B10F3FC52}" type="presOf" srcId="{BCE2B3A6-8511-4792-9A0A-2F19FAFB07E5}" destId="{D83BDF92-E922-4211-A911-D70E8FAE146C}" srcOrd="0" destOrd="0" presId="urn:microsoft.com/office/officeart/2005/8/layout/lProcess2"/>
    <dgm:cxn modelId="{5910F7C1-D24A-42B0-AEB4-6222BE252A2A}" type="presOf" srcId="{464746A4-ABDD-4990-B5A6-C25B28D6D896}" destId="{21E53E42-27B6-4E28-BFF4-F847AE16CC62}" srcOrd="1" destOrd="0" presId="urn:microsoft.com/office/officeart/2005/8/layout/lProcess2"/>
    <dgm:cxn modelId="{4573D2D1-A3C2-42AB-91C5-38B7FCA47D35}" srcId="{5E430B76-B9D1-4A35-980B-8466363D6564}" destId="{BCE2B3A6-8511-4792-9A0A-2F19FAFB07E5}" srcOrd="1" destOrd="0" parTransId="{C8F5E0F4-1A4C-4672-814F-C0A9ECB4D207}" sibTransId="{1ACE7241-BD23-4E82-9489-6704B9D1FB72}"/>
    <dgm:cxn modelId="{04910BD3-12DB-4559-BC66-16D9F9E8D33F}" srcId="{E3CD6BB2-29E7-4AB4-B8FB-05D5335A58DD}" destId="{ABFB0AC3-7C3F-4280-A6C7-3997F2277DD9}" srcOrd="2" destOrd="0" parTransId="{5C49319C-6705-43BF-8AB5-CE2D28555087}" sibTransId="{E4F1CC9D-9A08-4E8E-8D10-3355F7F10641}"/>
    <dgm:cxn modelId="{2FEC19D4-0B5A-4302-A368-08CAC8F05F87}" srcId="{5B3B6316-4DBB-4BF8-B9D9-A6B7CA293FDC}" destId="{464746A4-ABDD-4990-B5A6-C25B28D6D896}" srcOrd="2" destOrd="0" parTransId="{9E734037-8D19-4DB4-8850-43F41AF969D4}" sibTransId="{202A2171-D387-4174-8726-3CE468CFF54E}"/>
    <dgm:cxn modelId="{56D3EADC-441E-4B2C-822C-CF3600FEE3C2}" type="presOf" srcId="{5B3B6316-4DBB-4BF8-B9D9-A6B7CA293FDC}" destId="{6B3854C3-D154-4263-93DC-E1A6A51BDB79}" srcOrd="0" destOrd="0" presId="urn:microsoft.com/office/officeart/2005/8/layout/lProcess2"/>
    <dgm:cxn modelId="{F30EDCDD-39DF-410F-B16C-B9DF39DF9DD2}" srcId="{5B3B6316-4DBB-4BF8-B9D9-A6B7CA293FDC}" destId="{E3CD6BB2-29E7-4AB4-B8FB-05D5335A58DD}" srcOrd="0" destOrd="0" parTransId="{D4410D8F-5A06-4662-B8D4-00DA76987782}" sibTransId="{35F2F9E9-514B-4BE4-9013-4D66ADB49AAE}"/>
    <dgm:cxn modelId="{9AC025E0-5D08-4D4D-8268-D3A702514AB1}" type="presOf" srcId="{0940599D-86BD-4485-A424-9C0FDB685593}" destId="{7921D674-2C73-44DF-A352-F15EDC7056F5}" srcOrd="0" destOrd="0" presId="urn:microsoft.com/office/officeart/2005/8/layout/lProcess2"/>
    <dgm:cxn modelId="{E8BA2826-DDC5-400A-9E68-0A664BCA52C7}" type="presParOf" srcId="{6B3854C3-D154-4263-93DC-E1A6A51BDB79}" destId="{B128CAE0-714B-4C08-B87F-BA7B8075893A}" srcOrd="0" destOrd="0" presId="urn:microsoft.com/office/officeart/2005/8/layout/lProcess2"/>
    <dgm:cxn modelId="{D180F4F1-F3CF-41A6-A6A2-5CD80BC2F70E}" type="presParOf" srcId="{B128CAE0-714B-4C08-B87F-BA7B8075893A}" destId="{9AE6E9E7-2AC4-42E1-B8C3-EBA31F4B53FE}" srcOrd="0" destOrd="0" presId="urn:microsoft.com/office/officeart/2005/8/layout/lProcess2"/>
    <dgm:cxn modelId="{B41D80BA-1DE6-494A-A799-7BA6C9307570}" type="presParOf" srcId="{B128CAE0-714B-4C08-B87F-BA7B8075893A}" destId="{0FFD156E-3136-4194-800B-B1D0A42347E2}" srcOrd="1" destOrd="0" presId="urn:microsoft.com/office/officeart/2005/8/layout/lProcess2"/>
    <dgm:cxn modelId="{C6ED7DF4-A246-450D-B05A-80F1F5C814D6}" type="presParOf" srcId="{B128CAE0-714B-4C08-B87F-BA7B8075893A}" destId="{9172D1F9-955F-44B8-9739-72E44F5B1068}" srcOrd="2" destOrd="0" presId="urn:microsoft.com/office/officeart/2005/8/layout/lProcess2"/>
    <dgm:cxn modelId="{53C4728C-7FA3-4574-8C20-65FEBD502D7A}" type="presParOf" srcId="{9172D1F9-955F-44B8-9739-72E44F5B1068}" destId="{B4CEE808-07AB-4894-8415-EF76A29CD623}" srcOrd="0" destOrd="0" presId="urn:microsoft.com/office/officeart/2005/8/layout/lProcess2"/>
    <dgm:cxn modelId="{54B8CE8F-45AB-4DBE-B6FC-19EDC18A0B24}" type="presParOf" srcId="{B4CEE808-07AB-4894-8415-EF76A29CD623}" destId="{AC28C1E0-E8FD-47D7-8E57-78E0B2192CDD}" srcOrd="0" destOrd="0" presId="urn:microsoft.com/office/officeart/2005/8/layout/lProcess2"/>
    <dgm:cxn modelId="{A30B8596-427E-48DF-850C-E24EFBF55A98}" type="presParOf" srcId="{B4CEE808-07AB-4894-8415-EF76A29CD623}" destId="{0EC06D85-A185-4A08-B0A0-FE0900E8C972}" srcOrd="1" destOrd="0" presId="urn:microsoft.com/office/officeart/2005/8/layout/lProcess2"/>
    <dgm:cxn modelId="{B5C01224-EBF0-4D83-BE3D-D2C2383F0749}" type="presParOf" srcId="{B4CEE808-07AB-4894-8415-EF76A29CD623}" destId="{6EC631FA-DB0C-49B2-B647-D077F8FD855D}" srcOrd="2" destOrd="0" presId="urn:microsoft.com/office/officeart/2005/8/layout/lProcess2"/>
    <dgm:cxn modelId="{9A2D7B92-2FF0-4D7A-A409-A2B335D3B086}" type="presParOf" srcId="{B4CEE808-07AB-4894-8415-EF76A29CD623}" destId="{A3198F22-2AB4-4777-B14D-96EE5257E512}" srcOrd="3" destOrd="0" presId="urn:microsoft.com/office/officeart/2005/8/layout/lProcess2"/>
    <dgm:cxn modelId="{E6FEDC40-173E-4484-90B6-71CD708F5B9B}" type="presParOf" srcId="{B4CEE808-07AB-4894-8415-EF76A29CD623}" destId="{91E16534-DB26-40F9-815C-3D6AB6F0D9D8}" srcOrd="4" destOrd="0" presId="urn:microsoft.com/office/officeart/2005/8/layout/lProcess2"/>
    <dgm:cxn modelId="{CFA64854-340B-4B65-A89A-E9EDC2E27262}" type="presParOf" srcId="{6B3854C3-D154-4263-93DC-E1A6A51BDB79}" destId="{C32631A9-E7CE-482A-8415-8AFF4EA8F1CF}" srcOrd="1" destOrd="0" presId="urn:microsoft.com/office/officeart/2005/8/layout/lProcess2"/>
    <dgm:cxn modelId="{52EF07EC-19A7-4B1F-8DA6-35120E8C352A}" type="presParOf" srcId="{6B3854C3-D154-4263-93DC-E1A6A51BDB79}" destId="{311A5362-FD75-4E8C-A5E9-D9B40F291CD0}" srcOrd="2" destOrd="0" presId="urn:microsoft.com/office/officeart/2005/8/layout/lProcess2"/>
    <dgm:cxn modelId="{3F7BF1EC-5577-47F3-8D24-0BE7CC1642DC}" type="presParOf" srcId="{311A5362-FD75-4E8C-A5E9-D9B40F291CD0}" destId="{FDA1D751-0A16-4956-942D-F42D94E50972}" srcOrd="0" destOrd="0" presId="urn:microsoft.com/office/officeart/2005/8/layout/lProcess2"/>
    <dgm:cxn modelId="{3FE99B85-B679-4450-BC76-9767618FEB88}" type="presParOf" srcId="{311A5362-FD75-4E8C-A5E9-D9B40F291CD0}" destId="{08B23201-8405-44E4-88BA-6D1D3E57DEF6}" srcOrd="1" destOrd="0" presId="urn:microsoft.com/office/officeart/2005/8/layout/lProcess2"/>
    <dgm:cxn modelId="{748B489F-BA2D-4A66-889A-3BE7ABA0AB05}" type="presParOf" srcId="{311A5362-FD75-4E8C-A5E9-D9B40F291CD0}" destId="{769758CF-AD2E-4C61-884E-3CD3C118B6A1}" srcOrd="2" destOrd="0" presId="urn:microsoft.com/office/officeart/2005/8/layout/lProcess2"/>
    <dgm:cxn modelId="{4DC81AFB-3FC0-4B74-BCCA-D7FF04126225}" type="presParOf" srcId="{769758CF-AD2E-4C61-884E-3CD3C118B6A1}" destId="{CA3BC0B8-7AF7-459F-9C11-3C877449D815}" srcOrd="0" destOrd="0" presId="urn:microsoft.com/office/officeart/2005/8/layout/lProcess2"/>
    <dgm:cxn modelId="{940471D4-E0A1-4BB8-AF10-2B1CF3C839DA}" type="presParOf" srcId="{CA3BC0B8-7AF7-459F-9C11-3C877449D815}" destId="{85B8FB2C-7491-48EB-8AF8-923632D5CA52}" srcOrd="0" destOrd="0" presId="urn:microsoft.com/office/officeart/2005/8/layout/lProcess2"/>
    <dgm:cxn modelId="{D46E0C86-C536-4A90-B9C1-3E05A9898D22}" type="presParOf" srcId="{CA3BC0B8-7AF7-459F-9C11-3C877449D815}" destId="{89C74225-C836-4FD7-8176-9DADAEF176B9}" srcOrd="1" destOrd="0" presId="urn:microsoft.com/office/officeart/2005/8/layout/lProcess2"/>
    <dgm:cxn modelId="{D5894233-EA33-4633-B356-B69AB6C996DA}" type="presParOf" srcId="{CA3BC0B8-7AF7-459F-9C11-3C877449D815}" destId="{D83BDF92-E922-4211-A911-D70E8FAE146C}" srcOrd="2" destOrd="0" presId="urn:microsoft.com/office/officeart/2005/8/layout/lProcess2"/>
    <dgm:cxn modelId="{458A9CB3-40D3-4C32-A18C-C83F5333311C}" type="presParOf" srcId="{CA3BC0B8-7AF7-459F-9C11-3C877449D815}" destId="{DF0C30E5-CC59-4D6E-959C-0E0A2E97AD8C}" srcOrd="3" destOrd="0" presId="urn:microsoft.com/office/officeart/2005/8/layout/lProcess2"/>
    <dgm:cxn modelId="{B0633043-7E9F-4895-81FC-B8BAA7208C7B}" type="presParOf" srcId="{CA3BC0B8-7AF7-459F-9C11-3C877449D815}" destId="{7921D674-2C73-44DF-A352-F15EDC7056F5}" srcOrd="4" destOrd="0" presId="urn:microsoft.com/office/officeart/2005/8/layout/lProcess2"/>
    <dgm:cxn modelId="{E1ED7258-F724-4BA3-8FFF-4ED4B77368E7}" type="presParOf" srcId="{6B3854C3-D154-4263-93DC-E1A6A51BDB79}" destId="{3853DAA8-6674-4EDB-92D9-AD7D14E90C78}" srcOrd="3" destOrd="0" presId="urn:microsoft.com/office/officeart/2005/8/layout/lProcess2"/>
    <dgm:cxn modelId="{97BE70BF-89B5-4E26-8B85-74815E1A2133}" type="presParOf" srcId="{6B3854C3-D154-4263-93DC-E1A6A51BDB79}" destId="{F7564B41-AFB1-4461-9738-A38807E41D3E}" srcOrd="4" destOrd="0" presId="urn:microsoft.com/office/officeart/2005/8/layout/lProcess2"/>
    <dgm:cxn modelId="{52127BB5-CEBE-4278-92D7-6395301F3BBC}" type="presParOf" srcId="{F7564B41-AFB1-4461-9738-A38807E41D3E}" destId="{2ECAA9B4-E0BA-49C3-92DB-93F14044E9C9}" srcOrd="0" destOrd="0" presId="urn:microsoft.com/office/officeart/2005/8/layout/lProcess2"/>
    <dgm:cxn modelId="{8AACF395-65E9-4F38-9AFF-9393C02D6E34}" type="presParOf" srcId="{F7564B41-AFB1-4461-9738-A38807E41D3E}" destId="{21E53E42-27B6-4E28-BFF4-F847AE16CC62}" srcOrd="1" destOrd="0" presId="urn:microsoft.com/office/officeart/2005/8/layout/lProcess2"/>
    <dgm:cxn modelId="{49586F13-CBC7-4FF6-9682-9BDB59E9943D}" type="presParOf" srcId="{F7564B41-AFB1-4461-9738-A38807E41D3E}" destId="{3ECC4053-F2B2-4EB8-BAEC-CE72FF67A1E5}" srcOrd="2" destOrd="0" presId="urn:microsoft.com/office/officeart/2005/8/layout/lProcess2"/>
    <dgm:cxn modelId="{09DB0972-B3E2-4E12-8B6A-1AD90BDFC842}" type="presParOf" srcId="{3ECC4053-F2B2-4EB8-BAEC-CE72FF67A1E5}" destId="{9309240C-7BE2-4765-BFD7-B6C1F8E9C8C5}" srcOrd="0" destOrd="0" presId="urn:microsoft.com/office/officeart/2005/8/layout/lProcess2"/>
    <dgm:cxn modelId="{8EC8FCCF-249C-41AD-AE13-42431B817D09}" type="presParOf" srcId="{9309240C-7BE2-4765-BFD7-B6C1F8E9C8C5}" destId="{5F04DBFE-84B6-4A92-B059-25A26F9CDB55}" srcOrd="0" destOrd="0" presId="urn:microsoft.com/office/officeart/2005/8/layout/lProcess2"/>
    <dgm:cxn modelId="{3765BA5C-20F3-4C2D-A501-3A3C1ECDB9C9}" type="presParOf" srcId="{9309240C-7BE2-4765-BFD7-B6C1F8E9C8C5}" destId="{A6605431-4552-466F-B776-250C8FD0630D}" srcOrd="1" destOrd="0" presId="urn:microsoft.com/office/officeart/2005/8/layout/lProcess2"/>
    <dgm:cxn modelId="{68656E1D-EE8B-4633-95CE-D567993DFECE}" type="presParOf" srcId="{9309240C-7BE2-4765-BFD7-B6C1F8E9C8C5}" destId="{A0020B70-7823-49A6-A3CC-E5C371B7324D}" srcOrd="2" destOrd="0" presId="urn:microsoft.com/office/officeart/2005/8/layout/l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939F2F8B-D8D8-436A-9499-61368C47D1CE}" type="doc">
      <dgm:prSet loTypeId="urn:microsoft.com/office/officeart/2008/layout/RadialCluster" loCatId="relationship" qsTypeId="urn:microsoft.com/office/officeart/2005/8/quickstyle/simple1" qsCatId="simple" csTypeId="urn:microsoft.com/office/officeart/2005/8/colors/accent4_2" csCatId="accent4" phldr="1"/>
      <dgm:spPr/>
      <dgm:t>
        <a:bodyPr/>
        <a:lstStyle/>
        <a:p>
          <a:endParaRPr lang="en-US"/>
        </a:p>
      </dgm:t>
    </dgm:pt>
    <dgm:pt modelId="{46C66DB7-CD1C-42DE-8012-10367E053F62}">
      <dgm:prSet phldrT="[Text]" phldr="0"/>
      <dgm:spPr>
        <a:solidFill>
          <a:schemeClr val="tx2">
            <a:lumMod val="20000"/>
            <a:lumOff val="80000"/>
          </a:schemeClr>
        </a:solidFill>
      </dgm:spPr>
      <dgm:t>
        <a:bodyPr/>
        <a:lstStyle/>
        <a:p>
          <a:r>
            <a:rPr lang="en-US" dirty="0">
              <a:solidFill>
                <a:schemeClr val="bg1"/>
              </a:solidFill>
            </a:rPr>
            <a:t>Automated Technical Task Matching System</a:t>
          </a:r>
        </a:p>
      </dgm:t>
    </dgm:pt>
    <dgm:pt modelId="{51095FC6-1F3B-4D08-8050-862F34FF5DF2}" type="parTrans" cxnId="{904660C4-DBCA-4B4C-ACA8-DCD40DF02265}">
      <dgm:prSet/>
      <dgm:spPr/>
      <dgm:t>
        <a:bodyPr/>
        <a:lstStyle/>
        <a:p>
          <a:endParaRPr lang="en-US"/>
        </a:p>
      </dgm:t>
    </dgm:pt>
    <dgm:pt modelId="{56A31FCB-CEE2-4B5F-9A65-CAFD5119258B}" type="sibTrans" cxnId="{904660C4-DBCA-4B4C-ACA8-DCD40DF02265}">
      <dgm:prSet/>
      <dgm:spPr/>
      <dgm:t>
        <a:bodyPr/>
        <a:lstStyle/>
        <a:p>
          <a:endParaRPr lang="en-US"/>
        </a:p>
      </dgm:t>
    </dgm:pt>
    <dgm:pt modelId="{294339B4-FACE-4A7C-9C94-575261D2DE5E}">
      <dgm:prSet phldrT="[Text]" phldr="0"/>
      <dgm:spPr/>
      <dgm:t>
        <a:bodyPr/>
        <a:lstStyle/>
        <a:p>
          <a:r>
            <a:rPr lang="en-US" b="0" dirty="0">
              <a:solidFill>
                <a:schemeClr val="bg1"/>
              </a:solidFill>
            </a:rPr>
            <a:t>Improved UI</a:t>
          </a:r>
        </a:p>
      </dgm:t>
    </dgm:pt>
    <dgm:pt modelId="{A78FA98C-E888-43A5-B36E-2A2D17AB460F}" type="parTrans" cxnId="{B841609A-FB6F-4697-AB5D-C912F17FADD0}">
      <dgm:prSet/>
      <dgm:spPr/>
      <dgm:t>
        <a:bodyPr/>
        <a:lstStyle/>
        <a:p>
          <a:endParaRPr lang="en-US"/>
        </a:p>
      </dgm:t>
    </dgm:pt>
    <dgm:pt modelId="{8D17BC2D-0465-448C-B728-13ED87B6EDFC}" type="sibTrans" cxnId="{B841609A-FB6F-4697-AB5D-C912F17FADD0}">
      <dgm:prSet/>
      <dgm:spPr/>
      <dgm:t>
        <a:bodyPr/>
        <a:lstStyle/>
        <a:p>
          <a:endParaRPr lang="en-US"/>
        </a:p>
      </dgm:t>
    </dgm:pt>
    <dgm:pt modelId="{9EB56B87-AE32-46F2-BB4A-06B06FD3038D}">
      <dgm:prSet phldrT="[Text]" phldr="0"/>
      <dgm:spPr/>
      <dgm:t>
        <a:bodyPr/>
        <a:lstStyle/>
        <a:p>
          <a:pPr>
            <a:buNone/>
          </a:pPr>
          <a:r>
            <a:rPr lang="en-US" b="0" dirty="0">
              <a:solidFill>
                <a:schemeClr val="bg1"/>
              </a:solidFill>
            </a:rPr>
            <a:t>Automation</a:t>
          </a:r>
        </a:p>
      </dgm:t>
    </dgm:pt>
    <dgm:pt modelId="{10045CBB-D666-4A40-B16B-42E9ABD12A56}" type="parTrans" cxnId="{36BD3A12-0276-404A-9C2D-B0DED30A7985}">
      <dgm:prSet/>
      <dgm:spPr/>
      <dgm:t>
        <a:bodyPr/>
        <a:lstStyle/>
        <a:p>
          <a:endParaRPr lang="en-US"/>
        </a:p>
      </dgm:t>
    </dgm:pt>
    <dgm:pt modelId="{C405222B-6413-41C0-9418-7AA88C04C183}" type="sibTrans" cxnId="{36BD3A12-0276-404A-9C2D-B0DED30A7985}">
      <dgm:prSet/>
      <dgm:spPr/>
      <dgm:t>
        <a:bodyPr/>
        <a:lstStyle/>
        <a:p>
          <a:endParaRPr lang="en-US"/>
        </a:p>
      </dgm:t>
    </dgm:pt>
    <dgm:pt modelId="{CEC0DABB-C2A7-411C-A3FC-92073A59FC2A}">
      <dgm:prSet phldrT="[Text]" phldr="0"/>
      <dgm:spPr/>
      <dgm:t>
        <a:bodyPr/>
        <a:lstStyle/>
        <a:p>
          <a:r>
            <a:rPr lang="en-US" b="0" dirty="0">
              <a:solidFill>
                <a:schemeClr val="bg1"/>
              </a:solidFill>
            </a:rPr>
            <a:t>Robust Database &amp; Pipeline</a:t>
          </a:r>
        </a:p>
      </dgm:t>
    </dgm:pt>
    <dgm:pt modelId="{FDF4A39C-599E-473F-BC33-00C36FAB3F33}" type="parTrans" cxnId="{1FA69026-65B6-4C0B-B7A6-681F89EF3080}">
      <dgm:prSet/>
      <dgm:spPr/>
      <dgm:t>
        <a:bodyPr/>
        <a:lstStyle/>
        <a:p>
          <a:endParaRPr lang="en-US"/>
        </a:p>
      </dgm:t>
    </dgm:pt>
    <dgm:pt modelId="{6EAB1E00-FA17-491F-8954-B9A4F9CE96D1}" type="sibTrans" cxnId="{1FA69026-65B6-4C0B-B7A6-681F89EF3080}">
      <dgm:prSet/>
      <dgm:spPr/>
      <dgm:t>
        <a:bodyPr/>
        <a:lstStyle/>
        <a:p>
          <a:endParaRPr lang="en-US"/>
        </a:p>
      </dgm:t>
    </dgm:pt>
    <dgm:pt modelId="{163B8299-6FC5-4370-AA5F-C0C343175E4D}">
      <dgm:prSet phldrT="[Text]" phldr="0"/>
      <dgm:spPr/>
      <dgm:t>
        <a:bodyPr/>
        <a:lstStyle/>
        <a:p>
          <a:r>
            <a:rPr lang="en-US" b="0" dirty="0">
              <a:solidFill>
                <a:schemeClr val="bg1"/>
              </a:solidFill>
            </a:rPr>
            <a:t>ML Matching Algorithm</a:t>
          </a:r>
        </a:p>
      </dgm:t>
    </dgm:pt>
    <dgm:pt modelId="{1FFDBB61-30F2-4E8F-9908-EFC868CB369E}" type="parTrans" cxnId="{91372214-5734-41C2-B74D-9441A87E13D8}">
      <dgm:prSet/>
      <dgm:spPr/>
      <dgm:t>
        <a:bodyPr/>
        <a:lstStyle/>
        <a:p>
          <a:endParaRPr lang="en-US"/>
        </a:p>
      </dgm:t>
    </dgm:pt>
    <dgm:pt modelId="{9BE9EDEE-E9DC-413F-B788-DF8748E27792}" type="sibTrans" cxnId="{91372214-5734-41C2-B74D-9441A87E13D8}">
      <dgm:prSet/>
      <dgm:spPr/>
      <dgm:t>
        <a:bodyPr/>
        <a:lstStyle/>
        <a:p>
          <a:endParaRPr lang="en-US"/>
        </a:p>
      </dgm:t>
    </dgm:pt>
    <dgm:pt modelId="{A4BEE9B6-8C09-4C03-8C60-612CBA116808}">
      <dgm:prSet phldrT="[Text]" phldr="0"/>
      <dgm:spPr/>
      <dgm:t>
        <a:bodyPr/>
        <a:lstStyle/>
        <a:p>
          <a:pPr>
            <a:buNone/>
          </a:pPr>
          <a:endParaRPr lang="en-US" b="0" dirty="0">
            <a:solidFill>
              <a:schemeClr val="bg1"/>
            </a:solidFill>
          </a:endParaRPr>
        </a:p>
      </dgm:t>
    </dgm:pt>
    <dgm:pt modelId="{DD8DACA9-1DAA-40B4-BAA4-774243027DDC}" type="parTrans" cxnId="{2D694A99-F17F-4A47-8A31-F83EB4553CAB}">
      <dgm:prSet/>
      <dgm:spPr/>
      <dgm:t>
        <a:bodyPr/>
        <a:lstStyle/>
        <a:p>
          <a:endParaRPr lang="en-US"/>
        </a:p>
      </dgm:t>
    </dgm:pt>
    <dgm:pt modelId="{74722295-1E1F-4585-9BF0-5DDE98259603}" type="sibTrans" cxnId="{2D694A99-F17F-4A47-8A31-F83EB4553CAB}">
      <dgm:prSet/>
      <dgm:spPr/>
      <dgm:t>
        <a:bodyPr/>
        <a:lstStyle/>
        <a:p>
          <a:endParaRPr lang="en-US"/>
        </a:p>
      </dgm:t>
    </dgm:pt>
    <dgm:pt modelId="{BD3BCB9F-6570-4180-A6DD-ECAED3DAA5A6}" type="pres">
      <dgm:prSet presAssocID="{939F2F8B-D8D8-436A-9499-61368C47D1CE}" presName="Name0" presStyleCnt="0">
        <dgm:presLayoutVars>
          <dgm:chMax val="1"/>
          <dgm:chPref val="1"/>
          <dgm:dir/>
          <dgm:animOne val="branch"/>
          <dgm:animLvl val="lvl"/>
        </dgm:presLayoutVars>
      </dgm:prSet>
      <dgm:spPr/>
    </dgm:pt>
    <dgm:pt modelId="{C925B2F5-4D27-429F-A63C-F0D53E609D03}" type="pres">
      <dgm:prSet presAssocID="{46C66DB7-CD1C-42DE-8012-10367E053F62}" presName="singleCycle" presStyleCnt="0"/>
      <dgm:spPr/>
    </dgm:pt>
    <dgm:pt modelId="{4FF3BF49-A404-4084-88D9-B4564F8134AD}" type="pres">
      <dgm:prSet presAssocID="{46C66DB7-CD1C-42DE-8012-10367E053F62}" presName="singleCenter" presStyleLbl="node1" presStyleIdx="0" presStyleCnt="5" custScaleX="159133" custLinFactNeighborX="-4169" custLinFactNeighborY="-2402">
        <dgm:presLayoutVars>
          <dgm:chMax val="7"/>
          <dgm:chPref val="7"/>
        </dgm:presLayoutVars>
      </dgm:prSet>
      <dgm:spPr/>
    </dgm:pt>
    <dgm:pt modelId="{C21BD58D-3282-4918-B3E2-D242D16B4D44}" type="pres">
      <dgm:prSet presAssocID="{A78FA98C-E888-43A5-B36E-2A2D17AB460F}" presName="Name56" presStyleLbl="parChTrans1D2" presStyleIdx="0" presStyleCnt="4"/>
      <dgm:spPr/>
    </dgm:pt>
    <dgm:pt modelId="{D4E39B0C-FC33-44DF-A7BE-B6596D629637}" type="pres">
      <dgm:prSet presAssocID="{294339B4-FACE-4A7C-9C94-575261D2DE5E}" presName="text0" presStyleLbl="node1" presStyleIdx="1" presStyleCnt="5" custScaleX="163831" custScaleY="47675" custRadScaleRad="153651" custRadScaleInc="-242379">
        <dgm:presLayoutVars>
          <dgm:bulletEnabled val="1"/>
        </dgm:presLayoutVars>
      </dgm:prSet>
      <dgm:spPr/>
    </dgm:pt>
    <dgm:pt modelId="{9332C759-E85E-4E97-B569-C2CE3A86D95C}" type="pres">
      <dgm:prSet presAssocID="{1FFDBB61-30F2-4E8F-9908-EFC868CB369E}" presName="Name56" presStyleLbl="parChTrans1D2" presStyleIdx="1" presStyleCnt="4"/>
      <dgm:spPr/>
    </dgm:pt>
    <dgm:pt modelId="{6FDF3780-96DC-4DD7-A1BE-3AE8EFE1C0D3}" type="pres">
      <dgm:prSet presAssocID="{163B8299-6FC5-4370-AA5F-C0C343175E4D}" presName="text0" presStyleLbl="node1" presStyleIdx="2" presStyleCnt="5" custScaleX="171197" custScaleY="75625" custRadScaleRad="152451" custRadScaleInc="-366929">
        <dgm:presLayoutVars>
          <dgm:bulletEnabled val="1"/>
        </dgm:presLayoutVars>
      </dgm:prSet>
      <dgm:spPr/>
    </dgm:pt>
    <dgm:pt modelId="{F9ABF9A7-2A47-4085-9D4B-4E7700E2A760}" type="pres">
      <dgm:prSet presAssocID="{FDF4A39C-599E-473F-BC33-00C36FAB3F33}" presName="Name56" presStyleLbl="parChTrans1D2" presStyleIdx="2" presStyleCnt="4"/>
      <dgm:spPr/>
    </dgm:pt>
    <dgm:pt modelId="{7F9463A5-FFA3-4E71-A7DD-EE9F884B4A9B}" type="pres">
      <dgm:prSet presAssocID="{CEC0DABB-C2A7-411C-A3FC-92073A59FC2A}" presName="text0" presStyleLbl="node1" presStyleIdx="3" presStyleCnt="5" custScaleX="220068" custScaleY="74584" custRadScaleRad="92173" custRadScaleInc="383087">
        <dgm:presLayoutVars>
          <dgm:bulletEnabled val="1"/>
        </dgm:presLayoutVars>
      </dgm:prSet>
      <dgm:spPr/>
    </dgm:pt>
    <dgm:pt modelId="{7475F6C8-0C4B-4B14-917D-A6FD892265CE}" type="pres">
      <dgm:prSet presAssocID="{10045CBB-D666-4A40-B16B-42E9ABD12A56}" presName="Name56" presStyleLbl="parChTrans1D2" presStyleIdx="3" presStyleCnt="4"/>
      <dgm:spPr/>
    </dgm:pt>
    <dgm:pt modelId="{6CB9A409-254F-454C-ADA2-4245D46829F5}" type="pres">
      <dgm:prSet presAssocID="{9EB56B87-AE32-46F2-BB4A-06B06FD3038D}" presName="text0" presStyleLbl="node1" presStyleIdx="4" presStyleCnt="5" custScaleX="180761" custScaleY="52219" custRadScaleRad="85221" custRadScaleInc="-189163">
        <dgm:presLayoutVars>
          <dgm:bulletEnabled val="1"/>
        </dgm:presLayoutVars>
      </dgm:prSet>
      <dgm:spPr/>
    </dgm:pt>
  </dgm:ptLst>
  <dgm:cxnLst>
    <dgm:cxn modelId="{E2AB6706-F5C0-42AD-9C0A-34F410618396}" type="presOf" srcId="{46C66DB7-CD1C-42DE-8012-10367E053F62}" destId="{4FF3BF49-A404-4084-88D9-B4564F8134AD}" srcOrd="0" destOrd="0" presId="urn:microsoft.com/office/officeart/2008/layout/RadialCluster"/>
    <dgm:cxn modelId="{36BD3A12-0276-404A-9C2D-B0DED30A7985}" srcId="{46C66DB7-CD1C-42DE-8012-10367E053F62}" destId="{9EB56B87-AE32-46F2-BB4A-06B06FD3038D}" srcOrd="3" destOrd="0" parTransId="{10045CBB-D666-4A40-B16B-42E9ABD12A56}" sibTransId="{C405222B-6413-41C0-9418-7AA88C04C183}"/>
    <dgm:cxn modelId="{91372214-5734-41C2-B74D-9441A87E13D8}" srcId="{46C66DB7-CD1C-42DE-8012-10367E053F62}" destId="{163B8299-6FC5-4370-AA5F-C0C343175E4D}" srcOrd="1" destOrd="0" parTransId="{1FFDBB61-30F2-4E8F-9908-EFC868CB369E}" sibTransId="{9BE9EDEE-E9DC-413F-B788-DF8748E27792}"/>
    <dgm:cxn modelId="{1FA69026-65B6-4C0B-B7A6-681F89EF3080}" srcId="{46C66DB7-CD1C-42DE-8012-10367E053F62}" destId="{CEC0DABB-C2A7-411C-A3FC-92073A59FC2A}" srcOrd="2" destOrd="0" parTransId="{FDF4A39C-599E-473F-BC33-00C36FAB3F33}" sibTransId="{6EAB1E00-FA17-491F-8954-B9A4F9CE96D1}"/>
    <dgm:cxn modelId="{D20ADB26-BC37-4841-AA11-55CC73530DD4}" type="presOf" srcId="{10045CBB-D666-4A40-B16B-42E9ABD12A56}" destId="{7475F6C8-0C4B-4B14-917D-A6FD892265CE}" srcOrd="0" destOrd="0" presId="urn:microsoft.com/office/officeart/2008/layout/RadialCluster"/>
    <dgm:cxn modelId="{221E2F40-A5BA-4961-B038-838C11614504}" type="presOf" srcId="{FDF4A39C-599E-473F-BC33-00C36FAB3F33}" destId="{F9ABF9A7-2A47-4085-9D4B-4E7700E2A760}" srcOrd="0" destOrd="0" presId="urn:microsoft.com/office/officeart/2008/layout/RadialCluster"/>
    <dgm:cxn modelId="{F964234C-6D4B-403A-AFCB-1925A9A2F3D6}" type="presOf" srcId="{A78FA98C-E888-43A5-B36E-2A2D17AB460F}" destId="{C21BD58D-3282-4918-B3E2-D242D16B4D44}" srcOrd="0" destOrd="0" presId="urn:microsoft.com/office/officeart/2008/layout/RadialCluster"/>
    <dgm:cxn modelId="{2D694A99-F17F-4A47-8A31-F83EB4553CAB}" srcId="{939F2F8B-D8D8-436A-9499-61368C47D1CE}" destId="{A4BEE9B6-8C09-4C03-8C60-612CBA116808}" srcOrd="1" destOrd="0" parTransId="{DD8DACA9-1DAA-40B4-BAA4-774243027DDC}" sibTransId="{74722295-1E1F-4585-9BF0-5DDE98259603}"/>
    <dgm:cxn modelId="{B841609A-FB6F-4697-AB5D-C912F17FADD0}" srcId="{46C66DB7-CD1C-42DE-8012-10367E053F62}" destId="{294339B4-FACE-4A7C-9C94-575261D2DE5E}" srcOrd="0" destOrd="0" parTransId="{A78FA98C-E888-43A5-B36E-2A2D17AB460F}" sibTransId="{8D17BC2D-0465-448C-B728-13ED87B6EDFC}"/>
    <dgm:cxn modelId="{4275319B-7051-49A7-95D1-9EB360EF2D76}" type="presOf" srcId="{163B8299-6FC5-4370-AA5F-C0C343175E4D}" destId="{6FDF3780-96DC-4DD7-A1BE-3AE8EFE1C0D3}" srcOrd="0" destOrd="0" presId="urn:microsoft.com/office/officeart/2008/layout/RadialCluster"/>
    <dgm:cxn modelId="{7871CEA7-BA11-455D-A27E-F5AAE3C01BA8}" type="presOf" srcId="{294339B4-FACE-4A7C-9C94-575261D2DE5E}" destId="{D4E39B0C-FC33-44DF-A7BE-B6596D629637}" srcOrd="0" destOrd="0" presId="urn:microsoft.com/office/officeart/2008/layout/RadialCluster"/>
    <dgm:cxn modelId="{293411BD-2C0F-456A-B0C7-1F707BAFCFB5}" type="presOf" srcId="{939F2F8B-D8D8-436A-9499-61368C47D1CE}" destId="{BD3BCB9F-6570-4180-A6DD-ECAED3DAA5A6}" srcOrd="0" destOrd="0" presId="urn:microsoft.com/office/officeart/2008/layout/RadialCluster"/>
    <dgm:cxn modelId="{904660C4-DBCA-4B4C-ACA8-DCD40DF02265}" srcId="{939F2F8B-D8D8-436A-9499-61368C47D1CE}" destId="{46C66DB7-CD1C-42DE-8012-10367E053F62}" srcOrd="0" destOrd="0" parTransId="{51095FC6-1F3B-4D08-8050-862F34FF5DF2}" sibTransId="{56A31FCB-CEE2-4B5F-9A65-CAFD5119258B}"/>
    <dgm:cxn modelId="{DAF743EE-0D2D-4191-BEAD-58E601540906}" type="presOf" srcId="{1FFDBB61-30F2-4E8F-9908-EFC868CB369E}" destId="{9332C759-E85E-4E97-B569-C2CE3A86D95C}" srcOrd="0" destOrd="0" presId="urn:microsoft.com/office/officeart/2008/layout/RadialCluster"/>
    <dgm:cxn modelId="{289C49F0-1948-4022-A465-C13F4B18F886}" type="presOf" srcId="{9EB56B87-AE32-46F2-BB4A-06B06FD3038D}" destId="{6CB9A409-254F-454C-ADA2-4245D46829F5}" srcOrd="0" destOrd="0" presId="urn:microsoft.com/office/officeart/2008/layout/RadialCluster"/>
    <dgm:cxn modelId="{8D4AB7F8-13C9-4DC0-BF10-24EF265F5ACE}" type="presOf" srcId="{CEC0DABB-C2A7-411C-A3FC-92073A59FC2A}" destId="{7F9463A5-FFA3-4E71-A7DD-EE9F884B4A9B}" srcOrd="0" destOrd="0" presId="urn:microsoft.com/office/officeart/2008/layout/RadialCluster"/>
    <dgm:cxn modelId="{92588B8F-BE6E-423E-BC0E-33D8280B84B2}" type="presParOf" srcId="{BD3BCB9F-6570-4180-A6DD-ECAED3DAA5A6}" destId="{C925B2F5-4D27-429F-A63C-F0D53E609D03}" srcOrd="0" destOrd="0" presId="urn:microsoft.com/office/officeart/2008/layout/RadialCluster"/>
    <dgm:cxn modelId="{D0AE84A5-401B-4BA6-9ED9-554E89DCC1B8}" type="presParOf" srcId="{C925B2F5-4D27-429F-A63C-F0D53E609D03}" destId="{4FF3BF49-A404-4084-88D9-B4564F8134AD}" srcOrd="0" destOrd="0" presId="urn:microsoft.com/office/officeart/2008/layout/RadialCluster"/>
    <dgm:cxn modelId="{60BF141A-06E6-42BD-B3B3-AB3CEA671D91}" type="presParOf" srcId="{C925B2F5-4D27-429F-A63C-F0D53E609D03}" destId="{C21BD58D-3282-4918-B3E2-D242D16B4D44}" srcOrd="1" destOrd="0" presId="urn:microsoft.com/office/officeart/2008/layout/RadialCluster"/>
    <dgm:cxn modelId="{13E53454-EC57-40C9-B4DA-01267CB47BE5}" type="presParOf" srcId="{C925B2F5-4D27-429F-A63C-F0D53E609D03}" destId="{D4E39B0C-FC33-44DF-A7BE-B6596D629637}" srcOrd="2" destOrd="0" presId="urn:microsoft.com/office/officeart/2008/layout/RadialCluster"/>
    <dgm:cxn modelId="{972B4360-1EF3-4B8A-92DF-9DC671312AFB}" type="presParOf" srcId="{C925B2F5-4D27-429F-A63C-F0D53E609D03}" destId="{9332C759-E85E-4E97-B569-C2CE3A86D95C}" srcOrd="3" destOrd="0" presId="urn:microsoft.com/office/officeart/2008/layout/RadialCluster"/>
    <dgm:cxn modelId="{8B036685-5191-4B55-8BD7-D00DBF3BA83E}" type="presParOf" srcId="{C925B2F5-4D27-429F-A63C-F0D53E609D03}" destId="{6FDF3780-96DC-4DD7-A1BE-3AE8EFE1C0D3}" srcOrd="4" destOrd="0" presId="urn:microsoft.com/office/officeart/2008/layout/RadialCluster"/>
    <dgm:cxn modelId="{C5669C83-0B8F-436F-9C64-977270B62C2F}" type="presParOf" srcId="{C925B2F5-4D27-429F-A63C-F0D53E609D03}" destId="{F9ABF9A7-2A47-4085-9D4B-4E7700E2A760}" srcOrd="5" destOrd="0" presId="urn:microsoft.com/office/officeart/2008/layout/RadialCluster"/>
    <dgm:cxn modelId="{AE0515A1-B83F-42DF-9563-DFD091179BD7}" type="presParOf" srcId="{C925B2F5-4D27-429F-A63C-F0D53E609D03}" destId="{7F9463A5-FFA3-4E71-A7DD-EE9F884B4A9B}" srcOrd="6" destOrd="0" presId="urn:microsoft.com/office/officeart/2008/layout/RadialCluster"/>
    <dgm:cxn modelId="{4E43553A-AE87-49D1-AA04-FE1278E4AE94}" type="presParOf" srcId="{C925B2F5-4D27-429F-A63C-F0D53E609D03}" destId="{7475F6C8-0C4B-4B14-917D-A6FD892265CE}" srcOrd="7" destOrd="0" presId="urn:microsoft.com/office/officeart/2008/layout/RadialCluster"/>
    <dgm:cxn modelId="{AE7212D8-FED0-449A-8867-76B2E31FB5E0}" type="presParOf" srcId="{C925B2F5-4D27-429F-A63C-F0D53E609D03}" destId="{6CB9A409-254F-454C-ADA2-4245D46829F5}" srcOrd="8" destOrd="0" presId="urn:microsoft.com/office/officeart/2008/layout/RadialCluster"/>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8DF09600-3E2F-481B-82C7-395C3C91F4A7}" type="doc">
      <dgm:prSet loTypeId="urn:microsoft.com/office/officeart/2005/8/layout/default" loCatId="list" qsTypeId="urn:microsoft.com/office/officeart/2005/8/quickstyle/simple1" qsCatId="simple" csTypeId="urn:microsoft.com/office/officeart/2005/8/colors/accent4_4" csCatId="accent4" phldr="1"/>
      <dgm:spPr/>
      <dgm:t>
        <a:bodyPr/>
        <a:lstStyle/>
        <a:p>
          <a:endParaRPr lang="en-US"/>
        </a:p>
      </dgm:t>
    </dgm:pt>
    <dgm:pt modelId="{A5BD7752-75C4-40C0-BF8E-20EB49436BC8}">
      <dgm:prSet phldrT="[Text]" phldr="0"/>
      <dgm:spPr/>
      <dgm:t>
        <a:bodyPr/>
        <a:lstStyle/>
        <a:p>
          <a:r>
            <a:rPr lang="en-US" b="1" dirty="0"/>
            <a:t>Join</a:t>
          </a:r>
        </a:p>
      </dgm:t>
    </dgm:pt>
    <dgm:pt modelId="{1C54ED6D-EB19-46AF-9179-2A8990EE417E}" type="parTrans" cxnId="{ABD700FB-DB43-4F3F-ABAA-8D595F3391D1}">
      <dgm:prSet/>
      <dgm:spPr/>
      <dgm:t>
        <a:bodyPr/>
        <a:lstStyle/>
        <a:p>
          <a:endParaRPr lang="en-US"/>
        </a:p>
      </dgm:t>
    </dgm:pt>
    <dgm:pt modelId="{188904B8-0917-432E-B5A6-993091A4A44C}" type="sibTrans" cxnId="{ABD700FB-DB43-4F3F-ABAA-8D595F3391D1}">
      <dgm:prSet/>
      <dgm:spPr/>
      <dgm:t>
        <a:bodyPr/>
        <a:lstStyle/>
        <a:p>
          <a:endParaRPr lang="en-US"/>
        </a:p>
      </dgm:t>
    </dgm:pt>
    <dgm:pt modelId="{3A77462F-9E0B-4B26-A8DE-8E17CA0C28BE}">
      <dgm:prSet phldrT="[Text]" phldr="0"/>
      <dgm:spPr/>
      <dgm:t>
        <a:bodyPr/>
        <a:lstStyle/>
        <a:p>
          <a:r>
            <a:rPr lang="en-US" b="1" dirty="0"/>
            <a:t>Imputation</a:t>
          </a:r>
        </a:p>
      </dgm:t>
    </dgm:pt>
    <dgm:pt modelId="{2422BF56-A5A5-4E51-BFCA-68E9B2464497}" type="parTrans" cxnId="{927849BC-48B5-4536-AA97-66FDD529F7A3}">
      <dgm:prSet/>
      <dgm:spPr/>
      <dgm:t>
        <a:bodyPr/>
        <a:lstStyle/>
        <a:p>
          <a:endParaRPr lang="en-US"/>
        </a:p>
      </dgm:t>
    </dgm:pt>
    <dgm:pt modelId="{1685AAA0-93D4-4A89-8E9D-B0F78ABE57AC}" type="sibTrans" cxnId="{927849BC-48B5-4536-AA97-66FDD529F7A3}">
      <dgm:prSet/>
      <dgm:spPr/>
      <dgm:t>
        <a:bodyPr/>
        <a:lstStyle/>
        <a:p>
          <a:endParaRPr lang="en-US"/>
        </a:p>
      </dgm:t>
    </dgm:pt>
    <dgm:pt modelId="{9B258CA6-9E75-4060-8A97-C90337D9783C}">
      <dgm:prSet phldrT="[Text]" phldr="0"/>
      <dgm:spPr/>
      <dgm:t>
        <a:bodyPr/>
        <a:lstStyle/>
        <a:p>
          <a:r>
            <a:rPr lang="en-US" b="1" dirty="0"/>
            <a:t>Feature Engineering</a:t>
          </a:r>
        </a:p>
      </dgm:t>
    </dgm:pt>
    <dgm:pt modelId="{BA4B4B37-254D-4E68-97D9-8F9B996BCA1C}" type="parTrans" cxnId="{A9F584AD-1402-4F5B-B562-E984BC978B73}">
      <dgm:prSet/>
      <dgm:spPr/>
      <dgm:t>
        <a:bodyPr/>
        <a:lstStyle/>
        <a:p>
          <a:endParaRPr lang="en-US"/>
        </a:p>
      </dgm:t>
    </dgm:pt>
    <dgm:pt modelId="{F43C6EA0-D101-4C58-8607-1F7B23F2E273}" type="sibTrans" cxnId="{A9F584AD-1402-4F5B-B562-E984BC978B73}">
      <dgm:prSet/>
      <dgm:spPr/>
      <dgm:t>
        <a:bodyPr/>
        <a:lstStyle/>
        <a:p>
          <a:endParaRPr lang="en-US"/>
        </a:p>
      </dgm:t>
    </dgm:pt>
    <dgm:pt modelId="{F7BA0878-801E-4FA8-9E47-FAAAEE922D89}">
      <dgm:prSet phldrT="[Text]" phldr="0"/>
      <dgm:spPr/>
      <dgm:t>
        <a:bodyPr/>
        <a:lstStyle/>
        <a:p>
          <a:r>
            <a:rPr lang="en-US" i="1" dirty="0"/>
            <a:t>Task Complexity</a:t>
          </a:r>
        </a:p>
      </dgm:t>
    </dgm:pt>
    <dgm:pt modelId="{9E23FA41-99B3-4688-BD86-547F428FD8B1}" type="parTrans" cxnId="{DA88E687-366B-4258-9DAD-B160BDB55C04}">
      <dgm:prSet/>
      <dgm:spPr/>
      <dgm:t>
        <a:bodyPr/>
        <a:lstStyle/>
        <a:p>
          <a:endParaRPr lang="en-US"/>
        </a:p>
      </dgm:t>
    </dgm:pt>
    <dgm:pt modelId="{F317A394-E435-41D3-9760-853A80531FB3}" type="sibTrans" cxnId="{DA88E687-366B-4258-9DAD-B160BDB55C04}">
      <dgm:prSet/>
      <dgm:spPr/>
      <dgm:t>
        <a:bodyPr/>
        <a:lstStyle/>
        <a:p>
          <a:endParaRPr lang="en-US"/>
        </a:p>
      </dgm:t>
    </dgm:pt>
    <dgm:pt modelId="{AA96EFEC-EAD0-4BC2-AEC4-27DE6BE062B7}">
      <dgm:prSet phldrT="[Text]" phldr="0"/>
      <dgm:spPr/>
      <dgm:t>
        <a:bodyPr/>
        <a:lstStyle/>
        <a:p>
          <a:r>
            <a:rPr lang="en-US" i="1" dirty="0"/>
            <a:t>Penalty Cost</a:t>
          </a:r>
        </a:p>
      </dgm:t>
    </dgm:pt>
    <dgm:pt modelId="{28A38835-4D66-44C8-8BA6-7665414FE787}" type="parTrans" cxnId="{22231E40-85CB-49D1-9B39-3D988504B1F8}">
      <dgm:prSet/>
      <dgm:spPr/>
      <dgm:t>
        <a:bodyPr/>
        <a:lstStyle/>
        <a:p>
          <a:endParaRPr lang="en-US"/>
        </a:p>
      </dgm:t>
    </dgm:pt>
    <dgm:pt modelId="{0430A49D-28ED-4616-A90A-D7DE912AC2D5}" type="sibTrans" cxnId="{22231E40-85CB-49D1-9B39-3D988504B1F8}">
      <dgm:prSet/>
      <dgm:spPr/>
      <dgm:t>
        <a:bodyPr/>
        <a:lstStyle/>
        <a:p>
          <a:endParaRPr lang="en-US"/>
        </a:p>
      </dgm:t>
    </dgm:pt>
    <dgm:pt modelId="{AEDF2346-7351-48AB-B36E-2BED8142C9CA}">
      <dgm:prSet phldrT="[Text]" phldr="0"/>
      <dgm:spPr/>
      <dgm:t>
        <a:bodyPr/>
        <a:lstStyle/>
        <a:p>
          <a:r>
            <a:rPr lang="en-US" dirty="0"/>
            <a:t>Based on the task techs have worked on, what does it say about their skillset?</a:t>
          </a:r>
          <a:endParaRPr lang="en-US" i="1" dirty="0"/>
        </a:p>
      </dgm:t>
    </dgm:pt>
    <dgm:pt modelId="{2BD18E7C-6BDB-41D5-953F-FC1ADC27F9D6}" type="parTrans" cxnId="{1A9F5B63-EBD8-4A1E-9D16-EC38D54388D6}">
      <dgm:prSet/>
      <dgm:spPr/>
      <dgm:t>
        <a:bodyPr/>
        <a:lstStyle/>
        <a:p>
          <a:endParaRPr lang="en-US"/>
        </a:p>
      </dgm:t>
    </dgm:pt>
    <dgm:pt modelId="{05BACD83-671A-4DC7-BEE9-9207346F39A2}" type="sibTrans" cxnId="{1A9F5B63-EBD8-4A1E-9D16-EC38D54388D6}">
      <dgm:prSet/>
      <dgm:spPr/>
      <dgm:t>
        <a:bodyPr/>
        <a:lstStyle/>
        <a:p>
          <a:endParaRPr lang="en-US"/>
        </a:p>
      </dgm:t>
    </dgm:pt>
    <dgm:pt modelId="{923A08C1-D6C4-4297-A13F-95876531D949}">
      <dgm:prSet phldrT="[Text]" phldr="0"/>
      <dgm:spPr/>
      <dgm:t>
        <a:bodyPr/>
        <a:lstStyle/>
        <a:p>
          <a:r>
            <a:rPr lang="en-US" i="1" dirty="0"/>
            <a:t>Eqpt Required</a:t>
          </a:r>
        </a:p>
      </dgm:t>
    </dgm:pt>
    <dgm:pt modelId="{83509945-42BA-4716-A5CC-1265C001718B}" type="parTrans" cxnId="{2B2D27F6-095B-4CA4-BCAB-F9B1B7760B87}">
      <dgm:prSet/>
      <dgm:spPr/>
      <dgm:t>
        <a:bodyPr/>
        <a:lstStyle/>
        <a:p>
          <a:endParaRPr lang="en-US"/>
        </a:p>
      </dgm:t>
    </dgm:pt>
    <dgm:pt modelId="{329467AF-63F8-4399-8DC9-05810767BEDF}" type="sibTrans" cxnId="{2B2D27F6-095B-4CA4-BCAB-F9B1B7760B87}">
      <dgm:prSet/>
      <dgm:spPr/>
      <dgm:t>
        <a:bodyPr/>
        <a:lstStyle/>
        <a:p>
          <a:endParaRPr lang="en-US"/>
        </a:p>
      </dgm:t>
    </dgm:pt>
    <dgm:pt modelId="{5797F77F-BDD6-4F23-BC54-7F5715B488F7}">
      <dgm:prSet phldrT="[Text]" phldr="0"/>
      <dgm:spPr/>
      <dgm:t>
        <a:bodyPr/>
        <a:lstStyle/>
        <a:p>
          <a:r>
            <a:rPr lang="en-US" i="1" dirty="0"/>
            <a:t>Customer Rating</a:t>
          </a:r>
        </a:p>
      </dgm:t>
    </dgm:pt>
    <dgm:pt modelId="{C2A0EE55-8066-4629-BB31-841F7B0B6284}" type="parTrans" cxnId="{C224E118-729E-4397-AE87-F36BB499F100}">
      <dgm:prSet/>
      <dgm:spPr/>
      <dgm:t>
        <a:bodyPr/>
        <a:lstStyle/>
        <a:p>
          <a:endParaRPr lang="en-US"/>
        </a:p>
      </dgm:t>
    </dgm:pt>
    <dgm:pt modelId="{5D5CF3C7-E0B7-4DF5-A985-39DB4124F8A6}" type="sibTrans" cxnId="{C224E118-729E-4397-AE87-F36BB499F100}">
      <dgm:prSet/>
      <dgm:spPr/>
      <dgm:t>
        <a:bodyPr/>
        <a:lstStyle/>
        <a:p>
          <a:endParaRPr lang="en-US"/>
        </a:p>
      </dgm:t>
    </dgm:pt>
    <dgm:pt modelId="{2F161EFD-1B2F-48AD-9ED1-9EBA3BEAA0A1}">
      <dgm:prSet phldrT="[Text]" phldr="0"/>
      <dgm:spPr/>
      <dgm:t>
        <a:bodyPr/>
        <a:lstStyle/>
        <a:p>
          <a:r>
            <a:rPr lang="en-US" i="0" dirty="0"/>
            <a:t>Based on </a:t>
          </a:r>
          <a:r>
            <a:rPr lang="en-US" i="1" dirty="0"/>
            <a:t>Task Priority</a:t>
          </a:r>
          <a:endParaRPr lang="en-US" i="0" dirty="0"/>
        </a:p>
      </dgm:t>
    </dgm:pt>
    <dgm:pt modelId="{9D0F7611-0771-474D-AFB5-5B9A8AD65569}" type="parTrans" cxnId="{68E7D5AD-4158-463E-B2C1-98CCFEE9EAF8}">
      <dgm:prSet/>
      <dgm:spPr/>
      <dgm:t>
        <a:bodyPr/>
        <a:lstStyle/>
        <a:p>
          <a:endParaRPr lang="en-US"/>
        </a:p>
      </dgm:t>
    </dgm:pt>
    <dgm:pt modelId="{32144286-A994-4B14-9CAE-36AF435CDBA2}" type="sibTrans" cxnId="{68E7D5AD-4158-463E-B2C1-98CCFEE9EAF8}">
      <dgm:prSet/>
      <dgm:spPr/>
      <dgm:t>
        <a:bodyPr/>
        <a:lstStyle/>
        <a:p>
          <a:endParaRPr lang="en-US"/>
        </a:p>
      </dgm:t>
    </dgm:pt>
    <dgm:pt modelId="{CD405006-BC75-49BD-AA2D-204F093E11D0}">
      <dgm:prSet phldrT="[Text]" phldr="0"/>
      <dgm:spPr/>
      <dgm:t>
        <a:bodyPr/>
        <a:lstStyle/>
        <a:p>
          <a:r>
            <a:rPr lang="en-US" i="0" dirty="0"/>
            <a:t>Create </a:t>
          </a:r>
          <a:r>
            <a:rPr lang="en-US" i="1" dirty="0"/>
            <a:t>Eqpt Trained </a:t>
          </a:r>
          <a:r>
            <a:rPr lang="en-US" i="0" dirty="0"/>
            <a:t>+ </a:t>
          </a:r>
          <a:r>
            <a:rPr lang="en-US" i="1" dirty="0"/>
            <a:t>Tech Complexity</a:t>
          </a:r>
        </a:p>
      </dgm:t>
    </dgm:pt>
    <dgm:pt modelId="{56B2D56E-F75C-48B2-B60C-16471DFA8E86}" type="parTrans" cxnId="{D47EFF86-0600-4354-8BDB-C25B29950815}">
      <dgm:prSet/>
      <dgm:spPr/>
      <dgm:t>
        <a:bodyPr/>
        <a:lstStyle/>
        <a:p>
          <a:endParaRPr lang="en-US"/>
        </a:p>
      </dgm:t>
    </dgm:pt>
    <dgm:pt modelId="{47235167-42F7-4CD7-926C-21BD689B96FF}" type="sibTrans" cxnId="{D47EFF86-0600-4354-8BDB-C25B29950815}">
      <dgm:prSet/>
      <dgm:spPr/>
      <dgm:t>
        <a:bodyPr/>
        <a:lstStyle/>
        <a:p>
          <a:endParaRPr lang="en-US"/>
        </a:p>
      </dgm:t>
    </dgm:pt>
    <dgm:pt modelId="{F7815A0A-1234-4CF2-A71A-3EFC9A9B83E3}">
      <dgm:prSet phldrT="[Text]" phldr="0"/>
      <dgm:spPr/>
      <dgm:t>
        <a:bodyPr/>
        <a:lstStyle/>
        <a:p>
          <a:r>
            <a:rPr lang="en-US" i="0" dirty="0"/>
            <a:t>Recalibrate </a:t>
          </a:r>
          <a:r>
            <a:rPr lang="en-US" i="1" dirty="0"/>
            <a:t>Expertise Match</a:t>
          </a:r>
        </a:p>
      </dgm:t>
    </dgm:pt>
    <dgm:pt modelId="{72F7E06D-CA1E-4BD8-9FE6-8CF59EF50542}" type="parTrans" cxnId="{3C83DB85-B00F-4FDB-BEF3-AC0178096B94}">
      <dgm:prSet/>
      <dgm:spPr/>
      <dgm:t>
        <a:bodyPr/>
        <a:lstStyle/>
        <a:p>
          <a:endParaRPr lang="en-US"/>
        </a:p>
      </dgm:t>
    </dgm:pt>
    <dgm:pt modelId="{CAD6DE7B-E9B3-45A0-AF7B-11E26BEB066A}" type="sibTrans" cxnId="{3C83DB85-B00F-4FDB-BEF3-AC0178096B94}">
      <dgm:prSet/>
      <dgm:spPr/>
      <dgm:t>
        <a:bodyPr/>
        <a:lstStyle/>
        <a:p>
          <a:endParaRPr lang="en-US"/>
        </a:p>
      </dgm:t>
    </dgm:pt>
    <dgm:pt modelId="{4C0994D2-FB35-4636-8011-AE2B7ECBA4D4}">
      <dgm:prSet phldrT="[Text]" phldr="0"/>
      <dgm:spPr/>
      <dgm:t>
        <a:bodyPr/>
        <a:lstStyle/>
        <a:p>
          <a:r>
            <a:rPr lang="en-US" i="1" dirty="0"/>
            <a:t>Expertise Match </a:t>
          </a:r>
          <a:r>
            <a:rPr lang="en-US" dirty="0"/>
            <a:t>+</a:t>
          </a:r>
          <a:r>
            <a:rPr lang="en-US" i="1" dirty="0"/>
            <a:t> Eqpt Required </a:t>
          </a:r>
          <a:r>
            <a:rPr lang="en-US" dirty="0"/>
            <a:t>+ </a:t>
          </a:r>
          <a:r>
            <a:rPr lang="en-US" i="1" dirty="0"/>
            <a:t>Task Complexity</a:t>
          </a:r>
        </a:p>
      </dgm:t>
    </dgm:pt>
    <dgm:pt modelId="{A12414E4-4427-4B9E-8725-F6EE6B629C6D}" type="parTrans" cxnId="{4E4CF662-02DF-4D67-997D-7F5C3FFA2170}">
      <dgm:prSet/>
      <dgm:spPr/>
      <dgm:t>
        <a:bodyPr/>
        <a:lstStyle/>
        <a:p>
          <a:endParaRPr lang="en-US"/>
        </a:p>
      </dgm:t>
    </dgm:pt>
    <dgm:pt modelId="{5609B633-8E19-424D-ADD3-E82362C45B47}" type="sibTrans" cxnId="{4E4CF662-02DF-4D67-997D-7F5C3FFA2170}">
      <dgm:prSet/>
      <dgm:spPr/>
      <dgm:t>
        <a:bodyPr/>
        <a:lstStyle/>
        <a:p>
          <a:endParaRPr lang="en-US"/>
        </a:p>
      </dgm:t>
    </dgm:pt>
    <dgm:pt modelId="{94601393-59C4-40D8-A01E-7465946BD8EE}">
      <dgm:prSet phldrT="[Text]" phldr="0"/>
      <dgm:spPr/>
      <dgm:t>
        <a:bodyPr/>
        <a:lstStyle/>
        <a:p>
          <a:endParaRPr lang="en-US" i="1" dirty="0"/>
        </a:p>
      </dgm:t>
    </dgm:pt>
    <dgm:pt modelId="{889ED3BE-C2EA-42D8-A839-A71ABE8635B5}" type="parTrans" cxnId="{782BEE25-29C1-402A-BDC3-880C6CFC7FBE}">
      <dgm:prSet/>
      <dgm:spPr/>
      <dgm:t>
        <a:bodyPr/>
        <a:lstStyle/>
        <a:p>
          <a:endParaRPr lang="en-US"/>
        </a:p>
      </dgm:t>
    </dgm:pt>
    <dgm:pt modelId="{52345FB5-68A4-4113-AD94-26A1EE0702A2}" type="sibTrans" cxnId="{782BEE25-29C1-402A-BDC3-880C6CFC7FBE}">
      <dgm:prSet/>
      <dgm:spPr/>
      <dgm:t>
        <a:bodyPr/>
        <a:lstStyle/>
        <a:p>
          <a:endParaRPr lang="en-US"/>
        </a:p>
      </dgm:t>
    </dgm:pt>
    <dgm:pt modelId="{B80A17D8-FAEB-4515-9FDD-E545951F8A90}">
      <dgm:prSet phldrT="[Text]" phldr="0"/>
      <dgm:spPr/>
      <dgm:t>
        <a:bodyPr/>
        <a:lstStyle/>
        <a:p>
          <a:r>
            <a:rPr lang="en-US" i="0" dirty="0"/>
            <a:t>Assumption: Expertise Match looks at eqpt requirement and complexity level</a:t>
          </a:r>
        </a:p>
      </dgm:t>
    </dgm:pt>
    <dgm:pt modelId="{56F95AEB-D023-4F36-B273-40E478C473D3}" type="parTrans" cxnId="{25397B19-2DAF-48B8-B957-0032F54C999E}">
      <dgm:prSet/>
      <dgm:spPr/>
      <dgm:t>
        <a:bodyPr/>
        <a:lstStyle/>
        <a:p>
          <a:endParaRPr lang="en-US"/>
        </a:p>
      </dgm:t>
    </dgm:pt>
    <dgm:pt modelId="{719F4016-9F12-4787-82B2-EDCC9BB3FD50}" type="sibTrans" cxnId="{25397B19-2DAF-48B8-B957-0032F54C999E}">
      <dgm:prSet/>
      <dgm:spPr/>
      <dgm:t>
        <a:bodyPr/>
        <a:lstStyle/>
        <a:p>
          <a:endParaRPr lang="en-US"/>
        </a:p>
      </dgm:t>
    </dgm:pt>
    <dgm:pt modelId="{BE66CD62-7761-41A0-A4D3-906EE390A8E4}">
      <dgm:prSet phldrT="[Text]" phldr="0"/>
      <dgm:spPr/>
      <dgm:t>
        <a:bodyPr/>
        <a:lstStyle/>
        <a:p>
          <a:r>
            <a:rPr lang="en-US" i="1" dirty="0"/>
            <a:t>Expertise Match </a:t>
          </a:r>
          <a:r>
            <a:rPr lang="en-US" i="0" dirty="0"/>
            <a:t>shows if tech is qualified to take on task</a:t>
          </a:r>
        </a:p>
      </dgm:t>
    </dgm:pt>
    <dgm:pt modelId="{1B43476A-F8AA-4041-B5E0-DDEB90CF5B97}" type="parTrans" cxnId="{043B5689-9B21-4AD2-8153-FBA5D8550AE2}">
      <dgm:prSet/>
      <dgm:spPr/>
      <dgm:t>
        <a:bodyPr/>
        <a:lstStyle/>
        <a:p>
          <a:endParaRPr lang="en-US"/>
        </a:p>
      </dgm:t>
    </dgm:pt>
    <dgm:pt modelId="{654C7121-92EF-467B-BF2E-92C77DB34D15}" type="sibTrans" cxnId="{043B5689-9B21-4AD2-8153-FBA5D8550AE2}">
      <dgm:prSet/>
      <dgm:spPr/>
      <dgm:t>
        <a:bodyPr/>
        <a:lstStyle/>
        <a:p>
          <a:endParaRPr lang="en-US"/>
        </a:p>
      </dgm:t>
    </dgm:pt>
    <dgm:pt modelId="{E3E6A194-F141-4417-9C96-71BAF46521B5}" type="pres">
      <dgm:prSet presAssocID="{8DF09600-3E2F-481B-82C7-395C3C91F4A7}" presName="diagram" presStyleCnt="0">
        <dgm:presLayoutVars>
          <dgm:dir/>
          <dgm:resizeHandles val="exact"/>
        </dgm:presLayoutVars>
      </dgm:prSet>
      <dgm:spPr/>
    </dgm:pt>
    <dgm:pt modelId="{F7CABA8C-F68E-4747-BEE6-2CD84CE5039C}" type="pres">
      <dgm:prSet presAssocID="{A5BD7752-75C4-40C0-BF8E-20EB49436BC8}" presName="node" presStyleLbl="node1" presStyleIdx="0" presStyleCnt="3" custLinFactNeighborX="-98184" custLinFactNeighborY="24861">
        <dgm:presLayoutVars>
          <dgm:bulletEnabled val="1"/>
        </dgm:presLayoutVars>
      </dgm:prSet>
      <dgm:spPr/>
    </dgm:pt>
    <dgm:pt modelId="{8DAAFC61-F4B2-412F-A528-6D50CFA42C59}" type="pres">
      <dgm:prSet presAssocID="{188904B8-0917-432E-B5A6-993091A4A44C}" presName="sibTrans" presStyleCnt="0"/>
      <dgm:spPr/>
    </dgm:pt>
    <dgm:pt modelId="{E3D83339-3605-41D3-B9CD-828554CE7429}" type="pres">
      <dgm:prSet presAssocID="{3A77462F-9E0B-4B26-A8DE-8E17CA0C28BE}" presName="node" presStyleLbl="node1" presStyleIdx="1" presStyleCnt="3" custLinFactX="-100000" custLinFactY="66735" custLinFactNeighborX="-107307" custLinFactNeighborY="100000">
        <dgm:presLayoutVars>
          <dgm:bulletEnabled val="1"/>
        </dgm:presLayoutVars>
      </dgm:prSet>
      <dgm:spPr/>
    </dgm:pt>
    <dgm:pt modelId="{1A348B8C-28F6-4C74-8462-2F8D9D270FAF}" type="pres">
      <dgm:prSet presAssocID="{1685AAA0-93D4-4A89-8E9D-B0F78ABE57AC}" presName="sibTrans" presStyleCnt="0"/>
      <dgm:spPr/>
    </dgm:pt>
    <dgm:pt modelId="{C502F762-FE32-4C49-B6B4-F324024EBBB3}" type="pres">
      <dgm:prSet presAssocID="{9B258CA6-9E75-4060-8A97-C90337D9783C}" presName="node" presStyleLbl="node1" presStyleIdx="2" presStyleCnt="3" custScaleX="219908" custScaleY="190684" custLinFactX="4263" custLinFactNeighborX="100000" custLinFactNeighborY="-74604">
        <dgm:presLayoutVars>
          <dgm:bulletEnabled val="1"/>
        </dgm:presLayoutVars>
      </dgm:prSet>
      <dgm:spPr/>
    </dgm:pt>
  </dgm:ptLst>
  <dgm:cxnLst>
    <dgm:cxn modelId="{B0D59B04-106A-45D2-8B48-745DEE1E963F}" type="presOf" srcId="{2F161EFD-1B2F-48AD-9ED1-9EBA3BEAA0A1}" destId="{E3D83339-3605-41D3-B9CD-828554CE7429}" srcOrd="0" destOrd="2" presId="urn:microsoft.com/office/officeart/2005/8/layout/default"/>
    <dgm:cxn modelId="{C72D2F0A-7BE9-4AE4-A7A9-FC725A9B3B7C}" type="presOf" srcId="{BE66CD62-7761-41A0-A4D3-906EE390A8E4}" destId="{C502F762-FE32-4C49-B6B4-F324024EBBB3}" srcOrd="0" destOrd="2" presId="urn:microsoft.com/office/officeart/2005/8/layout/default"/>
    <dgm:cxn modelId="{DA026517-48DE-4884-94A0-AAAFEF62D303}" type="presOf" srcId="{AA96EFEC-EAD0-4BC2-AEC4-27DE6BE062B7}" destId="{E3D83339-3605-41D3-B9CD-828554CE7429}" srcOrd="0" destOrd="1" presId="urn:microsoft.com/office/officeart/2005/8/layout/default"/>
    <dgm:cxn modelId="{C224E118-729E-4397-AE87-F36BB499F100}" srcId="{A5BD7752-75C4-40C0-BF8E-20EB49436BC8}" destId="{5797F77F-BDD6-4F23-BC54-7F5715B488F7}" srcOrd="2" destOrd="0" parTransId="{C2A0EE55-8066-4629-BB31-841F7B0B6284}" sibTransId="{5D5CF3C7-E0B7-4DF5-A985-39DB4124F8A6}"/>
    <dgm:cxn modelId="{25397B19-2DAF-48B8-B957-0032F54C999E}" srcId="{9B258CA6-9E75-4060-8A97-C90337D9783C}" destId="{B80A17D8-FAEB-4515-9FDD-E545951F8A90}" srcOrd="2" destOrd="0" parTransId="{56F95AEB-D023-4F36-B273-40E478C473D3}" sibTransId="{719F4016-9F12-4787-82B2-EDCC9BB3FD50}"/>
    <dgm:cxn modelId="{782BEE25-29C1-402A-BDC3-880C6CFC7FBE}" srcId="{9B258CA6-9E75-4060-8A97-C90337D9783C}" destId="{94601393-59C4-40D8-A01E-7465946BD8EE}" srcOrd="3" destOrd="0" parTransId="{889ED3BE-C2EA-42D8-A839-A71ABE8635B5}" sibTransId="{52345FB5-68A4-4113-AD94-26A1EE0702A2}"/>
    <dgm:cxn modelId="{A5A07F33-1D72-424C-A71A-91DA2A020B14}" type="presOf" srcId="{923A08C1-D6C4-4297-A13F-95876531D949}" destId="{F7CABA8C-F68E-4747-BEE6-2CD84CE5039C}" srcOrd="0" destOrd="2" presId="urn:microsoft.com/office/officeart/2005/8/layout/default"/>
    <dgm:cxn modelId="{22231E40-85CB-49D1-9B39-3D988504B1F8}" srcId="{3A77462F-9E0B-4B26-A8DE-8E17CA0C28BE}" destId="{AA96EFEC-EAD0-4BC2-AEC4-27DE6BE062B7}" srcOrd="0" destOrd="0" parTransId="{28A38835-4D66-44C8-8BA6-7665414FE787}" sibTransId="{0430A49D-28ED-4616-A90A-D7DE912AC2D5}"/>
    <dgm:cxn modelId="{4E4CF662-02DF-4D67-997D-7F5C3FFA2170}" srcId="{9B258CA6-9E75-4060-8A97-C90337D9783C}" destId="{4C0994D2-FB35-4636-8011-AE2B7ECBA4D4}" srcOrd="4" destOrd="0" parTransId="{A12414E4-4427-4B9E-8725-F6EE6B629C6D}" sibTransId="{5609B633-8E19-424D-ADD3-E82362C45B47}"/>
    <dgm:cxn modelId="{1A9F5B63-EBD8-4A1E-9D16-EC38D54388D6}" srcId="{9B258CA6-9E75-4060-8A97-C90337D9783C}" destId="{AEDF2346-7351-48AB-B36E-2BED8142C9CA}" srcOrd="0" destOrd="0" parTransId="{2BD18E7C-6BDB-41D5-953F-FC1ADC27F9D6}" sibTransId="{05BACD83-671A-4DC7-BEE9-9207346F39A2}"/>
    <dgm:cxn modelId="{EA5A4965-4889-4235-8C31-BCA308C6A39A}" type="presOf" srcId="{8DF09600-3E2F-481B-82C7-395C3C91F4A7}" destId="{E3E6A194-F141-4417-9C96-71BAF46521B5}" srcOrd="0" destOrd="0" presId="urn:microsoft.com/office/officeart/2005/8/layout/default"/>
    <dgm:cxn modelId="{5E8A404B-43A1-4FCA-A099-177E21D55DDF}" type="presOf" srcId="{3A77462F-9E0B-4B26-A8DE-8E17CA0C28BE}" destId="{E3D83339-3605-41D3-B9CD-828554CE7429}" srcOrd="0" destOrd="0" presId="urn:microsoft.com/office/officeart/2005/8/layout/default"/>
    <dgm:cxn modelId="{D11E3373-E896-47F3-BF82-7F072EC3093B}" type="presOf" srcId="{F7815A0A-1234-4CF2-A71A-3EFC9A9B83E3}" destId="{C502F762-FE32-4C49-B6B4-F324024EBBB3}" srcOrd="0" destOrd="7" presId="urn:microsoft.com/office/officeart/2005/8/layout/default"/>
    <dgm:cxn modelId="{A00DDF75-921B-43C1-A890-3EEE99BAF07B}" type="presOf" srcId="{A5BD7752-75C4-40C0-BF8E-20EB49436BC8}" destId="{F7CABA8C-F68E-4747-BEE6-2CD84CE5039C}" srcOrd="0" destOrd="0" presId="urn:microsoft.com/office/officeart/2005/8/layout/default"/>
    <dgm:cxn modelId="{2AC35858-29D4-4C31-ADA9-12384A1F477B}" type="presOf" srcId="{F7BA0878-801E-4FA8-9E47-FAAAEE922D89}" destId="{F7CABA8C-F68E-4747-BEE6-2CD84CE5039C}" srcOrd="0" destOrd="1" presId="urn:microsoft.com/office/officeart/2005/8/layout/default"/>
    <dgm:cxn modelId="{E3218584-917A-48C2-B6A5-E3A5761194FC}" type="presOf" srcId="{4C0994D2-FB35-4636-8011-AE2B7ECBA4D4}" destId="{C502F762-FE32-4C49-B6B4-F324024EBBB3}" srcOrd="0" destOrd="5" presId="urn:microsoft.com/office/officeart/2005/8/layout/default"/>
    <dgm:cxn modelId="{3C83DB85-B00F-4FDB-BEF3-AC0178096B94}" srcId="{9B258CA6-9E75-4060-8A97-C90337D9783C}" destId="{F7815A0A-1234-4CF2-A71A-3EFC9A9B83E3}" srcOrd="6" destOrd="0" parTransId="{72F7E06D-CA1E-4BD8-9FE6-8CF59EF50542}" sibTransId="{CAD6DE7B-E9B3-45A0-AF7B-11E26BEB066A}"/>
    <dgm:cxn modelId="{D47EFF86-0600-4354-8BDB-C25B29950815}" srcId="{9B258CA6-9E75-4060-8A97-C90337D9783C}" destId="{CD405006-BC75-49BD-AA2D-204F093E11D0}" srcOrd="5" destOrd="0" parTransId="{56B2D56E-F75C-48B2-B60C-16471DFA8E86}" sibTransId="{47235167-42F7-4CD7-926C-21BD689B96FF}"/>
    <dgm:cxn modelId="{DA88E687-366B-4258-9DAD-B160BDB55C04}" srcId="{A5BD7752-75C4-40C0-BF8E-20EB49436BC8}" destId="{F7BA0878-801E-4FA8-9E47-FAAAEE922D89}" srcOrd="0" destOrd="0" parTransId="{9E23FA41-99B3-4688-BD86-547F428FD8B1}" sibTransId="{F317A394-E435-41D3-9760-853A80531FB3}"/>
    <dgm:cxn modelId="{043B5689-9B21-4AD2-8153-FBA5D8550AE2}" srcId="{9B258CA6-9E75-4060-8A97-C90337D9783C}" destId="{BE66CD62-7761-41A0-A4D3-906EE390A8E4}" srcOrd="1" destOrd="0" parTransId="{1B43476A-F8AA-4041-B5E0-DDEB90CF5B97}" sibTransId="{654C7121-92EF-467B-BF2E-92C77DB34D15}"/>
    <dgm:cxn modelId="{127C5C8E-E0CB-453C-BD76-D892F52011D8}" type="presOf" srcId="{B80A17D8-FAEB-4515-9FDD-E545951F8A90}" destId="{C502F762-FE32-4C49-B6B4-F324024EBBB3}" srcOrd="0" destOrd="3" presId="urn:microsoft.com/office/officeart/2005/8/layout/default"/>
    <dgm:cxn modelId="{C34258AB-612D-4B9B-8A05-90462F7FDAD9}" type="presOf" srcId="{94601393-59C4-40D8-A01E-7465946BD8EE}" destId="{C502F762-FE32-4C49-B6B4-F324024EBBB3}" srcOrd="0" destOrd="4" presId="urn:microsoft.com/office/officeart/2005/8/layout/default"/>
    <dgm:cxn modelId="{A9F584AD-1402-4F5B-B562-E984BC978B73}" srcId="{8DF09600-3E2F-481B-82C7-395C3C91F4A7}" destId="{9B258CA6-9E75-4060-8A97-C90337D9783C}" srcOrd="2" destOrd="0" parTransId="{BA4B4B37-254D-4E68-97D9-8F9B996BCA1C}" sibTransId="{F43C6EA0-D101-4C58-8607-1F7B23F2E273}"/>
    <dgm:cxn modelId="{68E7D5AD-4158-463E-B2C1-98CCFEE9EAF8}" srcId="{AA96EFEC-EAD0-4BC2-AEC4-27DE6BE062B7}" destId="{2F161EFD-1B2F-48AD-9ED1-9EBA3BEAA0A1}" srcOrd="0" destOrd="0" parTransId="{9D0F7611-0771-474D-AFB5-5B9A8AD65569}" sibTransId="{32144286-A994-4B14-9CAE-36AF435CDBA2}"/>
    <dgm:cxn modelId="{62A21DB1-4140-4D0E-BA7C-BE06E07B779D}" type="presOf" srcId="{5797F77F-BDD6-4F23-BC54-7F5715B488F7}" destId="{F7CABA8C-F68E-4747-BEE6-2CD84CE5039C}" srcOrd="0" destOrd="3" presId="urn:microsoft.com/office/officeart/2005/8/layout/default"/>
    <dgm:cxn modelId="{927849BC-48B5-4536-AA97-66FDD529F7A3}" srcId="{8DF09600-3E2F-481B-82C7-395C3C91F4A7}" destId="{3A77462F-9E0B-4B26-A8DE-8E17CA0C28BE}" srcOrd="1" destOrd="0" parTransId="{2422BF56-A5A5-4E51-BFCA-68E9B2464497}" sibTransId="{1685AAA0-93D4-4A89-8E9D-B0F78ABE57AC}"/>
    <dgm:cxn modelId="{1E8A22C0-2DE1-4798-8C85-38AA677C07DF}" type="presOf" srcId="{9B258CA6-9E75-4060-8A97-C90337D9783C}" destId="{C502F762-FE32-4C49-B6B4-F324024EBBB3}" srcOrd="0" destOrd="0" presId="urn:microsoft.com/office/officeart/2005/8/layout/default"/>
    <dgm:cxn modelId="{FE4927DA-B75B-4CEA-B0C7-E242F28042E1}" type="presOf" srcId="{CD405006-BC75-49BD-AA2D-204F093E11D0}" destId="{C502F762-FE32-4C49-B6B4-F324024EBBB3}" srcOrd="0" destOrd="6" presId="urn:microsoft.com/office/officeart/2005/8/layout/default"/>
    <dgm:cxn modelId="{769B81DA-4496-4CF0-BE27-7CC1A3A60884}" type="presOf" srcId="{AEDF2346-7351-48AB-B36E-2BED8142C9CA}" destId="{C502F762-FE32-4C49-B6B4-F324024EBBB3}" srcOrd="0" destOrd="1" presId="urn:microsoft.com/office/officeart/2005/8/layout/default"/>
    <dgm:cxn modelId="{2B2D27F6-095B-4CA4-BCAB-F9B1B7760B87}" srcId="{A5BD7752-75C4-40C0-BF8E-20EB49436BC8}" destId="{923A08C1-D6C4-4297-A13F-95876531D949}" srcOrd="1" destOrd="0" parTransId="{83509945-42BA-4716-A5CC-1265C001718B}" sibTransId="{329467AF-63F8-4399-8DC9-05810767BEDF}"/>
    <dgm:cxn modelId="{ABD700FB-DB43-4F3F-ABAA-8D595F3391D1}" srcId="{8DF09600-3E2F-481B-82C7-395C3C91F4A7}" destId="{A5BD7752-75C4-40C0-BF8E-20EB49436BC8}" srcOrd="0" destOrd="0" parTransId="{1C54ED6D-EB19-46AF-9179-2A8990EE417E}" sibTransId="{188904B8-0917-432E-B5A6-993091A4A44C}"/>
    <dgm:cxn modelId="{21243C7C-E51A-4341-A060-C94A0F57DBCD}" type="presParOf" srcId="{E3E6A194-F141-4417-9C96-71BAF46521B5}" destId="{F7CABA8C-F68E-4747-BEE6-2CD84CE5039C}" srcOrd="0" destOrd="0" presId="urn:microsoft.com/office/officeart/2005/8/layout/default"/>
    <dgm:cxn modelId="{C2C4BD13-F09F-4B5C-A992-EC0DACAB39EC}" type="presParOf" srcId="{E3E6A194-F141-4417-9C96-71BAF46521B5}" destId="{8DAAFC61-F4B2-412F-A528-6D50CFA42C59}" srcOrd="1" destOrd="0" presId="urn:microsoft.com/office/officeart/2005/8/layout/default"/>
    <dgm:cxn modelId="{D58A6BE2-C43D-44CB-B3C7-492DA8772F7E}" type="presParOf" srcId="{E3E6A194-F141-4417-9C96-71BAF46521B5}" destId="{E3D83339-3605-41D3-B9CD-828554CE7429}" srcOrd="2" destOrd="0" presId="urn:microsoft.com/office/officeart/2005/8/layout/default"/>
    <dgm:cxn modelId="{619DC856-A888-46E2-95A7-E01002F5DBD1}" type="presParOf" srcId="{E3E6A194-F141-4417-9C96-71BAF46521B5}" destId="{1A348B8C-28F6-4C74-8462-2F8D9D270FAF}" srcOrd="3" destOrd="0" presId="urn:microsoft.com/office/officeart/2005/8/layout/default"/>
    <dgm:cxn modelId="{A65F1D2F-EE02-466B-887F-C58305032E02}" type="presParOf" srcId="{E3E6A194-F141-4417-9C96-71BAF46521B5}" destId="{C502F762-FE32-4C49-B6B4-F324024EBBB3}" srcOrd="4" destOrd="0" presId="urn:microsoft.com/office/officeart/2005/8/layout/default"/>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AC0FF62-E435-4373-9E4C-01B80BACA60D}" type="doc">
      <dgm:prSet loTypeId="urn:microsoft.com/office/officeart/2005/8/layout/process4" loCatId="process" qsTypeId="urn:microsoft.com/office/officeart/2005/8/quickstyle/simple1" qsCatId="simple" csTypeId="urn:microsoft.com/office/officeart/2005/8/colors/accent5_3" csCatId="accent5" phldr="1"/>
      <dgm:spPr/>
      <dgm:t>
        <a:bodyPr/>
        <a:lstStyle/>
        <a:p>
          <a:endParaRPr lang="en-US"/>
        </a:p>
      </dgm:t>
    </dgm:pt>
    <dgm:pt modelId="{EC3EB24F-F7E3-4ED6-A52A-44CD00DDE2E4}">
      <dgm:prSet phldrT="[Text]" phldr="0"/>
      <dgm:spPr/>
      <dgm:t>
        <a:bodyPr/>
        <a:lstStyle/>
        <a:p>
          <a:r>
            <a:rPr lang="en-US" dirty="0"/>
            <a:t>TRAIN/TEST XGBOOST CLASSIFIER MODEL</a:t>
          </a:r>
        </a:p>
      </dgm:t>
    </dgm:pt>
    <dgm:pt modelId="{2057D9DC-6921-49E8-852B-A32DC50D042C}" type="parTrans" cxnId="{856F6C4C-4FA7-4EE0-A0B2-59356343BE9E}">
      <dgm:prSet/>
      <dgm:spPr/>
      <dgm:t>
        <a:bodyPr/>
        <a:lstStyle/>
        <a:p>
          <a:endParaRPr lang="en-US"/>
        </a:p>
      </dgm:t>
    </dgm:pt>
    <dgm:pt modelId="{6B616F99-F2C6-4799-AB1A-B70780EC0A5C}" type="sibTrans" cxnId="{856F6C4C-4FA7-4EE0-A0B2-59356343BE9E}">
      <dgm:prSet/>
      <dgm:spPr/>
      <dgm:t>
        <a:bodyPr/>
        <a:lstStyle/>
        <a:p>
          <a:endParaRPr lang="en-US"/>
        </a:p>
      </dgm:t>
    </dgm:pt>
    <dgm:pt modelId="{074C0443-8720-411A-B2BD-12576BFEA530}">
      <dgm:prSet phldrT="[Text]" phldr="0"/>
      <dgm:spPr/>
      <dgm:t>
        <a:bodyPr/>
        <a:lstStyle/>
        <a:p>
          <a:r>
            <a:rPr lang="en-US" dirty="0"/>
            <a:t>Task Attributes &amp; Tech Stats</a:t>
          </a:r>
        </a:p>
      </dgm:t>
    </dgm:pt>
    <dgm:pt modelId="{399B5346-26B2-4605-98AB-2D81432FC937}" type="parTrans" cxnId="{FB214D46-8872-4B72-854F-E0BB52695994}">
      <dgm:prSet/>
      <dgm:spPr/>
      <dgm:t>
        <a:bodyPr/>
        <a:lstStyle/>
        <a:p>
          <a:endParaRPr lang="en-US"/>
        </a:p>
      </dgm:t>
    </dgm:pt>
    <dgm:pt modelId="{270AA83F-C941-4972-B271-D4E003E21569}" type="sibTrans" cxnId="{FB214D46-8872-4B72-854F-E0BB52695994}">
      <dgm:prSet/>
      <dgm:spPr/>
      <dgm:t>
        <a:bodyPr/>
        <a:lstStyle/>
        <a:p>
          <a:endParaRPr lang="en-US"/>
        </a:p>
      </dgm:t>
    </dgm:pt>
    <dgm:pt modelId="{E3A63DA6-785F-4BD1-B8E3-1E2CA13D3062}">
      <dgm:prSet phldrT="[Text]" phldr="0"/>
      <dgm:spPr/>
      <dgm:t>
        <a:bodyPr/>
        <a:lstStyle/>
        <a:p>
          <a:r>
            <a:rPr lang="en-US" dirty="0"/>
            <a:t>ROC: 0.667 </a:t>
          </a:r>
        </a:p>
        <a:p>
          <a:r>
            <a:rPr lang="en-US" dirty="0"/>
            <a:t>Accuracy: 83.3% </a:t>
          </a:r>
        </a:p>
      </dgm:t>
    </dgm:pt>
    <dgm:pt modelId="{C2AFA877-12D6-442F-88E7-34F5B9954F27}" type="parTrans" cxnId="{0038D602-A83A-4434-9C12-FDCFDCD22F17}">
      <dgm:prSet/>
      <dgm:spPr/>
      <dgm:t>
        <a:bodyPr/>
        <a:lstStyle/>
        <a:p>
          <a:endParaRPr lang="en-US"/>
        </a:p>
      </dgm:t>
    </dgm:pt>
    <dgm:pt modelId="{9FABA761-8C55-4782-B80D-A6FEEA2159B4}" type="sibTrans" cxnId="{0038D602-A83A-4434-9C12-FDCFDCD22F17}">
      <dgm:prSet/>
      <dgm:spPr/>
      <dgm:t>
        <a:bodyPr/>
        <a:lstStyle/>
        <a:p>
          <a:endParaRPr lang="en-US"/>
        </a:p>
      </dgm:t>
    </dgm:pt>
    <dgm:pt modelId="{74D33D0C-9B22-4152-8D88-50E5F5B0E757}">
      <dgm:prSet phldrT="[Text]" phldr="0"/>
      <dgm:spPr/>
      <dgm:t>
        <a:bodyPr/>
        <a:lstStyle/>
        <a:p>
          <a:r>
            <a:rPr lang="en-US" dirty="0"/>
            <a:t>PREDICT</a:t>
          </a:r>
        </a:p>
      </dgm:t>
    </dgm:pt>
    <dgm:pt modelId="{D0927325-5D67-4E16-805A-41B7073E1AC5}" type="parTrans" cxnId="{523E7965-EE3D-48D6-866D-D480D761023F}">
      <dgm:prSet/>
      <dgm:spPr/>
      <dgm:t>
        <a:bodyPr/>
        <a:lstStyle/>
        <a:p>
          <a:endParaRPr lang="en-US"/>
        </a:p>
      </dgm:t>
    </dgm:pt>
    <dgm:pt modelId="{88A003EE-8269-4F75-B8B2-04451C30E53B}" type="sibTrans" cxnId="{523E7965-EE3D-48D6-866D-D480D761023F}">
      <dgm:prSet/>
      <dgm:spPr/>
      <dgm:t>
        <a:bodyPr/>
        <a:lstStyle/>
        <a:p>
          <a:endParaRPr lang="en-US"/>
        </a:p>
      </dgm:t>
    </dgm:pt>
    <dgm:pt modelId="{B7BFEA02-9FF9-4AA3-B328-F5EA92FD0B88}">
      <dgm:prSet phldrT="[Text]" phldr="0"/>
      <dgm:spPr/>
      <dgm:t>
        <a:bodyPr/>
        <a:lstStyle/>
        <a:p>
          <a:r>
            <a:rPr lang="en-US" dirty="0"/>
            <a:t>Each tech-task pair</a:t>
          </a:r>
        </a:p>
      </dgm:t>
    </dgm:pt>
    <dgm:pt modelId="{0F5A2570-3A07-46AA-A94B-49FA0094754D}" type="parTrans" cxnId="{8093D028-0703-4E5B-8565-C51C247D4A64}">
      <dgm:prSet/>
      <dgm:spPr/>
      <dgm:t>
        <a:bodyPr/>
        <a:lstStyle/>
        <a:p>
          <a:endParaRPr lang="en-US"/>
        </a:p>
      </dgm:t>
    </dgm:pt>
    <dgm:pt modelId="{663DE948-25FF-44D9-B73A-6DE1F7435903}" type="sibTrans" cxnId="{8093D028-0703-4E5B-8565-C51C247D4A64}">
      <dgm:prSet/>
      <dgm:spPr/>
      <dgm:t>
        <a:bodyPr/>
        <a:lstStyle/>
        <a:p>
          <a:endParaRPr lang="en-US"/>
        </a:p>
      </dgm:t>
    </dgm:pt>
    <dgm:pt modelId="{F49C7105-7457-4747-A5C8-3D4A13F6CC7F}">
      <dgm:prSet phldrT="[Text]" phldr="0"/>
      <dgm:spPr/>
      <dgm:t>
        <a:bodyPr/>
        <a:lstStyle/>
        <a:p>
          <a:r>
            <a:rPr lang="en-US" dirty="0"/>
            <a:t>Predict possibility of completing the task</a:t>
          </a:r>
        </a:p>
      </dgm:t>
    </dgm:pt>
    <dgm:pt modelId="{26FAA4B9-C02E-4169-BEF6-6C5E5C18EC7C}" type="parTrans" cxnId="{280EFFDE-9675-4A96-B3C6-8C8E10F0177D}">
      <dgm:prSet/>
      <dgm:spPr/>
      <dgm:t>
        <a:bodyPr/>
        <a:lstStyle/>
        <a:p>
          <a:endParaRPr lang="en-US"/>
        </a:p>
      </dgm:t>
    </dgm:pt>
    <dgm:pt modelId="{509D466A-2BC0-49C7-9917-A1AB6D3A1318}" type="sibTrans" cxnId="{280EFFDE-9675-4A96-B3C6-8C8E10F0177D}">
      <dgm:prSet/>
      <dgm:spPr/>
      <dgm:t>
        <a:bodyPr/>
        <a:lstStyle/>
        <a:p>
          <a:endParaRPr lang="en-US"/>
        </a:p>
      </dgm:t>
    </dgm:pt>
    <dgm:pt modelId="{A0F3C998-1F08-446A-90BD-ED9B8704B3B2}">
      <dgm:prSet phldrT="[Text]" phldr="0"/>
      <dgm:spPr/>
      <dgm:t>
        <a:bodyPr/>
        <a:lstStyle/>
        <a:p>
          <a:r>
            <a:rPr lang="en-US" dirty="0"/>
            <a:t>PICK BEST TECH</a:t>
          </a:r>
        </a:p>
      </dgm:t>
    </dgm:pt>
    <dgm:pt modelId="{27B85D92-8206-415B-A770-90C0B87F4768}" type="parTrans" cxnId="{354F3D29-A4E7-4B34-9F38-F3D09C5EB360}">
      <dgm:prSet/>
      <dgm:spPr/>
      <dgm:t>
        <a:bodyPr/>
        <a:lstStyle/>
        <a:p>
          <a:endParaRPr lang="en-US"/>
        </a:p>
      </dgm:t>
    </dgm:pt>
    <dgm:pt modelId="{11408958-3AA9-4821-AC98-26B0E625E8E2}" type="sibTrans" cxnId="{354F3D29-A4E7-4B34-9F38-F3D09C5EB360}">
      <dgm:prSet/>
      <dgm:spPr/>
      <dgm:t>
        <a:bodyPr/>
        <a:lstStyle/>
        <a:p>
          <a:endParaRPr lang="en-US"/>
        </a:p>
      </dgm:t>
    </dgm:pt>
    <dgm:pt modelId="{D68DF28B-297A-47E7-8C11-DDC29809D18F}">
      <dgm:prSet phldrT="[Text]" phldr="0"/>
      <dgm:spPr/>
      <dgm:t>
        <a:bodyPr/>
        <a:lstStyle/>
        <a:p>
          <a:r>
            <a:rPr lang="en-US"/>
            <a:t>Soft max</a:t>
          </a:r>
          <a:endParaRPr lang="en-US" dirty="0"/>
        </a:p>
      </dgm:t>
    </dgm:pt>
    <dgm:pt modelId="{F34E080E-D5E2-440C-86FA-0FD42795B239}" type="parTrans" cxnId="{31479A9F-9A0F-46CA-981A-792F2B4799F2}">
      <dgm:prSet/>
      <dgm:spPr/>
      <dgm:t>
        <a:bodyPr/>
        <a:lstStyle/>
        <a:p>
          <a:endParaRPr lang="en-US"/>
        </a:p>
      </dgm:t>
    </dgm:pt>
    <dgm:pt modelId="{13D4BABF-96A1-4477-90D1-336087E8015D}" type="sibTrans" cxnId="{31479A9F-9A0F-46CA-981A-792F2B4799F2}">
      <dgm:prSet/>
      <dgm:spPr/>
      <dgm:t>
        <a:bodyPr/>
        <a:lstStyle/>
        <a:p>
          <a:endParaRPr lang="en-US"/>
        </a:p>
      </dgm:t>
    </dgm:pt>
    <dgm:pt modelId="{336304A0-4C41-4BCB-A421-116A90869ADD}">
      <dgm:prSet phldrT="[Text]" phldr="0"/>
      <dgm:spPr/>
      <dgm:t>
        <a:bodyPr/>
        <a:lstStyle/>
        <a:p>
          <a:r>
            <a:rPr lang="en-US" dirty="0"/>
            <a:t>Fair distribution of tech assignments</a:t>
          </a:r>
        </a:p>
      </dgm:t>
    </dgm:pt>
    <dgm:pt modelId="{3CB65BC5-4C67-41DE-B64C-813E07F6C0BB}" type="parTrans" cxnId="{D77A8B8C-CC57-42E6-BFC8-7BE310502EAF}">
      <dgm:prSet/>
      <dgm:spPr/>
      <dgm:t>
        <a:bodyPr/>
        <a:lstStyle/>
        <a:p>
          <a:endParaRPr lang="en-US"/>
        </a:p>
      </dgm:t>
    </dgm:pt>
    <dgm:pt modelId="{DD4C90AB-07E3-49D1-AABA-92E28D551D94}" type="sibTrans" cxnId="{D77A8B8C-CC57-42E6-BFC8-7BE310502EAF}">
      <dgm:prSet/>
      <dgm:spPr/>
      <dgm:t>
        <a:bodyPr/>
        <a:lstStyle/>
        <a:p>
          <a:endParaRPr lang="en-US"/>
        </a:p>
      </dgm:t>
    </dgm:pt>
    <dgm:pt modelId="{ED86E6AD-B7B9-4AFE-B8B0-FA5DD2E3D402}">
      <dgm:prSet phldrT="[Text]" phldr="0"/>
      <dgm:spPr/>
      <dgm:t>
        <a:bodyPr/>
        <a:lstStyle/>
        <a:p>
          <a:r>
            <a:rPr lang="en-US" dirty="0"/>
            <a:t>Target Variable: Task Completed</a:t>
          </a:r>
        </a:p>
      </dgm:t>
    </dgm:pt>
    <dgm:pt modelId="{E5C9EF12-750A-4ACD-B275-E7B269F32B72}" type="parTrans" cxnId="{EAA6106C-9671-4220-B71C-6D607083AEB2}">
      <dgm:prSet/>
      <dgm:spPr/>
      <dgm:t>
        <a:bodyPr/>
        <a:lstStyle/>
        <a:p>
          <a:endParaRPr lang="en-US"/>
        </a:p>
      </dgm:t>
    </dgm:pt>
    <dgm:pt modelId="{B318CF03-7AEA-4D7C-852D-568C1429FE78}" type="sibTrans" cxnId="{EAA6106C-9671-4220-B71C-6D607083AEB2}">
      <dgm:prSet/>
      <dgm:spPr/>
      <dgm:t>
        <a:bodyPr/>
        <a:lstStyle/>
        <a:p>
          <a:endParaRPr lang="en-US"/>
        </a:p>
      </dgm:t>
    </dgm:pt>
    <dgm:pt modelId="{09A97893-5D62-4042-81EA-53A21172F53C}" type="pres">
      <dgm:prSet presAssocID="{6AC0FF62-E435-4373-9E4C-01B80BACA60D}" presName="Name0" presStyleCnt="0">
        <dgm:presLayoutVars>
          <dgm:dir/>
          <dgm:animLvl val="lvl"/>
          <dgm:resizeHandles val="exact"/>
        </dgm:presLayoutVars>
      </dgm:prSet>
      <dgm:spPr/>
    </dgm:pt>
    <dgm:pt modelId="{073C8148-9BAE-475B-8CA8-C1A72AF6AE80}" type="pres">
      <dgm:prSet presAssocID="{A0F3C998-1F08-446A-90BD-ED9B8704B3B2}" presName="boxAndChildren" presStyleCnt="0"/>
      <dgm:spPr/>
    </dgm:pt>
    <dgm:pt modelId="{69CDA30F-0166-4191-A37D-926C3086DC46}" type="pres">
      <dgm:prSet presAssocID="{A0F3C998-1F08-446A-90BD-ED9B8704B3B2}" presName="parentTextBox" presStyleLbl="node1" presStyleIdx="0" presStyleCnt="3"/>
      <dgm:spPr/>
    </dgm:pt>
    <dgm:pt modelId="{43C64EB1-1214-444E-AB45-2801BF31A0BC}" type="pres">
      <dgm:prSet presAssocID="{A0F3C998-1F08-446A-90BD-ED9B8704B3B2}" presName="entireBox" presStyleLbl="node1" presStyleIdx="0" presStyleCnt="3" custLinFactNeighborX="6129" custLinFactNeighborY="19280"/>
      <dgm:spPr/>
    </dgm:pt>
    <dgm:pt modelId="{1FD742CB-FC01-47D4-8156-835EA30B2B1B}" type="pres">
      <dgm:prSet presAssocID="{A0F3C998-1F08-446A-90BD-ED9B8704B3B2}" presName="descendantBox" presStyleCnt="0"/>
      <dgm:spPr/>
    </dgm:pt>
    <dgm:pt modelId="{EE3A4992-5792-4366-AD06-56115DAA1AF2}" type="pres">
      <dgm:prSet presAssocID="{D68DF28B-297A-47E7-8C11-DDC29809D18F}" presName="childTextBox" presStyleLbl="fgAccFollowNode1" presStyleIdx="0" presStyleCnt="7">
        <dgm:presLayoutVars>
          <dgm:bulletEnabled val="1"/>
        </dgm:presLayoutVars>
      </dgm:prSet>
      <dgm:spPr/>
    </dgm:pt>
    <dgm:pt modelId="{67C60EBC-7CAF-4911-9011-8B40734D3ACC}" type="pres">
      <dgm:prSet presAssocID="{336304A0-4C41-4BCB-A421-116A90869ADD}" presName="childTextBox" presStyleLbl="fgAccFollowNode1" presStyleIdx="1" presStyleCnt="7">
        <dgm:presLayoutVars>
          <dgm:bulletEnabled val="1"/>
        </dgm:presLayoutVars>
      </dgm:prSet>
      <dgm:spPr/>
    </dgm:pt>
    <dgm:pt modelId="{B8BE130A-5876-4941-B8EC-20C9CA8500B2}" type="pres">
      <dgm:prSet presAssocID="{88A003EE-8269-4F75-B8B2-04451C30E53B}" presName="sp" presStyleCnt="0"/>
      <dgm:spPr/>
    </dgm:pt>
    <dgm:pt modelId="{DE301C3E-9ECB-40F1-89E4-1A9A17E53E1D}" type="pres">
      <dgm:prSet presAssocID="{74D33D0C-9B22-4152-8D88-50E5F5B0E757}" presName="arrowAndChildren" presStyleCnt="0"/>
      <dgm:spPr/>
    </dgm:pt>
    <dgm:pt modelId="{6C871E19-311E-4A5B-808B-A9DD86271ADC}" type="pres">
      <dgm:prSet presAssocID="{74D33D0C-9B22-4152-8D88-50E5F5B0E757}" presName="parentTextArrow" presStyleLbl="node1" presStyleIdx="0" presStyleCnt="3"/>
      <dgm:spPr/>
    </dgm:pt>
    <dgm:pt modelId="{7A1E1409-D09C-48A1-BE21-AAD0F6430B18}" type="pres">
      <dgm:prSet presAssocID="{74D33D0C-9B22-4152-8D88-50E5F5B0E757}" presName="arrow" presStyleLbl="node1" presStyleIdx="1" presStyleCnt="3"/>
      <dgm:spPr/>
    </dgm:pt>
    <dgm:pt modelId="{8C1D1304-79CD-498C-BBED-3EC5CA6F5DF6}" type="pres">
      <dgm:prSet presAssocID="{74D33D0C-9B22-4152-8D88-50E5F5B0E757}" presName="descendantArrow" presStyleCnt="0"/>
      <dgm:spPr/>
    </dgm:pt>
    <dgm:pt modelId="{A5C97C86-E057-4800-BF8D-543A41CEF243}" type="pres">
      <dgm:prSet presAssocID="{B7BFEA02-9FF9-4AA3-B328-F5EA92FD0B88}" presName="childTextArrow" presStyleLbl="fgAccFollowNode1" presStyleIdx="2" presStyleCnt="7">
        <dgm:presLayoutVars>
          <dgm:bulletEnabled val="1"/>
        </dgm:presLayoutVars>
      </dgm:prSet>
      <dgm:spPr/>
    </dgm:pt>
    <dgm:pt modelId="{4EC99613-076C-41CB-AE4C-FE803C7047FA}" type="pres">
      <dgm:prSet presAssocID="{F49C7105-7457-4747-A5C8-3D4A13F6CC7F}" presName="childTextArrow" presStyleLbl="fgAccFollowNode1" presStyleIdx="3" presStyleCnt="7">
        <dgm:presLayoutVars>
          <dgm:bulletEnabled val="1"/>
        </dgm:presLayoutVars>
      </dgm:prSet>
      <dgm:spPr/>
    </dgm:pt>
    <dgm:pt modelId="{4DD7808B-994F-4A04-8B3B-8DC0C958E550}" type="pres">
      <dgm:prSet presAssocID="{6B616F99-F2C6-4799-AB1A-B70780EC0A5C}" presName="sp" presStyleCnt="0"/>
      <dgm:spPr/>
    </dgm:pt>
    <dgm:pt modelId="{A99FF164-E5EE-4FF9-993D-B5EF4F5098BF}" type="pres">
      <dgm:prSet presAssocID="{EC3EB24F-F7E3-4ED6-A52A-44CD00DDE2E4}" presName="arrowAndChildren" presStyleCnt="0"/>
      <dgm:spPr/>
    </dgm:pt>
    <dgm:pt modelId="{33C226BF-59CA-46DD-9BFF-42B6BF3A8A70}" type="pres">
      <dgm:prSet presAssocID="{EC3EB24F-F7E3-4ED6-A52A-44CD00DDE2E4}" presName="parentTextArrow" presStyleLbl="node1" presStyleIdx="1" presStyleCnt="3"/>
      <dgm:spPr/>
    </dgm:pt>
    <dgm:pt modelId="{B343DECD-0542-4B76-AE18-284480B0B298}" type="pres">
      <dgm:prSet presAssocID="{EC3EB24F-F7E3-4ED6-A52A-44CD00DDE2E4}" presName="arrow" presStyleLbl="node1" presStyleIdx="2" presStyleCnt="3" custLinFactNeighborX="1324" custLinFactNeighborY="-57901"/>
      <dgm:spPr/>
    </dgm:pt>
    <dgm:pt modelId="{7918F164-B34B-4A31-9CF8-9FECE47FE07A}" type="pres">
      <dgm:prSet presAssocID="{EC3EB24F-F7E3-4ED6-A52A-44CD00DDE2E4}" presName="descendantArrow" presStyleCnt="0"/>
      <dgm:spPr/>
    </dgm:pt>
    <dgm:pt modelId="{5269A965-7284-4586-8970-1D7D6F46AFA7}" type="pres">
      <dgm:prSet presAssocID="{074C0443-8720-411A-B2BD-12576BFEA530}" presName="childTextArrow" presStyleLbl="fgAccFollowNode1" presStyleIdx="4" presStyleCnt="7">
        <dgm:presLayoutVars>
          <dgm:bulletEnabled val="1"/>
        </dgm:presLayoutVars>
      </dgm:prSet>
      <dgm:spPr/>
    </dgm:pt>
    <dgm:pt modelId="{1712AA49-430E-4C41-B1E8-4A1BA1BC4924}" type="pres">
      <dgm:prSet presAssocID="{ED86E6AD-B7B9-4AFE-B8B0-FA5DD2E3D402}" presName="childTextArrow" presStyleLbl="fgAccFollowNode1" presStyleIdx="5" presStyleCnt="7">
        <dgm:presLayoutVars>
          <dgm:bulletEnabled val="1"/>
        </dgm:presLayoutVars>
      </dgm:prSet>
      <dgm:spPr/>
    </dgm:pt>
    <dgm:pt modelId="{F3D1D10B-A256-49D0-A2EE-9FFBFCB2F114}" type="pres">
      <dgm:prSet presAssocID="{E3A63DA6-785F-4BD1-B8E3-1E2CA13D3062}" presName="childTextArrow" presStyleLbl="fgAccFollowNode1" presStyleIdx="6" presStyleCnt="7">
        <dgm:presLayoutVars>
          <dgm:bulletEnabled val="1"/>
        </dgm:presLayoutVars>
      </dgm:prSet>
      <dgm:spPr/>
    </dgm:pt>
  </dgm:ptLst>
  <dgm:cxnLst>
    <dgm:cxn modelId="{0038D602-A83A-4434-9C12-FDCFDCD22F17}" srcId="{EC3EB24F-F7E3-4ED6-A52A-44CD00DDE2E4}" destId="{E3A63DA6-785F-4BD1-B8E3-1E2CA13D3062}" srcOrd="2" destOrd="0" parTransId="{C2AFA877-12D6-442F-88E7-34F5B9954F27}" sibTransId="{9FABA761-8C55-4782-B80D-A6FEEA2159B4}"/>
    <dgm:cxn modelId="{98A4C612-F8EA-4EBC-91B0-95BA1FFF1A2D}" type="presOf" srcId="{B7BFEA02-9FF9-4AA3-B328-F5EA92FD0B88}" destId="{A5C97C86-E057-4800-BF8D-543A41CEF243}" srcOrd="0" destOrd="0" presId="urn:microsoft.com/office/officeart/2005/8/layout/process4"/>
    <dgm:cxn modelId="{525E4615-A0BE-4627-B268-0B520AEFCB87}" type="presOf" srcId="{A0F3C998-1F08-446A-90BD-ED9B8704B3B2}" destId="{69CDA30F-0166-4191-A37D-926C3086DC46}" srcOrd="0" destOrd="0" presId="urn:microsoft.com/office/officeart/2005/8/layout/process4"/>
    <dgm:cxn modelId="{59AFEC1E-D0E3-4E10-8DD8-EC6FF87E4CD0}" type="presOf" srcId="{6AC0FF62-E435-4373-9E4C-01B80BACA60D}" destId="{09A97893-5D62-4042-81EA-53A21172F53C}" srcOrd="0" destOrd="0" presId="urn:microsoft.com/office/officeart/2005/8/layout/process4"/>
    <dgm:cxn modelId="{8093D028-0703-4E5B-8565-C51C247D4A64}" srcId="{74D33D0C-9B22-4152-8D88-50E5F5B0E757}" destId="{B7BFEA02-9FF9-4AA3-B328-F5EA92FD0B88}" srcOrd="0" destOrd="0" parTransId="{0F5A2570-3A07-46AA-A94B-49FA0094754D}" sibTransId="{663DE948-25FF-44D9-B73A-6DE1F7435903}"/>
    <dgm:cxn modelId="{354F3D29-A4E7-4B34-9F38-F3D09C5EB360}" srcId="{6AC0FF62-E435-4373-9E4C-01B80BACA60D}" destId="{A0F3C998-1F08-446A-90BD-ED9B8704B3B2}" srcOrd="2" destOrd="0" parTransId="{27B85D92-8206-415B-A770-90C0B87F4768}" sibTransId="{11408958-3AA9-4821-AC98-26B0E625E8E2}"/>
    <dgm:cxn modelId="{986B9B61-A223-481A-9BA8-1DB346D62DCA}" type="presOf" srcId="{D68DF28B-297A-47E7-8C11-DDC29809D18F}" destId="{EE3A4992-5792-4366-AD06-56115DAA1AF2}" srcOrd="0" destOrd="0" presId="urn:microsoft.com/office/officeart/2005/8/layout/process4"/>
    <dgm:cxn modelId="{E9CBC741-D828-4A2F-AC83-203214B04EEE}" type="presOf" srcId="{ED86E6AD-B7B9-4AFE-B8B0-FA5DD2E3D402}" destId="{1712AA49-430E-4C41-B1E8-4A1BA1BC4924}" srcOrd="0" destOrd="0" presId="urn:microsoft.com/office/officeart/2005/8/layout/process4"/>
    <dgm:cxn modelId="{523E7965-EE3D-48D6-866D-D480D761023F}" srcId="{6AC0FF62-E435-4373-9E4C-01B80BACA60D}" destId="{74D33D0C-9B22-4152-8D88-50E5F5B0E757}" srcOrd="1" destOrd="0" parTransId="{D0927325-5D67-4E16-805A-41B7073E1AC5}" sibTransId="{88A003EE-8269-4F75-B8B2-04451C30E53B}"/>
    <dgm:cxn modelId="{FB214D46-8872-4B72-854F-E0BB52695994}" srcId="{EC3EB24F-F7E3-4ED6-A52A-44CD00DDE2E4}" destId="{074C0443-8720-411A-B2BD-12576BFEA530}" srcOrd="0" destOrd="0" parTransId="{399B5346-26B2-4605-98AB-2D81432FC937}" sibTransId="{270AA83F-C941-4972-B271-D4E003E21569}"/>
    <dgm:cxn modelId="{31212B47-E474-4C38-B9FB-C1BD377428B9}" type="presOf" srcId="{E3A63DA6-785F-4BD1-B8E3-1E2CA13D3062}" destId="{F3D1D10B-A256-49D0-A2EE-9FFBFCB2F114}" srcOrd="0" destOrd="0" presId="urn:microsoft.com/office/officeart/2005/8/layout/process4"/>
    <dgm:cxn modelId="{EAA6106C-9671-4220-B71C-6D607083AEB2}" srcId="{EC3EB24F-F7E3-4ED6-A52A-44CD00DDE2E4}" destId="{ED86E6AD-B7B9-4AFE-B8B0-FA5DD2E3D402}" srcOrd="1" destOrd="0" parTransId="{E5C9EF12-750A-4ACD-B275-E7B269F32B72}" sibTransId="{B318CF03-7AEA-4D7C-852D-568C1429FE78}"/>
    <dgm:cxn modelId="{856F6C4C-4FA7-4EE0-A0B2-59356343BE9E}" srcId="{6AC0FF62-E435-4373-9E4C-01B80BACA60D}" destId="{EC3EB24F-F7E3-4ED6-A52A-44CD00DDE2E4}" srcOrd="0" destOrd="0" parTransId="{2057D9DC-6921-49E8-852B-A32DC50D042C}" sibTransId="{6B616F99-F2C6-4799-AB1A-B70780EC0A5C}"/>
    <dgm:cxn modelId="{49B1767D-641B-4116-B185-684EE19B2958}" type="presOf" srcId="{F49C7105-7457-4747-A5C8-3D4A13F6CC7F}" destId="{4EC99613-076C-41CB-AE4C-FE803C7047FA}" srcOrd="0" destOrd="0" presId="urn:microsoft.com/office/officeart/2005/8/layout/process4"/>
    <dgm:cxn modelId="{33436588-26A2-4519-9DAC-B3AC2D00BE33}" type="presOf" srcId="{74D33D0C-9B22-4152-8D88-50E5F5B0E757}" destId="{6C871E19-311E-4A5B-808B-A9DD86271ADC}" srcOrd="0" destOrd="0" presId="urn:microsoft.com/office/officeart/2005/8/layout/process4"/>
    <dgm:cxn modelId="{D77A8B8C-CC57-42E6-BFC8-7BE310502EAF}" srcId="{A0F3C998-1F08-446A-90BD-ED9B8704B3B2}" destId="{336304A0-4C41-4BCB-A421-116A90869ADD}" srcOrd="1" destOrd="0" parTransId="{3CB65BC5-4C67-41DE-B64C-813E07F6C0BB}" sibTransId="{DD4C90AB-07E3-49D1-AABA-92E28D551D94}"/>
    <dgm:cxn modelId="{31479A9F-9A0F-46CA-981A-792F2B4799F2}" srcId="{A0F3C998-1F08-446A-90BD-ED9B8704B3B2}" destId="{D68DF28B-297A-47E7-8C11-DDC29809D18F}" srcOrd="0" destOrd="0" parTransId="{F34E080E-D5E2-440C-86FA-0FD42795B239}" sibTransId="{13D4BABF-96A1-4477-90D1-336087E8015D}"/>
    <dgm:cxn modelId="{CEA176A6-7AB0-4C83-8935-478017074CA3}" type="presOf" srcId="{336304A0-4C41-4BCB-A421-116A90869ADD}" destId="{67C60EBC-7CAF-4911-9011-8B40734D3ACC}" srcOrd="0" destOrd="0" presId="urn:microsoft.com/office/officeart/2005/8/layout/process4"/>
    <dgm:cxn modelId="{731934BB-2803-436C-BE9C-63D7CF258FF3}" type="presOf" srcId="{EC3EB24F-F7E3-4ED6-A52A-44CD00DDE2E4}" destId="{B343DECD-0542-4B76-AE18-284480B0B298}" srcOrd="1" destOrd="0" presId="urn:microsoft.com/office/officeart/2005/8/layout/process4"/>
    <dgm:cxn modelId="{272B63D4-1F29-40AE-AC7B-F1BA27FA2591}" type="presOf" srcId="{74D33D0C-9B22-4152-8D88-50E5F5B0E757}" destId="{7A1E1409-D09C-48A1-BE21-AAD0F6430B18}" srcOrd="1" destOrd="0" presId="urn:microsoft.com/office/officeart/2005/8/layout/process4"/>
    <dgm:cxn modelId="{280EFFDE-9675-4A96-B3C6-8C8E10F0177D}" srcId="{74D33D0C-9B22-4152-8D88-50E5F5B0E757}" destId="{F49C7105-7457-4747-A5C8-3D4A13F6CC7F}" srcOrd="1" destOrd="0" parTransId="{26FAA4B9-C02E-4169-BEF6-6C5E5C18EC7C}" sibTransId="{509D466A-2BC0-49C7-9917-A1AB6D3A1318}"/>
    <dgm:cxn modelId="{700E4FEB-5A46-41C7-936A-3D9BEF2361BC}" type="presOf" srcId="{A0F3C998-1F08-446A-90BD-ED9B8704B3B2}" destId="{43C64EB1-1214-444E-AB45-2801BF31A0BC}" srcOrd="1" destOrd="0" presId="urn:microsoft.com/office/officeart/2005/8/layout/process4"/>
    <dgm:cxn modelId="{7A4744F4-9C61-4B37-A4B9-8CA1B0E80C72}" type="presOf" srcId="{EC3EB24F-F7E3-4ED6-A52A-44CD00DDE2E4}" destId="{33C226BF-59CA-46DD-9BFF-42B6BF3A8A70}" srcOrd="0" destOrd="0" presId="urn:microsoft.com/office/officeart/2005/8/layout/process4"/>
    <dgm:cxn modelId="{EDA88FFA-8C27-4A7D-9713-6E7589AD5051}" type="presOf" srcId="{074C0443-8720-411A-B2BD-12576BFEA530}" destId="{5269A965-7284-4586-8970-1D7D6F46AFA7}" srcOrd="0" destOrd="0" presId="urn:microsoft.com/office/officeart/2005/8/layout/process4"/>
    <dgm:cxn modelId="{852A96FE-1516-477E-9A98-D762F18DE9C0}" type="presParOf" srcId="{09A97893-5D62-4042-81EA-53A21172F53C}" destId="{073C8148-9BAE-475B-8CA8-C1A72AF6AE80}" srcOrd="0" destOrd="0" presId="urn:microsoft.com/office/officeart/2005/8/layout/process4"/>
    <dgm:cxn modelId="{69ADAF85-4EAA-4ABF-9F47-41F6AF323AD9}" type="presParOf" srcId="{073C8148-9BAE-475B-8CA8-C1A72AF6AE80}" destId="{69CDA30F-0166-4191-A37D-926C3086DC46}" srcOrd="0" destOrd="0" presId="urn:microsoft.com/office/officeart/2005/8/layout/process4"/>
    <dgm:cxn modelId="{515C8B49-F47E-4835-BC21-359D4068DD74}" type="presParOf" srcId="{073C8148-9BAE-475B-8CA8-C1A72AF6AE80}" destId="{43C64EB1-1214-444E-AB45-2801BF31A0BC}" srcOrd="1" destOrd="0" presId="urn:microsoft.com/office/officeart/2005/8/layout/process4"/>
    <dgm:cxn modelId="{4F6659BE-A8C9-49CF-A555-962C288EC97B}" type="presParOf" srcId="{073C8148-9BAE-475B-8CA8-C1A72AF6AE80}" destId="{1FD742CB-FC01-47D4-8156-835EA30B2B1B}" srcOrd="2" destOrd="0" presId="urn:microsoft.com/office/officeart/2005/8/layout/process4"/>
    <dgm:cxn modelId="{33217DE7-5298-4947-A020-01CC66597662}" type="presParOf" srcId="{1FD742CB-FC01-47D4-8156-835EA30B2B1B}" destId="{EE3A4992-5792-4366-AD06-56115DAA1AF2}" srcOrd="0" destOrd="0" presId="urn:microsoft.com/office/officeart/2005/8/layout/process4"/>
    <dgm:cxn modelId="{70BBA18F-6458-459E-9C2D-F7BF71C010FF}" type="presParOf" srcId="{1FD742CB-FC01-47D4-8156-835EA30B2B1B}" destId="{67C60EBC-7CAF-4911-9011-8B40734D3ACC}" srcOrd="1" destOrd="0" presId="urn:microsoft.com/office/officeart/2005/8/layout/process4"/>
    <dgm:cxn modelId="{9E2A7045-05DF-4286-BE6F-DC3248453191}" type="presParOf" srcId="{09A97893-5D62-4042-81EA-53A21172F53C}" destId="{B8BE130A-5876-4941-B8EC-20C9CA8500B2}" srcOrd="1" destOrd="0" presId="urn:microsoft.com/office/officeart/2005/8/layout/process4"/>
    <dgm:cxn modelId="{E7BB70A8-5DF2-4FBE-8270-588B783CBDF8}" type="presParOf" srcId="{09A97893-5D62-4042-81EA-53A21172F53C}" destId="{DE301C3E-9ECB-40F1-89E4-1A9A17E53E1D}" srcOrd="2" destOrd="0" presId="urn:microsoft.com/office/officeart/2005/8/layout/process4"/>
    <dgm:cxn modelId="{176C732A-AA70-46C0-8949-658E9C47DA78}" type="presParOf" srcId="{DE301C3E-9ECB-40F1-89E4-1A9A17E53E1D}" destId="{6C871E19-311E-4A5B-808B-A9DD86271ADC}" srcOrd="0" destOrd="0" presId="urn:microsoft.com/office/officeart/2005/8/layout/process4"/>
    <dgm:cxn modelId="{BEC73517-C335-4B36-A980-78D8EDC70C06}" type="presParOf" srcId="{DE301C3E-9ECB-40F1-89E4-1A9A17E53E1D}" destId="{7A1E1409-D09C-48A1-BE21-AAD0F6430B18}" srcOrd="1" destOrd="0" presId="urn:microsoft.com/office/officeart/2005/8/layout/process4"/>
    <dgm:cxn modelId="{E9BF161C-7C1D-4FD1-881C-F8EB393F8A99}" type="presParOf" srcId="{DE301C3E-9ECB-40F1-89E4-1A9A17E53E1D}" destId="{8C1D1304-79CD-498C-BBED-3EC5CA6F5DF6}" srcOrd="2" destOrd="0" presId="urn:microsoft.com/office/officeart/2005/8/layout/process4"/>
    <dgm:cxn modelId="{355FFFFA-57B7-47D8-9CCF-3F101EAFD688}" type="presParOf" srcId="{8C1D1304-79CD-498C-BBED-3EC5CA6F5DF6}" destId="{A5C97C86-E057-4800-BF8D-543A41CEF243}" srcOrd="0" destOrd="0" presId="urn:microsoft.com/office/officeart/2005/8/layout/process4"/>
    <dgm:cxn modelId="{9E46B307-3581-4320-9F1A-BC1C3C881708}" type="presParOf" srcId="{8C1D1304-79CD-498C-BBED-3EC5CA6F5DF6}" destId="{4EC99613-076C-41CB-AE4C-FE803C7047FA}" srcOrd="1" destOrd="0" presId="urn:microsoft.com/office/officeart/2005/8/layout/process4"/>
    <dgm:cxn modelId="{6A7850E9-54F9-4E28-8D7C-54B2532CDD61}" type="presParOf" srcId="{09A97893-5D62-4042-81EA-53A21172F53C}" destId="{4DD7808B-994F-4A04-8B3B-8DC0C958E550}" srcOrd="3" destOrd="0" presId="urn:microsoft.com/office/officeart/2005/8/layout/process4"/>
    <dgm:cxn modelId="{D6B9FA1C-EAA9-44F5-AC6B-E8A95E0A0148}" type="presParOf" srcId="{09A97893-5D62-4042-81EA-53A21172F53C}" destId="{A99FF164-E5EE-4FF9-993D-B5EF4F5098BF}" srcOrd="4" destOrd="0" presId="urn:microsoft.com/office/officeart/2005/8/layout/process4"/>
    <dgm:cxn modelId="{2F591168-F355-4D11-8410-E78A31484322}" type="presParOf" srcId="{A99FF164-E5EE-4FF9-993D-B5EF4F5098BF}" destId="{33C226BF-59CA-46DD-9BFF-42B6BF3A8A70}" srcOrd="0" destOrd="0" presId="urn:microsoft.com/office/officeart/2005/8/layout/process4"/>
    <dgm:cxn modelId="{4C00D4C6-4CA1-4D2E-8CEB-B94CFBFE03A3}" type="presParOf" srcId="{A99FF164-E5EE-4FF9-993D-B5EF4F5098BF}" destId="{B343DECD-0542-4B76-AE18-284480B0B298}" srcOrd="1" destOrd="0" presId="urn:microsoft.com/office/officeart/2005/8/layout/process4"/>
    <dgm:cxn modelId="{11A168E7-AEB2-4E96-AC1B-B307B0461BAD}" type="presParOf" srcId="{A99FF164-E5EE-4FF9-993D-B5EF4F5098BF}" destId="{7918F164-B34B-4A31-9CF8-9FECE47FE07A}" srcOrd="2" destOrd="0" presId="urn:microsoft.com/office/officeart/2005/8/layout/process4"/>
    <dgm:cxn modelId="{FDE53072-499E-4F98-A2A1-566E00ABE94E}" type="presParOf" srcId="{7918F164-B34B-4A31-9CF8-9FECE47FE07A}" destId="{5269A965-7284-4586-8970-1D7D6F46AFA7}" srcOrd="0" destOrd="0" presId="urn:microsoft.com/office/officeart/2005/8/layout/process4"/>
    <dgm:cxn modelId="{DDA7C731-B685-433A-84CC-8131D93B407F}" type="presParOf" srcId="{7918F164-B34B-4A31-9CF8-9FECE47FE07A}" destId="{1712AA49-430E-4C41-B1E8-4A1BA1BC4924}" srcOrd="1" destOrd="0" presId="urn:microsoft.com/office/officeart/2005/8/layout/process4"/>
    <dgm:cxn modelId="{5386C32A-0321-4B43-9263-E1F58C7B5B95}" type="presParOf" srcId="{7918F164-B34B-4A31-9CF8-9FECE47FE07A}" destId="{F3D1D10B-A256-49D0-A2EE-9FFBFCB2F114}" srcOrd="2" destOrd="0" presId="urn:microsoft.com/office/officeart/2005/8/layout/process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2038258-F05A-4265-B4D0-D20809F24518}" type="doc">
      <dgm:prSet loTypeId="urn:microsoft.com/office/officeart/2008/layout/BendingPictureCaption" loCatId="picture" qsTypeId="urn:microsoft.com/office/officeart/2005/8/quickstyle/simple1" qsCatId="simple" csTypeId="urn:microsoft.com/office/officeart/2005/8/colors/accent4_3" csCatId="accent4" phldr="1"/>
      <dgm:spPr/>
      <dgm:t>
        <a:bodyPr/>
        <a:lstStyle/>
        <a:p>
          <a:endParaRPr lang="en-US"/>
        </a:p>
      </dgm:t>
    </dgm:pt>
    <dgm:pt modelId="{D178E9C5-93E9-4CB8-AB26-C36EED20F879}">
      <dgm:prSet phldrT="[Text]" phldr="0"/>
      <dgm:spPr/>
      <dgm:t>
        <a:bodyPr/>
        <a:lstStyle/>
        <a:p>
          <a:r>
            <a:rPr lang="en-US" dirty="0"/>
            <a:t>Python Transformation</a:t>
          </a:r>
        </a:p>
      </dgm:t>
    </dgm:pt>
    <dgm:pt modelId="{0918C641-19F0-4131-845E-D8D1AC3B4B47}" type="parTrans" cxnId="{EAA6051E-B895-4236-820D-C52BAEAE6520}">
      <dgm:prSet/>
      <dgm:spPr/>
      <dgm:t>
        <a:bodyPr/>
        <a:lstStyle/>
        <a:p>
          <a:endParaRPr lang="en-US"/>
        </a:p>
      </dgm:t>
    </dgm:pt>
    <dgm:pt modelId="{5FA0A457-A637-4621-BA56-942C3681549F}" type="sibTrans" cxnId="{EAA6051E-B895-4236-820D-C52BAEAE6520}">
      <dgm:prSet/>
      <dgm:spPr/>
      <dgm:t>
        <a:bodyPr/>
        <a:lstStyle/>
        <a:p>
          <a:endParaRPr lang="en-US"/>
        </a:p>
      </dgm:t>
    </dgm:pt>
    <dgm:pt modelId="{BFB9FFFE-3EC3-4763-ADF5-D67AE49A38A5}">
      <dgm:prSet phldrT="[Text]" phldr="0"/>
      <dgm:spPr/>
      <dgm:t>
        <a:bodyPr/>
        <a:lstStyle/>
        <a:p>
          <a:r>
            <a:rPr lang="en-US" dirty="0"/>
            <a:t>Frontend: React</a:t>
          </a:r>
        </a:p>
      </dgm:t>
    </dgm:pt>
    <dgm:pt modelId="{B149E3C2-FA6F-4EA5-825F-17C9FC78DACC}" type="parTrans" cxnId="{EDF02CBC-E4EB-4C1C-A716-FE3A07486E91}">
      <dgm:prSet/>
      <dgm:spPr/>
      <dgm:t>
        <a:bodyPr/>
        <a:lstStyle/>
        <a:p>
          <a:endParaRPr lang="en-US"/>
        </a:p>
      </dgm:t>
    </dgm:pt>
    <dgm:pt modelId="{DA3C1018-6CC3-4E0E-B471-F1EE2A633822}" type="sibTrans" cxnId="{EDF02CBC-E4EB-4C1C-A716-FE3A07486E91}">
      <dgm:prSet/>
      <dgm:spPr/>
      <dgm:t>
        <a:bodyPr/>
        <a:lstStyle/>
        <a:p>
          <a:endParaRPr lang="en-US"/>
        </a:p>
      </dgm:t>
    </dgm:pt>
    <dgm:pt modelId="{50EED926-750A-4ACD-ABF5-2193C9E9FCCF}">
      <dgm:prSet phldrT="[Text]" phldr="0"/>
      <dgm:spPr/>
      <dgm:t>
        <a:bodyPr/>
        <a:lstStyle/>
        <a:p>
          <a:r>
            <a:rPr lang="en-US" dirty="0"/>
            <a:t>Backend: </a:t>
          </a:r>
          <a:r>
            <a:rPr lang="en-US" dirty="0" err="1"/>
            <a:t>FastAPI</a:t>
          </a:r>
          <a:endParaRPr lang="en-US" dirty="0"/>
        </a:p>
      </dgm:t>
    </dgm:pt>
    <dgm:pt modelId="{480393F7-5BCE-4A31-9CEC-FDB921BD924C}" type="parTrans" cxnId="{1D2E2FFC-422D-4088-9EE9-D0CFAF116AFF}">
      <dgm:prSet/>
      <dgm:spPr/>
      <dgm:t>
        <a:bodyPr/>
        <a:lstStyle/>
        <a:p>
          <a:endParaRPr lang="en-US"/>
        </a:p>
      </dgm:t>
    </dgm:pt>
    <dgm:pt modelId="{A19C1BF1-8C8A-487A-876F-39534D59F948}" type="sibTrans" cxnId="{1D2E2FFC-422D-4088-9EE9-D0CFAF116AFF}">
      <dgm:prSet/>
      <dgm:spPr/>
      <dgm:t>
        <a:bodyPr/>
        <a:lstStyle/>
        <a:p>
          <a:endParaRPr lang="en-US"/>
        </a:p>
      </dgm:t>
    </dgm:pt>
    <dgm:pt modelId="{922DFE74-7089-4BF5-ADAF-2517AE122FA9}" type="pres">
      <dgm:prSet presAssocID="{92038258-F05A-4265-B4D0-D20809F24518}" presName="diagram" presStyleCnt="0">
        <dgm:presLayoutVars>
          <dgm:dir/>
        </dgm:presLayoutVars>
      </dgm:prSet>
      <dgm:spPr/>
    </dgm:pt>
    <dgm:pt modelId="{D8B60105-4B69-4ED0-B2C4-8BA2ACE58AB9}" type="pres">
      <dgm:prSet presAssocID="{D178E9C5-93E9-4CB8-AB26-C36EED20F879}" presName="composite" presStyleCnt="0"/>
      <dgm:spPr/>
    </dgm:pt>
    <dgm:pt modelId="{80B8AB3C-01B5-4EDF-A402-C8A8B7D88933}" type="pres">
      <dgm:prSet presAssocID="{D178E9C5-93E9-4CB8-AB26-C36EED20F879}" presName="Image" presStyleLbl="bgShp" presStyleIdx="0" presStyleCnt="3" custLinFactX="100000" custLinFactNeighborX="174332" custLinFactNeighborY="-24550"/>
      <dgm:spPr>
        <a:blipFill>
          <a:blip xmlns:r="http://schemas.openxmlformats.org/officeDocument/2006/relationships" r:embed="rId1">
            <a:extLst>
              <a:ext uri="{96DAC541-7B7A-43D3-8B79-37D633B846F1}">
                <asvg:svgBlip xmlns:asvg="http://schemas.microsoft.com/office/drawing/2016/SVG/main" r:embed="rId2"/>
              </a:ext>
            </a:extLst>
          </a:blip>
          <a:srcRect/>
          <a:stretch>
            <a:fillRect t="-18000" b="-18000"/>
          </a:stretch>
        </a:blipFill>
      </dgm:spPr>
      <dgm:extLst>
        <a:ext uri="{E40237B7-FDA0-4F09-8148-C483321AD2D9}">
          <dgm14:cNvPr xmlns:dgm14="http://schemas.microsoft.com/office/drawing/2010/diagram" id="0" name="" descr="Ui Ux outline"/>
        </a:ext>
      </dgm:extLst>
    </dgm:pt>
    <dgm:pt modelId="{84510E51-59F8-443D-A301-B79C0B16B121}" type="pres">
      <dgm:prSet presAssocID="{D178E9C5-93E9-4CB8-AB26-C36EED20F879}" presName="Parent" presStyleLbl="node0" presStyleIdx="0" presStyleCnt="3">
        <dgm:presLayoutVars>
          <dgm:bulletEnabled val="1"/>
        </dgm:presLayoutVars>
      </dgm:prSet>
      <dgm:spPr/>
    </dgm:pt>
    <dgm:pt modelId="{35FF5D27-B4AE-4EE9-901D-617A56E7E6CD}" type="pres">
      <dgm:prSet presAssocID="{5FA0A457-A637-4621-BA56-942C3681549F}" presName="sibTrans" presStyleCnt="0"/>
      <dgm:spPr/>
    </dgm:pt>
    <dgm:pt modelId="{07C242CD-E5E9-4D82-9FEA-A667C6087C52}" type="pres">
      <dgm:prSet presAssocID="{50EED926-750A-4ACD-ABF5-2193C9E9FCCF}" presName="composite" presStyleCnt="0"/>
      <dgm:spPr/>
    </dgm:pt>
    <dgm:pt modelId="{9E363E57-DBED-4FD7-B483-4EED78A7CE32}" type="pres">
      <dgm:prSet presAssocID="{50EED926-750A-4ACD-ABF5-2193C9E9FCCF}" presName="Image" presStyleLbl="bgShp" presStyleIdx="1" presStyleCnt="3" custLinFactNeighborX="11235" custLinFactNeighborY="-24550"/>
      <dgm:spPr>
        <a:blipFill>
          <a:blip xmlns:r="http://schemas.openxmlformats.org/officeDocument/2006/relationships" r:embed="rId3">
            <a:extLst>
              <a:ext uri="{96DAC541-7B7A-43D3-8B79-37D633B846F1}">
                <asvg:svgBlip xmlns:asvg="http://schemas.microsoft.com/office/drawing/2016/SVG/main" r:embed="rId4"/>
              </a:ext>
            </a:extLst>
          </a:blip>
          <a:srcRect/>
          <a:stretch>
            <a:fillRect t="-18000" b="-18000"/>
          </a:stretch>
        </a:blipFill>
      </dgm:spPr>
      <dgm:extLst>
        <a:ext uri="{E40237B7-FDA0-4F09-8148-C483321AD2D9}">
          <dgm14:cNvPr xmlns:dgm14="http://schemas.microsoft.com/office/drawing/2010/diagram" id="0" name="" descr="Cloud Computing outline"/>
        </a:ext>
      </dgm:extLst>
    </dgm:pt>
    <dgm:pt modelId="{357F9515-AB64-471D-BFF4-BAF68BA3FC2D}" type="pres">
      <dgm:prSet presAssocID="{50EED926-750A-4ACD-ABF5-2193C9E9FCCF}" presName="Parent" presStyleLbl="node0" presStyleIdx="1" presStyleCnt="3">
        <dgm:presLayoutVars>
          <dgm:bulletEnabled val="1"/>
        </dgm:presLayoutVars>
      </dgm:prSet>
      <dgm:spPr/>
    </dgm:pt>
    <dgm:pt modelId="{C4D77CF3-FFB9-4D2A-AF3A-7A8BE35BE416}" type="pres">
      <dgm:prSet presAssocID="{A19C1BF1-8C8A-487A-876F-39534D59F948}" presName="sibTrans" presStyleCnt="0"/>
      <dgm:spPr/>
    </dgm:pt>
    <dgm:pt modelId="{23C76456-C875-48AB-A046-49E2F6D76DF9}" type="pres">
      <dgm:prSet presAssocID="{BFB9FFFE-3EC3-4763-ADF5-D67AE49A38A5}" presName="composite" presStyleCnt="0"/>
      <dgm:spPr/>
    </dgm:pt>
    <dgm:pt modelId="{53BE4C77-A89F-476F-B59F-FA365897BE09}" type="pres">
      <dgm:prSet presAssocID="{BFB9FFFE-3EC3-4763-ADF5-D67AE49A38A5}" presName="Image" presStyleLbl="bgShp" presStyleIdx="2" presStyleCnt="3" custLinFactX="-100000" custLinFactNeighborX="-143653" custLinFactNeighborY="-20429"/>
      <dgm:spPr>
        <a:blipFill>
          <a:blip xmlns:r="http://schemas.openxmlformats.org/officeDocument/2006/relationships" r:embed="rId5">
            <a:extLst>
              <a:ext uri="{96DAC541-7B7A-43D3-8B79-37D633B846F1}">
                <asvg:svgBlip xmlns:asvg="http://schemas.microsoft.com/office/drawing/2016/SVG/main" r:embed="rId6"/>
              </a:ext>
            </a:extLst>
          </a:blip>
          <a:srcRect/>
          <a:stretch>
            <a:fillRect t="-18000" b="-18000"/>
          </a:stretch>
        </a:blipFill>
      </dgm:spPr>
      <dgm:extLst>
        <a:ext uri="{E40237B7-FDA0-4F09-8148-C483321AD2D9}">
          <dgm14:cNvPr xmlns:dgm14="http://schemas.microsoft.com/office/drawing/2010/diagram" id="0" name="" descr="Web design outline"/>
        </a:ext>
      </dgm:extLst>
    </dgm:pt>
    <dgm:pt modelId="{F80EF63A-A349-48E0-B8D1-6D09AC7AE51B}" type="pres">
      <dgm:prSet presAssocID="{BFB9FFFE-3EC3-4763-ADF5-D67AE49A38A5}" presName="Parent" presStyleLbl="node0" presStyleIdx="2" presStyleCnt="3" custLinFactNeighborX="-6112" custLinFactNeighborY="-1695">
        <dgm:presLayoutVars>
          <dgm:bulletEnabled val="1"/>
        </dgm:presLayoutVars>
      </dgm:prSet>
      <dgm:spPr/>
    </dgm:pt>
  </dgm:ptLst>
  <dgm:cxnLst>
    <dgm:cxn modelId="{EAA6051E-B895-4236-820D-C52BAEAE6520}" srcId="{92038258-F05A-4265-B4D0-D20809F24518}" destId="{D178E9C5-93E9-4CB8-AB26-C36EED20F879}" srcOrd="0" destOrd="0" parTransId="{0918C641-19F0-4131-845E-D8D1AC3B4B47}" sibTransId="{5FA0A457-A637-4621-BA56-942C3681549F}"/>
    <dgm:cxn modelId="{B235425B-4E5B-442C-98BF-28738AA91A12}" type="presOf" srcId="{50EED926-750A-4ACD-ABF5-2193C9E9FCCF}" destId="{357F9515-AB64-471D-BFF4-BAF68BA3FC2D}" srcOrd="0" destOrd="0" presId="urn:microsoft.com/office/officeart/2008/layout/BendingPictureCaption"/>
    <dgm:cxn modelId="{739F187F-BD24-4C1D-9365-F1698A89AD26}" type="presOf" srcId="{D178E9C5-93E9-4CB8-AB26-C36EED20F879}" destId="{84510E51-59F8-443D-A301-B79C0B16B121}" srcOrd="0" destOrd="0" presId="urn:microsoft.com/office/officeart/2008/layout/BendingPictureCaption"/>
    <dgm:cxn modelId="{8D2FBFAA-0903-4EE1-BAD6-2BF832B5FB9F}" type="presOf" srcId="{BFB9FFFE-3EC3-4763-ADF5-D67AE49A38A5}" destId="{F80EF63A-A349-48E0-B8D1-6D09AC7AE51B}" srcOrd="0" destOrd="0" presId="urn:microsoft.com/office/officeart/2008/layout/BendingPictureCaption"/>
    <dgm:cxn modelId="{EDF02CBC-E4EB-4C1C-A716-FE3A07486E91}" srcId="{92038258-F05A-4265-B4D0-D20809F24518}" destId="{BFB9FFFE-3EC3-4763-ADF5-D67AE49A38A5}" srcOrd="2" destOrd="0" parTransId="{B149E3C2-FA6F-4EA5-825F-17C9FC78DACC}" sibTransId="{DA3C1018-6CC3-4E0E-B471-F1EE2A633822}"/>
    <dgm:cxn modelId="{D5C28AE8-AD65-47AD-9D96-7CEC510E7333}" type="presOf" srcId="{92038258-F05A-4265-B4D0-D20809F24518}" destId="{922DFE74-7089-4BF5-ADAF-2517AE122FA9}" srcOrd="0" destOrd="0" presId="urn:microsoft.com/office/officeart/2008/layout/BendingPictureCaption"/>
    <dgm:cxn modelId="{1D2E2FFC-422D-4088-9EE9-D0CFAF116AFF}" srcId="{92038258-F05A-4265-B4D0-D20809F24518}" destId="{50EED926-750A-4ACD-ABF5-2193C9E9FCCF}" srcOrd="1" destOrd="0" parTransId="{480393F7-5BCE-4A31-9CEC-FDB921BD924C}" sibTransId="{A19C1BF1-8C8A-487A-876F-39534D59F948}"/>
    <dgm:cxn modelId="{D1172A2D-4E8A-4F76-8A3A-811D478C45E4}" type="presParOf" srcId="{922DFE74-7089-4BF5-ADAF-2517AE122FA9}" destId="{D8B60105-4B69-4ED0-B2C4-8BA2ACE58AB9}" srcOrd="0" destOrd="0" presId="urn:microsoft.com/office/officeart/2008/layout/BendingPictureCaption"/>
    <dgm:cxn modelId="{AC947FC4-D3F8-43B2-944C-B881CED1F385}" type="presParOf" srcId="{D8B60105-4B69-4ED0-B2C4-8BA2ACE58AB9}" destId="{80B8AB3C-01B5-4EDF-A402-C8A8B7D88933}" srcOrd="0" destOrd="0" presId="urn:microsoft.com/office/officeart/2008/layout/BendingPictureCaption"/>
    <dgm:cxn modelId="{CECF44AE-C98D-4380-B91A-323087CE9CD3}" type="presParOf" srcId="{D8B60105-4B69-4ED0-B2C4-8BA2ACE58AB9}" destId="{84510E51-59F8-443D-A301-B79C0B16B121}" srcOrd="1" destOrd="0" presId="urn:microsoft.com/office/officeart/2008/layout/BendingPictureCaption"/>
    <dgm:cxn modelId="{1043FE62-9A7B-4113-B0AF-ECE3B872F4F4}" type="presParOf" srcId="{922DFE74-7089-4BF5-ADAF-2517AE122FA9}" destId="{35FF5D27-B4AE-4EE9-901D-617A56E7E6CD}" srcOrd="1" destOrd="0" presId="urn:microsoft.com/office/officeart/2008/layout/BendingPictureCaption"/>
    <dgm:cxn modelId="{5D16B104-493D-44ED-A4C6-5E1470295AD4}" type="presParOf" srcId="{922DFE74-7089-4BF5-ADAF-2517AE122FA9}" destId="{07C242CD-E5E9-4D82-9FEA-A667C6087C52}" srcOrd="2" destOrd="0" presId="urn:microsoft.com/office/officeart/2008/layout/BendingPictureCaption"/>
    <dgm:cxn modelId="{E6CEBC90-88D4-4B43-A2CB-4453942E98DB}" type="presParOf" srcId="{07C242CD-E5E9-4D82-9FEA-A667C6087C52}" destId="{9E363E57-DBED-4FD7-B483-4EED78A7CE32}" srcOrd="0" destOrd="0" presId="urn:microsoft.com/office/officeart/2008/layout/BendingPictureCaption"/>
    <dgm:cxn modelId="{0F0BF413-51F7-4A49-9C02-3638587A048A}" type="presParOf" srcId="{07C242CD-E5E9-4D82-9FEA-A667C6087C52}" destId="{357F9515-AB64-471D-BFF4-BAF68BA3FC2D}" srcOrd="1" destOrd="0" presId="urn:microsoft.com/office/officeart/2008/layout/BendingPictureCaption"/>
    <dgm:cxn modelId="{B0CCB7CC-1891-46D8-8A90-0A00DA7213E2}" type="presParOf" srcId="{922DFE74-7089-4BF5-ADAF-2517AE122FA9}" destId="{C4D77CF3-FFB9-4D2A-AF3A-7A8BE35BE416}" srcOrd="3" destOrd="0" presId="urn:microsoft.com/office/officeart/2008/layout/BendingPictureCaption"/>
    <dgm:cxn modelId="{0E49F22E-C803-42EC-AE51-0324F2BF105A}" type="presParOf" srcId="{922DFE74-7089-4BF5-ADAF-2517AE122FA9}" destId="{23C76456-C875-48AB-A046-49E2F6D76DF9}" srcOrd="4" destOrd="0" presId="urn:microsoft.com/office/officeart/2008/layout/BendingPictureCaption"/>
    <dgm:cxn modelId="{35341225-C002-4CD0-8DC5-A694FB951E0D}" type="presParOf" srcId="{23C76456-C875-48AB-A046-49E2F6D76DF9}" destId="{53BE4C77-A89F-476F-B59F-FA365897BE09}" srcOrd="0" destOrd="0" presId="urn:microsoft.com/office/officeart/2008/layout/BendingPictureCaption"/>
    <dgm:cxn modelId="{1539ED21-AB82-4D24-A643-49AA0287CB43}" type="presParOf" srcId="{23C76456-C875-48AB-A046-49E2F6D76DF9}" destId="{F80EF63A-A349-48E0-B8D1-6D09AC7AE51B}" srcOrd="1" destOrd="0" presId="urn:microsoft.com/office/officeart/2008/layout/BendingPictureCaption"/>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765966E3-AA84-43B0-BFB0-53BD7B9D569D}" type="doc">
      <dgm:prSet loTypeId="urn:microsoft.com/office/officeart/2011/layout/ThemePictureAccent" loCatId="picture" qsTypeId="urn:microsoft.com/office/officeart/2005/8/quickstyle/simple1" qsCatId="simple" csTypeId="urn:microsoft.com/office/officeart/2005/8/colors/accent5_2" csCatId="accent5" phldr="1"/>
      <dgm:spPr/>
      <dgm:t>
        <a:bodyPr/>
        <a:lstStyle/>
        <a:p>
          <a:endParaRPr lang="en-US"/>
        </a:p>
      </dgm:t>
    </dgm:pt>
    <dgm:pt modelId="{46EDA46B-2981-411C-96C1-98D7540E823A}">
      <dgm:prSet phldrT="[Text]" phldr="0"/>
      <dgm:spPr/>
      <dgm:t>
        <a:bodyPr/>
        <a:lstStyle/>
        <a:p>
          <a:r>
            <a:rPr lang="en-US" dirty="0"/>
            <a:t>Future Enhancements</a:t>
          </a:r>
        </a:p>
      </dgm:t>
    </dgm:pt>
    <dgm:pt modelId="{8F0A435C-0567-468E-94C0-7BEA3A8AC7C1}" type="parTrans" cxnId="{724EDA21-CC7F-4F69-888A-10006B0C397D}">
      <dgm:prSet/>
      <dgm:spPr/>
      <dgm:t>
        <a:bodyPr/>
        <a:lstStyle/>
        <a:p>
          <a:endParaRPr lang="en-US"/>
        </a:p>
      </dgm:t>
    </dgm:pt>
    <dgm:pt modelId="{E399DE65-D623-4445-AD5C-69040320BCC1}" type="sibTrans" cxnId="{724EDA21-CC7F-4F69-888A-10006B0C397D}">
      <dgm:prSet/>
      <dgm:spPr/>
      <dgm:t>
        <a:bodyPr/>
        <a:lstStyle/>
        <a:p>
          <a:endParaRPr lang="en-US"/>
        </a:p>
      </dgm:t>
    </dgm:pt>
    <dgm:pt modelId="{CFDAFC40-E557-4C28-92CA-24EDE56FEEFC}">
      <dgm:prSet phldrT="[Text]" phldr="0"/>
      <dgm:spPr/>
      <dgm:t>
        <a:bodyPr/>
        <a:lstStyle/>
        <a:p>
          <a:r>
            <a:rPr lang="en-US" dirty="0"/>
            <a:t>Route Optimization</a:t>
          </a:r>
        </a:p>
      </dgm:t>
    </dgm:pt>
    <dgm:pt modelId="{122CE3D3-BDF7-4D31-9111-32F9F67C435E}" type="parTrans" cxnId="{15643C07-0D5B-4C99-A9DE-31037840D09B}">
      <dgm:prSet/>
      <dgm:spPr/>
      <dgm:t>
        <a:bodyPr/>
        <a:lstStyle/>
        <a:p>
          <a:endParaRPr lang="en-US"/>
        </a:p>
      </dgm:t>
    </dgm:pt>
    <dgm:pt modelId="{BC4EEC2F-88C5-446D-95C1-DEF8CBDED39B}" type="sibTrans" cxnId="{15643C07-0D5B-4C99-A9DE-31037840D09B}">
      <dgm:prSet/>
      <dgm:spPr/>
      <dgm:t>
        <a:bodyPr/>
        <a:lstStyle/>
        <a:p>
          <a:endParaRPr lang="en-US"/>
        </a:p>
      </dgm:t>
    </dgm:pt>
    <dgm:pt modelId="{0F6373AE-1FD2-4BAB-8EE3-11AC58051591}">
      <dgm:prSet phldrT="[Text]" phldr="0"/>
      <dgm:spPr/>
      <dgm:t>
        <a:bodyPr/>
        <a:lstStyle/>
        <a:p>
          <a:r>
            <a:rPr lang="en-US" dirty="0"/>
            <a:t>Collect More Data</a:t>
          </a:r>
        </a:p>
      </dgm:t>
    </dgm:pt>
    <dgm:pt modelId="{CC4CC05E-A9A9-43FD-A4FC-2F311B3AE9B1}" type="parTrans" cxnId="{8651AB77-6F82-47A9-AD73-791EB9A8154C}">
      <dgm:prSet/>
      <dgm:spPr/>
      <dgm:t>
        <a:bodyPr/>
        <a:lstStyle/>
        <a:p>
          <a:endParaRPr lang="en-US"/>
        </a:p>
      </dgm:t>
    </dgm:pt>
    <dgm:pt modelId="{71C89266-8DDE-451D-A283-B0728A33B52A}" type="sibTrans" cxnId="{8651AB77-6F82-47A9-AD73-791EB9A8154C}">
      <dgm:prSet/>
      <dgm:spPr/>
      <dgm:t>
        <a:bodyPr/>
        <a:lstStyle/>
        <a:p>
          <a:endParaRPr lang="en-US"/>
        </a:p>
      </dgm:t>
    </dgm:pt>
    <dgm:pt modelId="{F65881B4-94C7-44FA-AD01-DDDFEFFF772C}">
      <dgm:prSet phldrT="[Text]" phldr="0"/>
      <dgm:spPr/>
      <dgm:t>
        <a:bodyPr/>
        <a:lstStyle/>
        <a:p>
          <a:r>
            <a:rPr lang="en-US" dirty="0"/>
            <a:t>Live Technician Availability Feed</a:t>
          </a:r>
        </a:p>
      </dgm:t>
    </dgm:pt>
    <dgm:pt modelId="{9A9423D3-EDCB-45DE-B3CA-E57F8ACBF91B}" type="parTrans" cxnId="{3D204944-1329-4FCE-94FB-012EE999CE3E}">
      <dgm:prSet/>
      <dgm:spPr/>
      <dgm:t>
        <a:bodyPr/>
        <a:lstStyle/>
        <a:p>
          <a:endParaRPr lang="en-US"/>
        </a:p>
      </dgm:t>
    </dgm:pt>
    <dgm:pt modelId="{193981E3-F3FD-45E5-B282-FDC76163D955}" type="sibTrans" cxnId="{3D204944-1329-4FCE-94FB-012EE999CE3E}">
      <dgm:prSet/>
      <dgm:spPr/>
      <dgm:t>
        <a:bodyPr/>
        <a:lstStyle/>
        <a:p>
          <a:endParaRPr lang="en-US"/>
        </a:p>
      </dgm:t>
    </dgm:pt>
    <dgm:pt modelId="{E1C13C0B-1E90-4088-A915-7E458199A2B9}">
      <dgm:prSet phldrT="[Text]" phldr="0"/>
      <dgm:spPr/>
      <dgm:t>
        <a:bodyPr/>
        <a:lstStyle/>
        <a:p>
          <a:endParaRPr lang="en-US" dirty="0"/>
        </a:p>
      </dgm:t>
    </dgm:pt>
    <dgm:pt modelId="{F009AFC6-E691-4B25-9CED-FFEBDC6A6F3B}" type="parTrans" cxnId="{6E7B38BB-FB03-4D04-A65A-0F9E8F81ECD2}">
      <dgm:prSet/>
      <dgm:spPr/>
      <dgm:t>
        <a:bodyPr/>
        <a:lstStyle/>
        <a:p>
          <a:endParaRPr lang="en-US"/>
        </a:p>
      </dgm:t>
    </dgm:pt>
    <dgm:pt modelId="{213F27C6-5DB0-4F5D-B955-60F3D12CC3FF}" type="sibTrans" cxnId="{6E7B38BB-FB03-4D04-A65A-0F9E8F81ECD2}">
      <dgm:prSet/>
      <dgm:spPr/>
      <dgm:t>
        <a:bodyPr/>
        <a:lstStyle/>
        <a:p>
          <a:endParaRPr lang="en-US"/>
        </a:p>
      </dgm:t>
    </dgm:pt>
    <dgm:pt modelId="{68D544FD-B3BE-4999-B5DA-5D8CCC4BCB93}" type="pres">
      <dgm:prSet presAssocID="{765966E3-AA84-43B0-BFB0-53BD7B9D569D}" presName="Name0" presStyleCnt="0">
        <dgm:presLayoutVars>
          <dgm:chMax val="6"/>
          <dgm:chPref val="6"/>
          <dgm:dir/>
        </dgm:presLayoutVars>
      </dgm:prSet>
      <dgm:spPr/>
    </dgm:pt>
    <dgm:pt modelId="{FEE6B2AF-2686-4047-A4BB-2973AF632773}" type="pres">
      <dgm:prSet presAssocID="{46EDA46B-2981-411C-96C1-98D7540E823A}" presName="Image1" presStyleCnt="0"/>
      <dgm:spPr/>
    </dgm:pt>
    <dgm:pt modelId="{F5E4C79D-8E4D-4E5B-8E41-B8893647DEE7}" type="pres">
      <dgm:prSet presAssocID="{46EDA46B-2981-411C-96C1-98D7540E823A}" presName="Image" presStyleLbl="alignImgPlace1" presStyleIdx="0" presStyleCnt="5"/>
      <dgm:spPr/>
    </dgm:pt>
    <dgm:pt modelId="{1D24356E-27D4-4F8B-8BE9-0FC63B2ADC96}" type="pres">
      <dgm:prSet presAssocID="{46EDA46B-2981-411C-96C1-98D7540E823A}" presName="Accent1" presStyleCnt="0"/>
      <dgm:spPr/>
    </dgm:pt>
    <dgm:pt modelId="{3E296D99-E455-41C3-AA64-782E8C60BE95}" type="pres">
      <dgm:prSet presAssocID="{46EDA46B-2981-411C-96C1-98D7540E823A}" presName="Accent" presStyleLbl="parChTrans1D1" presStyleIdx="0" presStyleCnt="5"/>
      <dgm:spPr/>
    </dgm:pt>
    <dgm:pt modelId="{F0FC109E-3C52-48D9-9895-FE4D3A8D8263}" type="pres">
      <dgm:prSet presAssocID="{46EDA46B-2981-411C-96C1-98D7540E823A}" presName="Text1" presStyleLbl="alignImgPlace1" presStyleIdx="0" presStyleCnt="5">
        <dgm:presLayoutVars>
          <dgm:chMax val="0"/>
          <dgm:chPref val="0"/>
          <dgm:bulletEnabled val="1"/>
        </dgm:presLayoutVars>
      </dgm:prSet>
      <dgm:spPr/>
    </dgm:pt>
    <dgm:pt modelId="{DC4C7C51-06F1-42BC-8DF9-01472E8AB2F0}" type="pres">
      <dgm:prSet presAssocID="{CFDAFC40-E557-4C28-92CA-24EDE56FEEFC}" presName="Image2" presStyleCnt="0"/>
      <dgm:spPr/>
    </dgm:pt>
    <dgm:pt modelId="{A3141084-DD59-4101-A8EE-076F9F7A6D8C}" type="pres">
      <dgm:prSet presAssocID="{CFDAFC40-E557-4C28-92CA-24EDE56FEEFC}" presName="Image" presStyleLbl="alignImgPlace1" presStyleIdx="1" presStyleCnt="5"/>
      <dgm:spPr/>
    </dgm:pt>
    <dgm:pt modelId="{E644FC2E-B08B-4BFC-8FCB-719B237189B2}" type="pres">
      <dgm:prSet presAssocID="{CFDAFC40-E557-4C28-92CA-24EDE56FEEFC}" presName="Accent2" presStyleCnt="0"/>
      <dgm:spPr/>
    </dgm:pt>
    <dgm:pt modelId="{462D2AB9-C42A-46A1-913E-793A5D6FB80A}" type="pres">
      <dgm:prSet presAssocID="{CFDAFC40-E557-4C28-92CA-24EDE56FEEFC}" presName="Accent" presStyleLbl="parChTrans1D1" presStyleIdx="1" presStyleCnt="5"/>
      <dgm:spPr/>
    </dgm:pt>
    <dgm:pt modelId="{6EBA87C8-92D9-4A65-9864-59548A1647E6}" type="pres">
      <dgm:prSet presAssocID="{CFDAFC40-E557-4C28-92CA-24EDE56FEEFC}" presName="Text2" presStyleLbl="alignImgPlace1" presStyleIdx="1" presStyleCnt="5">
        <dgm:presLayoutVars>
          <dgm:chMax val="0"/>
          <dgm:chPref val="0"/>
          <dgm:bulletEnabled val="1"/>
        </dgm:presLayoutVars>
      </dgm:prSet>
      <dgm:spPr/>
    </dgm:pt>
    <dgm:pt modelId="{3C2175B0-EEC9-4421-BB36-A862FD62EF52}" type="pres">
      <dgm:prSet presAssocID="{0F6373AE-1FD2-4BAB-8EE3-11AC58051591}" presName="Image3" presStyleCnt="0"/>
      <dgm:spPr/>
    </dgm:pt>
    <dgm:pt modelId="{49F247A1-2835-49D9-8738-B8A54CDF185F}" type="pres">
      <dgm:prSet presAssocID="{0F6373AE-1FD2-4BAB-8EE3-11AC58051591}" presName="Image" presStyleLbl="alignImgPlace1" presStyleIdx="2" presStyleCnt="5"/>
      <dgm:spPr/>
    </dgm:pt>
    <dgm:pt modelId="{5BFAAFEA-6174-4106-9466-7C8C86EB5443}" type="pres">
      <dgm:prSet presAssocID="{0F6373AE-1FD2-4BAB-8EE3-11AC58051591}" presName="Accent3" presStyleCnt="0"/>
      <dgm:spPr/>
    </dgm:pt>
    <dgm:pt modelId="{5E39D351-26E8-4078-B4E8-BFBD577D2126}" type="pres">
      <dgm:prSet presAssocID="{0F6373AE-1FD2-4BAB-8EE3-11AC58051591}" presName="Accent" presStyleLbl="parChTrans1D1" presStyleIdx="2" presStyleCnt="5"/>
      <dgm:spPr/>
    </dgm:pt>
    <dgm:pt modelId="{1E5C27F0-F198-402C-AC76-4ACA0BC09244}" type="pres">
      <dgm:prSet presAssocID="{0F6373AE-1FD2-4BAB-8EE3-11AC58051591}" presName="Text3" presStyleLbl="alignImgPlace1" presStyleIdx="2" presStyleCnt="5">
        <dgm:presLayoutVars>
          <dgm:chMax val="0"/>
          <dgm:chPref val="0"/>
          <dgm:bulletEnabled val="1"/>
        </dgm:presLayoutVars>
      </dgm:prSet>
      <dgm:spPr/>
    </dgm:pt>
    <dgm:pt modelId="{FFB74CF5-AA66-42B5-A87A-0B4363D2151E}" type="pres">
      <dgm:prSet presAssocID="{E1C13C0B-1E90-4088-A915-7E458199A2B9}" presName="Image4" presStyleCnt="0"/>
      <dgm:spPr/>
    </dgm:pt>
    <dgm:pt modelId="{8229E619-2589-4767-A5C9-31EE5E4A47B6}" type="pres">
      <dgm:prSet presAssocID="{E1C13C0B-1E90-4088-A915-7E458199A2B9}" presName="Image" presStyleLbl="alignImgPlace1" presStyleIdx="3" presStyleCnt="5"/>
      <dgm:spPr/>
    </dgm:pt>
    <dgm:pt modelId="{4D10FD08-7ECE-4F60-B0F4-46CA1FB6C9BB}" type="pres">
      <dgm:prSet presAssocID="{E1C13C0B-1E90-4088-A915-7E458199A2B9}" presName="Accent4" presStyleCnt="0"/>
      <dgm:spPr/>
    </dgm:pt>
    <dgm:pt modelId="{96BE4A95-85C2-45E8-A56F-418DF21F5930}" type="pres">
      <dgm:prSet presAssocID="{E1C13C0B-1E90-4088-A915-7E458199A2B9}" presName="Accent" presStyleLbl="parChTrans1D1" presStyleIdx="3" presStyleCnt="5"/>
      <dgm:spPr/>
    </dgm:pt>
    <dgm:pt modelId="{BA937269-CC3D-4406-B479-FCD594893EB4}" type="pres">
      <dgm:prSet presAssocID="{E1C13C0B-1E90-4088-A915-7E458199A2B9}" presName="Text4" presStyleLbl="alignImgPlace1" presStyleIdx="3" presStyleCnt="5">
        <dgm:presLayoutVars>
          <dgm:chMax val="0"/>
          <dgm:chPref val="0"/>
          <dgm:bulletEnabled val="1"/>
        </dgm:presLayoutVars>
      </dgm:prSet>
      <dgm:spPr/>
    </dgm:pt>
    <dgm:pt modelId="{044AC966-8787-45DE-A9A5-BB539CB0E763}" type="pres">
      <dgm:prSet presAssocID="{F65881B4-94C7-44FA-AD01-DDDFEFFF772C}" presName="Image5" presStyleCnt="0"/>
      <dgm:spPr/>
    </dgm:pt>
    <dgm:pt modelId="{82AD06DD-6625-4F00-A211-D43B60FC1894}" type="pres">
      <dgm:prSet presAssocID="{F65881B4-94C7-44FA-AD01-DDDFEFFF772C}" presName="Image" presStyleLbl="alignImgPlace1" presStyleIdx="4" presStyleCnt="5"/>
      <dgm:spPr/>
    </dgm:pt>
    <dgm:pt modelId="{7703FCA6-2428-42A1-AF75-4E1262AB2107}" type="pres">
      <dgm:prSet presAssocID="{F65881B4-94C7-44FA-AD01-DDDFEFFF772C}" presName="Accent5" presStyleCnt="0"/>
      <dgm:spPr/>
    </dgm:pt>
    <dgm:pt modelId="{64A90228-BCF4-4508-891E-A1AFC18D80EA}" type="pres">
      <dgm:prSet presAssocID="{F65881B4-94C7-44FA-AD01-DDDFEFFF772C}" presName="Accent" presStyleLbl="parChTrans1D1" presStyleIdx="4" presStyleCnt="5"/>
      <dgm:spPr/>
    </dgm:pt>
    <dgm:pt modelId="{994197ED-6D35-40E7-AE4E-E00725C833B7}" type="pres">
      <dgm:prSet presAssocID="{F65881B4-94C7-44FA-AD01-DDDFEFFF772C}" presName="Text5" presStyleLbl="alignImgPlace1" presStyleIdx="4" presStyleCnt="5">
        <dgm:presLayoutVars>
          <dgm:chMax val="0"/>
          <dgm:chPref val="0"/>
          <dgm:bulletEnabled val="1"/>
        </dgm:presLayoutVars>
      </dgm:prSet>
      <dgm:spPr/>
    </dgm:pt>
  </dgm:ptLst>
  <dgm:cxnLst>
    <dgm:cxn modelId="{15643C07-0D5B-4C99-A9DE-31037840D09B}" srcId="{765966E3-AA84-43B0-BFB0-53BD7B9D569D}" destId="{CFDAFC40-E557-4C28-92CA-24EDE56FEEFC}" srcOrd="1" destOrd="0" parTransId="{122CE3D3-BDF7-4D31-9111-32F9F67C435E}" sibTransId="{BC4EEC2F-88C5-446D-95C1-DEF8CBDED39B}"/>
    <dgm:cxn modelId="{A0FDA110-BF8E-4196-B6CD-117DF583E786}" type="presOf" srcId="{F65881B4-94C7-44FA-AD01-DDDFEFFF772C}" destId="{994197ED-6D35-40E7-AE4E-E00725C833B7}" srcOrd="0" destOrd="0" presId="urn:microsoft.com/office/officeart/2011/layout/ThemePictureAccent"/>
    <dgm:cxn modelId="{724EDA21-CC7F-4F69-888A-10006B0C397D}" srcId="{765966E3-AA84-43B0-BFB0-53BD7B9D569D}" destId="{46EDA46B-2981-411C-96C1-98D7540E823A}" srcOrd="0" destOrd="0" parTransId="{8F0A435C-0567-468E-94C0-7BEA3A8AC7C1}" sibTransId="{E399DE65-D623-4445-AD5C-69040320BCC1}"/>
    <dgm:cxn modelId="{6D7FF72C-87CC-4C59-9372-9DB5A8BCF60C}" type="presOf" srcId="{E1C13C0B-1E90-4088-A915-7E458199A2B9}" destId="{BA937269-CC3D-4406-B479-FCD594893EB4}" srcOrd="0" destOrd="0" presId="urn:microsoft.com/office/officeart/2011/layout/ThemePictureAccent"/>
    <dgm:cxn modelId="{A1B64237-9884-4C78-AAC9-2FE01E71A9E6}" type="presOf" srcId="{765966E3-AA84-43B0-BFB0-53BD7B9D569D}" destId="{68D544FD-B3BE-4999-B5DA-5D8CCC4BCB93}" srcOrd="0" destOrd="0" presId="urn:microsoft.com/office/officeart/2011/layout/ThemePictureAccent"/>
    <dgm:cxn modelId="{F5759F3D-BC41-4316-8C32-6DD3B13C5A24}" type="presOf" srcId="{CFDAFC40-E557-4C28-92CA-24EDE56FEEFC}" destId="{6EBA87C8-92D9-4A65-9864-59548A1647E6}" srcOrd="0" destOrd="0" presId="urn:microsoft.com/office/officeart/2011/layout/ThemePictureAccent"/>
    <dgm:cxn modelId="{3D204944-1329-4FCE-94FB-012EE999CE3E}" srcId="{765966E3-AA84-43B0-BFB0-53BD7B9D569D}" destId="{F65881B4-94C7-44FA-AD01-DDDFEFFF772C}" srcOrd="4" destOrd="0" parTransId="{9A9423D3-EDCB-45DE-B3CA-E57F8ACBF91B}" sibTransId="{193981E3-F3FD-45E5-B282-FDC76163D955}"/>
    <dgm:cxn modelId="{8651AB77-6F82-47A9-AD73-791EB9A8154C}" srcId="{765966E3-AA84-43B0-BFB0-53BD7B9D569D}" destId="{0F6373AE-1FD2-4BAB-8EE3-11AC58051591}" srcOrd="2" destOrd="0" parTransId="{CC4CC05E-A9A9-43FD-A4FC-2F311B3AE9B1}" sibTransId="{71C89266-8DDE-451D-A283-B0728A33B52A}"/>
    <dgm:cxn modelId="{6E7B38BB-FB03-4D04-A65A-0F9E8F81ECD2}" srcId="{765966E3-AA84-43B0-BFB0-53BD7B9D569D}" destId="{E1C13C0B-1E90-4088-A915-7E458199A2B9}" srcOrd="3" destOrd="0" parTransId="{F009AFC6-E691-4B25-9CED-FFEBDC6A6F3B}" sibTransId="{213F27C6-5DB0-4F5D-B955-60F3D12CC3FF}"/>
    <dgm:cxn modelId="{1BC4EFCA-6763-4970-8F0C-3F9622D55424}" type="presOf" srcId="{46EDA46B-2981-411C-96C1-98D7540E823A}" destId="{F0FC109E-3C52-48D9-9895-FE4D3A8D8263}" srcOrd="0" destOrd="0" presId="urn:microsoft.com/office/officeart/2011/layout/ThemePictureAccent"/>
    <dgm:cxn modelId="{D91426FF-E30E-4936-BCCA-1A2C965BCC29}" type="presOf" srcId="{0F6373AE-1FD2-4BAB-8EE3-11AC58051591}" destId="{1E5C27F0-F198-402C-AC76-4ACA0BC09244}" srcOrd="0" destOrd="0" presId="urn:microsoft.com/office/officeart/2011/layout/ThemePictureAccent"/>
    <dgm:cxn modelId="{EE660F4B-BE8A-46DB-AE75-C44CC9C75269}" type="presParOf" srcId="{68D544FD-B3BE-4999-B5DA-5D8CCC4BCB93}" destId="{FEE6B2AF-2686-4047-A4BB-2973AF632773}" srcOrd="0" destOrd="0" presId="urn:microsoft.com/office/officeart/2011/layout/ThemePictureAccent"/>
    <dgm:cxn modelId="{7F217EE6-DC26-4BDE-9A81-CF10E8F05B63}" type="presParOf" srcId="{FEE6B2AF-2686-4047-A4BB-2973AF632773}" destId="{F5E4C79D-8E4D-4E5B-8E41-B8893647DEE7}" srcOrd="0" destOrd="0" presId="urn:microsoft.com/office/officeart/2011/layout/ThemePictureAccent"/>
    <dgm:cxn modelId="{0DBD0C69-FFC2-4E9F-8855-39C276ADF98D}" type="presParOf" srcId="{68D544FD-B3BE-4999-B5DA-5D8CCC4BCB93}" destId="{1D24356E-27D4-4F8B-8BE9-0FC63B2ADC96}" srcOrd="1" destOrd="0" presId="urn:microsoft.com/office/officeart/2011/layout/ThemePictureAccent"/>
    <dgm:cxn modelId="{3BC7626E-1E82-48A9-AB2F-E3BE6DB07884}" type="presParOf" srcId="{1D24356E-27D4-4F8B-8BE9-0FC63B2ADC96}" destId="{3E296D99-E455-41C3-AA64-782E8C60BE95}" srcOrd="0" destOrd="0" presId="urn:microsoft.com/office/officeart/2011/layout/ThemePictureAccent"/>
    <dgm:cxn modelId="{BD4A8CD6-3D54-45B4-A9AA-D54227EB6DF3}" type="presParOf" srcId="{68D544FD-B3BE-4999-B5DA-5D8CCC4BCB93}" destId="{F0FC109E-3C52-48D9-9895-FE4D3A8D8263}" srcOrd="2" destOrd="0" presId="urn:microsoft.com/office/officeart/2011/layout/ThemePictureAccent"/>
    <dgm:cxn modelId="{A807074E-0703-404B-926D-AF338F197A8C}" type="presParOf" srcId="{68D544FD-B3BE-4999-B5DA-5D8CCC4BCB93}" destId="{DC4C7C51-06F1-42BC-8DF9-01472E8AB2F0}" srcOrd="3" destOrd="0" presId="urn:microsoft.com/office/officeart/2011/layout/ThemePictureAccent"/>
    <dgm:cxn modelId="{0288E0E6-68F3-4895-B5D5-4265DBDF3088}" type="presParOf" srcId="{DC4C7C51-06F1-42BC-8DF9-01472E8AB2F0}" destId="{A3141084-DD59-4101-A8EE-076F9F7A6D8C}" srcOrd="0" destOrd="0" presId="urn:microsoft.com/office/officeart/2011/layout/ThemePictureAccent"/>
    <dgm:cxn modelId="{F1ED7105-F15B-415A-A5F6-73F177362F09}" type="presParOf" srcId="{68D544FD-B3BE-4999-B5DA-5D8CCC4BCB93}" destId="{E644FC2E-B08B-4BFC-8FCB-719B237189B2}" srcOrd="4" destOrd="0" presId="urn:microsoft.com/office/officeart/2011/layout/ThemePictureAccent"/>
    <dgm:cxn modelId="{90AEBDAF-1EF8-4819-AF7A-9BE6B62583B8}" type="presParOf" srcId="{E644FC2E-B08B-4BFC-8FCB-719B237189B2}" destId="{462D2AB9-C42A-46A1-913E-793A5D6FB80A}" srcOrd="0" destOrd="0" presId="urn:microsoft.com/office/officeart/2011/layout/ThemePictureAccent"/>
    <dgm:cxn modelId="{0BF46020-1D8C-45D7-B2F8-85C8B91ED2D8}" type="presParOf" srcId="{68D544FD-B3BE-4999-B5DA-5D8CCC4BCB93}" destId="{6EBA87C8-92D9-4A65-9864-59548A1647E6}" srcOrd="5" destOrd="0" presId="urn:microsoft.com/office/officeart/2011/layout/ThemePictureAccent"/>
    <dgm:cxn modelId="{D8B41932-7594-429F-9165-31C71F7C6420}" type="presParOf" srcId="{68D544FD-B3BE-4999-B5DA-5D8CCC4BCB93}" destId="{3C2175B0-EEC9-4421-BB36-A862FD62EF52}" srcOrd="6" destOrd="0" presId="urn:microsoft.com/office/officeart/2011/layout/ThemePictureAccent"/>
    <dgm:cxn modelId="{1E7B02D5-BEE1-4CB2-B4CE-84F6583663C4}" type="presParOf" srcId="{3C2175B0-EEC9-4421-BB36-A862FD62EF52}" destId="{49F247A1-2835-49D9-8738-B8A54CDF185F}" srcOrd="0" destOrd="0" presId="urn:microsoft.com/office/officeart/2011/layout/ThemePictureAccent"/>
    <dgm:cxn modelId="{0184B22C-E96D-4B64-B05D-874A2C62CFBB}" type="presParOf" srcId="{68D544FD-B3BE-4999-B5DA-5D8CCC4BCB93}" destId="{5BFAAFEA-6174-4106-9466-7C8C86EB5443}" srcOrd="7" destOrd="0" presId="urn:microsoft.com/office/officeart/2011/layout/ThemePictureAccent"/>
    <dgm:cxn modelId="{9CDF55D1-75F4-4716-A4DE-DA464E0201FB}" type="presParOf" srcId="{5BFAAFEA-6174-4106-9466-7C8C86EB5443}" destId="{5E39D351-26E8-4078-B4E8-BFBD577D2126}" srcOrd="0" destOrd="0" presId="urn:microsoft.com/office/officeart/2011/layout/ThemePictureAccent"/>
    <dgm:cxn modelId="{0D08934F-194B-4ABB-AA88-8734026B71FD}" type="presParOf" srcId="{68D544FD-B3BE-4999-B5DA-5D8CCC4BCB93}" destId="{1E5C27F0-F198-402C-AC76-4ACA0BC09244}" srcOrd="8" destOrd="0" presId="urn:microsoft.com/office/officeart/2011/layout/ThemePictureAccent"/>
    <dgm:cxn modelId="{1623B4BE-5599-4371-9D15-6D20B752FEF0}" type="presParOf" srcId="{68D544FD-B3BE-4999-B5DA-5D8CCC4BCB93}" destId="{FFB74CF5-AA66-42B5-A87A-0B4363D2151E}" srcOrd="9" destOrd="0" presId="urn:microsoft.com/office/officeart/2011/layout/ThemePictureAccent"/>
    <dgm:cxn modelId="{0258CD98-7608-4565-AC46-6DBCF8B3658D}" type="presParOf" srcId="{FFB74CF5-AA66-42B5-A87A-0B4363D2151E}" destId="{8229E619-2589-4767-A5C9-31EE5E4A47B6}" srcOrd="0" destOrd="0" presId="urn:microsoft.com/office/officeart/2011/layout/ThemePictureAccent"/>
    <dgm:cxn modelId="{32A35390-D8E5-4F7E-8FE9-05EE92AA5006}" type="presParOf" srcId="{68D544FD-B3BE-4999-B5DA-5D8CCC4BCB93}" destId="{4D10FD08-7ECE-4F60-B0F4-46CA1FB6C9BB}" srcOrd="10" destOrd="0" presId="urn:microsoft.com/office/officeart/2011/layout/ThemePictureAccent"/>
    <dgm:cxn modelId="{752CF4A1-223B-46FA-A997-95280C51AB3C}" type="presParOf" srcId="{4D10FD08-7ECE-4F60-B0F4-46CA1FB6C9BB}" destId="{96BE4A95-85C2-45E8-A56F-418DF21F5930}" srcOrd="0" destOrd="0" presId="urn:microsoft.com/office/officeart/2011/layout/ThemePictureAccent"/>
    <dgm:cxn modelId="{93169862-14D9-4017-960F-21D43BB63F11}" type="presParOf" srcId="{68D544FD-B3BE-4999-B5DA-5D8CCC4BCB93}" destId="{BA937269-CC3D-4406-B479-FCD594893EB4}" srcOrd="11" destOrd="0" presId="urn:microsoft.com/office/officeart/2011/layout/ThemePictureAccent"/>
    <dgm:cxn modelId="{25685486-D139-4004-9B6D-59034E4E3655}" type="presParOf" srcId="{68D544FD-B3BE-4999-B5DA-5D8CCC4BCB93}" destId="{044AC966-8787-45DE-A9A5-BB539CB0E763}" srcOrd="12" destOrd="0" presId="urn:microsoft.com/office/officeart/2011/layout/ThemePictureAccent"/>
    <dgm:cxn modelId="{98993016-D6A2-43EA-BD33-D335B64CA1C4}" type="presParOf" srcId="{044AC966-8787-45DE-A9A5-BB539CB0E763}" destId="{82AD06DD-6625-4F00-A211-D43B60FC1894}" srcOrd="0" destOrd="0" presId="urn:microsoft.com/office/officeart/2011/layout/ThemePictureAccent"/>
    <dgm:cxn modelId="{3BA739A8-FBBD-45B7-9744-FFF74F7244A4}" type="presParOf" srcId="{68D544FD-B3BE-4999-B5DA-5D8CCC4BCB93}" destId="{7703FCA6-2428-42A1-AF75-4E1262AB2107}" srcOrd="13" destOrd="0" presId="urn:microsoft.com/office/officeart/2011/layout/ThemePictureAccent"/>
    <dgm:cxn modelId="{6E334085-AEB6-4CF7-9EF9-0BB187044332}" type="presParOf" srcId="{7703FCA6-2428-42A1-AF75-4E1262AB2107}" destId="{64A90228-BCF4-4508-891E-A1AFC18D80EA}" srcOrd="0" destOrd="0" presId="urn:microsoft.com/office/officeart/2011/layout/ThemePictureAccent"/>
    <dgm:cxn modelId="{12A8088B-0354-4EE9-A3CB-A38C9D0846C5}" type="presParOf" srcId="{68D544FD-B3BE-4999-B5DA-5D8CCC4BCB93}" destId="{994197ED-6D35-40E7-AE4E-E00725C833B7}" srcOrd="14" destOrd="0" presId="urn:microsoft.com/office/officeart/2011/layout/ThemePictureAccen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E4CE1C3-89FA-4592-AA17-2C5EB670C8FB}" type="doc">
      <dgm:prSet loTypeId="urn:microsoft.com/office/officeart/2008/layout/VerticalCurvedList" loCatId="list" qsTypeId="urn:microsoft.com/office/officeart/2005/8/quickstyle/simple1" qsCatId="simple" csTypeId="urn:microsoft.com/office/officeart/2005/8/colors/accent4_2" csCatId="accent4" phldr="1"/>
      <dgm:spPr/>
      <dgm:t>
        <a:bodyPr/>
        <a:lstStyle/>
        <a:p>
          <a:endParaRPr lang="en-US"/>
        </a:p>
      </dgm:t>
    </dgm:pt>
    <dgm:pt modelId="{480FEC68-9E5E-4BDE-8265-A11E94291929}">
      <dgm:prSet phldrT="[Text]" phldr="0"/>
      <dgm:spPr/>
      <dgm:t>
        <a:bodyPr/>
        <a:lstStyle/>
        <a:p>
          <a:r>
            <a:rPr lang="en-US" dirty="0"/>
            <a:t>Small Dataset</a:t>
          </a:r>
        </a:p>
      </dgm:t>
    </dgm:pt>
    <dgm:pt modelId="{85E2FB58-0D51-4DF5-9EEA-5C6F82DE72CD}" type="parTrans" cxnId="{BDC6DA74-4A8F-4C43-B835-08F15ED068CC}">
      <dgm:prSet/>
      <dgm:spPr/>
      <dgm:t>
        <a:bodyPr/>
        <a:lstStyle/>
        <a:p>
          <a:endParaRPr lang="en-US"/>
        </a:p>
      </dgm:t>
    </dgm:pt>
    <dgm:pt modelId="{DF1785A0-DF7A-4394-8D97-554D9E2157AF}" type="sibTrans" cxnId="{BDC6DA74-4A8F-4C43-B835-08F15ED068CC}">
      <dgm:prSet/>
      <dgm:spPr/>
      <dgm:t>
        <a:bodyPr/>
        <a:lstStyle/>
        <a:p>
          <a:endParaRPr lang="en-US"/>
        </a:p>
      </dgm:t>
    </dgm:pt>
    <dgm:pt modelId="{4C6AF852-94F7-457C-B2BE-8279649309D9}">
      <dgm:prSet phldrT="[Text]" phldr="0"/>
      <dgm:spPr/>
      <dgm:t>
        <a:bodyPr/>
        <a:lstStyle/>
        <a:p>
          <a:r>
            <a:rPr lang="en-US" dirty="0"/>
            <a:t>Missing contextual data</a:t>
          </a:r>
        </a:p>
      </dgm:t>
    </dgm:pt>
    <dgm:pt modelId="{754483A0-F1ED-432F-BB7C-CEC54191DA0D}" type="parTrans" cxnId="{28F176FD-90EB-4E9C-9FC8-EBA300368CDE}">
      <dgm:prSet/>
      <dgm:spPr/>
      <dgm:t>
        <a:bodyPr/>
        <a:lstStyle/>
        <a:p>
          <a:endParaRPr lang="en-US"/>
        </a:p>
      </dgm:t>
    </dgm:pt>
    <dgm:pt modelId="{857D2221-B8C5-4466-B7D2-76FC10636D99}" type="sibTrans" cxnId="{28F176FD-90EB-4E9C-9FC8-EBA300368CDE}">
      <dgm:prSet/>
      <dgm:spPr/>
      <dgm:t>
        <a:bodyPr/>
        <a:lstStyle/>
        <a:p>
          <a:endParaRPr lang="en-US"/>
        </a:p>
      </dgm:t>
    </dgm:pt>
    <dgm:pt modelId="{7745F1FB-5F03-4628-A420-F020DF54788B}">
      <dgm:prSet phldrT="[Text]" phldr="0"/>
      <dgm:spPr/>
      <dgm:t>
        <a:bodyPr/>
        <a:lstStyle/>
        <a:p>
          <a:r>
            <a:rPr lang="en-US"/>
            <a:t>Challenges with derived attributes</a:t>
          </a:r>
          <a:endParaRPr lang="en-US" dirty="0"/>
        </a:p>
      </dgm:t>
    </dgm:pt>
    <dgm:pt modelId="{F9DCB5DE-0BF0-4E18-A963-E16369435998}" type="parTrans" cxnId="{077CF894-1F80-4D2B-B921-D3D12E4F6DFC}">
      <dgm:prSet/>
      <dgm:spPr/>
      <dgm:t>
        <a:bodyPr/>
        <a:lstStyle/>
        <a:p>
          <a:endParaRPr lang="en-US"/>
        </a:p>
      </dgm:t>
    </dgm:pt>
    <dgm:pt modelId="{678A3027-C24E-4E5C-BB10-E6D91F7AF7D4}" type="sibTrans" cxnId="{077CF894-1F80-4D2B-B921-D3D12E4F6DFC}">
      <dgm:prSet/>
      <dgm:spPr/>
      <dgm:t>
        <a:bodyPr/>
        <a:lstStyle/>
        <a:p>
          <a:endParaRPr lang="en-US"/>
        </a:p>
      </dgm:t>
    </dgm:pt>
    <dgm:pt modelId="{ADB5870A-D9DE-4B33-BD9F-52EEDD324136}" type="pres">
      <dgm:prSet presAssocID="{3E4CE1C3-89FA-4592-AA17-2C5EB670C8FB}" presName="Name0" presStyleCnt="0">
        <dgm:presLayoutVars>
          <dgm:chMax val="7"/>
          <dgm:chPref val="7"/>
          <dgm:dir/>
        </dgm:presLayoutVars>
      </dgm:prSet>
      <dgm:spPr/>
    </dgm:pt>
    <dgm:pt modelId="{BF0DF9B2-8266-4693-BC3B-7DA7561ADE7E}" type="pres">
      <dgm:prSet presAssocID="{3E4CE1C3-89FA-4592-AA17-2C5EB670C8FB}" presName="Name1" presStyleCnt="0"/>
      <dgm:spPr/>
    </dgm:pt>
    <dgm:pt modelId="{DEC77C72-094A-42A4-ADBB-7FCCDAD82995}" type="pres">
      <dgm:prSet presAssocID="{3E4CE1C3-89FA-4592-AA17-2C5EB670C8FB}" presName="cycle" presStyleCnt="0"/>
      <dgm:spPr/>
    </dgm:pt>
    <dgm:pt modelId="{F32CC695-8011-4359-AE4D-96E55D8F94C6}" type="pres">
      <dgm:prSet presAssocID="{3E4CE1C3-89FA-4592-AA17-2C5EB670C8FB}" presName="srcNode" presStyleLbl="node1" presStyleIdx="0" presStyleCnt="3"/>
      <dgm:spPr/>
    </dgm:pt>
    <dgm:pt modelId="{4D6C6187-5E01-4E04-B6AB-2BDE65DBFD12}" type="pres">
      <dgm:prSet presAssocID="{3E4CE1C3-89FA-4592-AA17-2C5EB670C8FB}" presName="conn" presStyleLbl="parChTrans1D2" presStyleIdx="0" presStyleCnt="1"/>
      <dgm:spPr/>
    </dgm:pt>
    <dgm:pt modelId="{E9A01E38-E751-49FA-BA2F-F568C1A7CC9C}" type="pres">
      <dgm:prSet presAssocID="{3E4CE1C3-89FA-4592-AA17-2C5EB670C8FB}" presName="extraNode" presStyleLbl="node1" presStyleIdx="0" presStyleCnt="3"/>
      <dgm:spPr/>
    </dgm:pt>
    <dgm:pt modelId="{AE484B7B-1B3A-4504-B7B9-55873B3143F0}" type="pres">
      <dgm:prSet presAssocID="{3E4CE1C3-89FA-4592-AA17-2C5EB670C8FB}" presName="dstNode" presStyleLbl="node1" presStyleIdx="0" presStyleCnt="3"/>
      <dgm:spPr/>
    </dgm:pt>
    <dgm:pt modelId="{1A962971-7791-4752-B58B-603D82A1DEBC}" type="pres">
      <dgm:prSet presAssocID="{480FEC68-9E5E-4BDE-8265-A11E94291929}" presName="text_1" presStyleLbl="node1" presStyleIdx="0" presStyleCnt="3">
        <dgm:presLayoutVars>
          <dgm:bulletEnabled val="1"/>
        </dgm:presLayoutVars>
      </dgm:prSet>
      <dgm:spPr/>
    </dgm:pt>
    <dgm:pt modelId="{20128181-ABC8-4071-B1CB-10396E59A287}" type="pres">
      <dgm:prSet presAssocID="{480FEC68-9E5E-4BDE-8265-A11E94291929}" presName="accent_1" presStyleCnt="0"/>
      <dgm:spPr/>
    </dgm:pt>
    <dgm:pt modelId="{FDB02009-68B0-4F8A-9B52-4CC6DAFEF662}" type="pres">
      <dgm:prSet presAssocID="{480FEC68-9E5E-4BDE-8265-A11E94291929}" presName="accentRepeatNode" presStyleLbl="solidFgAcc1" presStyleIdx="0" presStyleCnt="3"/>
      <dgm:spPr/>
    </dgm:pt>
    <dgm:pt modelId="{DA827153-4FC9-4752-B569-4439865ECB1F}" type="pres">
      <dgm:prSet presAssocID="{4C6AF852-94F7-457C-B2BE-8279649309D9}" presName="text_2" presStyleLbl="node1" presStyleIdx="1" presStyleCnt="3">
        <dgm:presLayoutVars>
          <dgm:bulletEnabled val="1"/>
        </dgm:presLayoutVars>
      </dgm:prSet>
      <dgm:spPr/>
    </dgm:pt>
    <dgm:pt modelId="{497C4081-63B4-4F6D-BAFE-9E1072EC0663}" type="pres">
      <dgm:prSet presAssocID="{4C6AF852-94F7-457C-B2BE-8279649309D9}" presName="accent_2" presStyleCnt="0"/>
      <dgm:spPr/>
    </dgm:pt>
    <dgm:pt modelId="{B8FE4DD7-8EE9-4BCE-BDDD-448B4FA6F0C7}" type="pres">
      <dgm:prSet presAssocID="{4C6AF852-94F7-457C-B2BE-8279649309D9}" presName="accentRepeatNode" presStyleLbl="solidFgAcc1" presStyleIdx="1" presStyleCnt="3"/>
      <dgm:spPr/>
    </dgm:pt>
    <dgm:pt modelId="{B815808B-988F-40D0-B4B4-EAE3D6C17100}" type="pres">
      <dgm:prSet presAssocID="{7745F1FB-5F03-4628-A420-F020DF54788B}" presName="text_3" presStyleLbl="node1" presStyleIdx="2" presStyleCnt="3">
        <dgm:presLayoutVars>
          <dgm:bulletEnabled val="1"/>
        </dgm:presLayoutVars>
      </dgm:prSet>
      <dgm:spPr/>
    </dgm:pt>
    <dgm:pt modelId="{3E4D13E6-711F-402C-A675-821E894AF711}" type="pres">
      <dgm:prSet presAssocID="{7745F1FB-5F03-4628-A420-F020DF54788B}" presName="accent_3" presStyleCnt="0"/>
      <dgm:spPr/>
    </dgm:pt>
    <dgm:pt modelId="{A6DCA587-D663-4737-8BFD-F82FB70E6FFB}" type="pres">
      <dgm:prSet presAssocID="{7745F1FB-5F03-4628-A420-F020DF54788B}" presName="accentRepeatNode" presStyleLbl="solidFgAcc1" presStyleIdx="2" presStyleCnt="3"/>
      <dgm:spPr/>
    </dgm:pt>
  </dgm:ptLst>
  <dgm:cxnLst>
    <dgm:cxn modelId="{E229540F-9843-431E-A508-2BB0E01A4255}" type="presOf" srcId="{480FEC68-9E5E-4BDE-8265-A11E94291929}" destId="{1A962971-7791-4752-B58B-603D82A1DEBC}" srcOrd="0" destOrd="0" presId="urn:microsoft.com/office/officeart/2008/layout/VerticalCurvedList"/>
    <dgm:cxn modelId="{2C209C41-1D79-4548-B949-6EDAA490B233}" type="presOf" srcId="{DF1785A0-DF7A-4394-8D97-554D9E2157AF}" destId="{4D6C6187-5E01-4E04-B6AB-2BDE65DBFD12}" srcOrd="0" destOrd="0" presId="urn:microsoft.com/office/officeart/2008/layout/VerticalCurvedList"/>
    <dgm:cxn modelId="{7A1CFF45-213D-44CC-BD35-038497941635}" type="presOf" srcId="{7745F1FB-5F03-4628-A420-F020DF54788B}" destId="{B815808B-988F-40D0-B4B4-EAE3D6C17100}" srcOrd="0" destOrd="0" presId="urn:microsoft.com/office/officeart/2008/layout/VerticalCurvedList"/>
    <dgm:cxn modelId="{BDC6DA74-4A8F-4C43-B835-08F15ED068CC}" srcId="{3E4CE1C3-89FA-4592-AA17-2C5EB670C8FB}" destId="{480FEC68-9E5E-4BDE-8265-A11E94291929}" srcOrd="0" destOrd="0" parTransId="{85E2FB58-0D51-4DF5-9EEA-5C6F82DE72CD}" sibTransId="{DF1785A0-DF7A-4394-8D97-554D9E2157AF}"/>
    <dgm:cxn modelId="{077CF894-1F80-4D2B-B921-D3D12E4F6DFC}" srcId="{3E4CE1C3-89FA-4592-AA17-2C5EB670C8FB}" destId="{7745F1FB-5F03-4628-A420-F020DF54788B}" srcOrd="2" destOrd="0" parTransId="{F9DCB5DE-0BF0-4E18-A963-E16369435998}" sibTransId="{678A3027-C24E-4E5C-BB10-E6D91F7AF7D4}"/>
    <dgm:cxn modelId="{800E9097-391E-4A1B-9A08-EDF4AA1D4A1F}" type="presOf" srcId="{4C6AF852-94F7-457C-B2BE-8279649309D9}" destId="{DA827153-4FC9-4752-B569-4439865ECB1F}" srcOrd="0" destOrd="0" presId="urn:microsoft.com/office/officeart/2008/layout/VerticalCurvedList"/>
    <dgm:cxn modelId="{B87E5E9B-AD8B-4A23-8A74-3F3EDB176A24}" type="presOf" srcId="{3E4CE1C3-89FA-4592-AA17-2C5EB670C8FB}" destId="{ADB5870A-D9DE-4B33-BD9F-52EEDD324136}" srcOrd="0" destOrd="0" presId="urn:microsoft.com/office/officeart/2008/layout/VerticalCurvedList"/>
    <dgm:cxn modelId="{28F176FD-90EB-4E9C-9FC8-EBA300368CDE}" srcId="{3E4CE1C3-89FA-4592-AA17-2C5EB670C8FB}" destId="{4C6AF852-94F7-457C-B2BE-8279649309D9}" srcOrd="1" destOrd="0" parTransId="{754483A0-F1ED-432F-BB7C-CEC54191DA0D}" sibTransId="{857D2221-B8C5-4466-B7D2-76FC10636D99}"/>
    <dgm:cxn modelId="{4BA62D0F-5B4E-4B07-8891-3F2F35DF2D75}" type="presParOf" srcId="{ADB5870A-D9DE-4B33-BD9F-52EEDD324136}" destId="{BF0DF9B2-8266-4693-BC3B-7DA7561ADE7E}" srcOrd="0" destOrd="0" presId="urn:microsoft.com/office/officeart/2008/layout/VerticalCurvedList"/>
    <dgm:cxn modelId="{CD13D74E-548C-4F2D-9525-B65662F3765E}" type="presParOf" srcId="{BF0DF9B2-8266-4693-BC3B-7DA7561ADE7E}" destId="{DEC77C72-094A-42A4-ADBB-7FCCDAD82995}" srcOrd="0" destOrd="0" presId="urn:microsoft.com/office/officeart/2008/layout/VerticalCurvedList"/>
    <dgm:cxn modelId="{E9EF75E3-F4AE-421F-A9D1-708E74DF8EAD}" type="presParOf" srcId="{DEC77C72-094A-42A4-ADBB-7FCCDAD82995}" destId="{F32CC695-8011-4359-AE4D-96E55D8F94C6}" srcOrd="0" destOrd="0" presId="urn:microsoft.com/office/officeart/2008/layout/VerticalCurvedList"/>
    <dgm:cxn modelId="{2FE69F00-227F-4390-B4B7-2181F4EEB287}" type="presParOf" srcId="{DEC77C72-094A-42A4-ADBB-7FCCDAD82995}" destId="{4D6C6187-5E01-4E04-B6AB-2BDE65DBFD12}" srcOrd="1" destOrd="0" presId="urn:microsoft.com/office/officeart/2008/layout/VerticalCurvedList"/>
    <dgm:cxn modelId="{7D9DCAE3-4219-4424-B4AA-6020F63C3B99}" type="presParOf" srcId="{DEC77C72-094A-42A4-ADBB-7FCCDAD82995}" destId="{E9A01E38-E751-49FA-BA2F-F568C1A7CC9C}" srcOrd="2" destOrd="0" presId="urn:microsoft.com/office/officeart/2008/layout/VerticalCurvedList"/>
    <dgm:cxn modelId="{0A3722A0-5E15-4895-AE81-7B7756E46FE3}" type="presParOf" srcId="{DEC77C72-094A-42A4-ADBB-7FCCDAD82995}" destId="{AE484B7B-1B3A-4504-B7B9-55873B3143F0}" srcOrd="3" destOrd="0" presId="urn:microsoft.com/office/officeart/2008/layout/VerticalCurvedList"/>
    <dgm:cxn modelId="{0B016CA0-2080-4C8E-A560-F6FF73D3B980}" type="presParOf" srcId="{BF0DF9B2-8266-4693-BC3B-7DA7561ADE7E}" destId="{1A962971-7791-4752-B58B-603D82A1DEBC}" srcOrd="1" destOrd="0" presId="urn:microsoft.com/office/officeart/2008/layout/VerticalCurvedList"/>
    <dgm:cxn modelId="{67CD772B-0D74-4D08-B79D-A97E9C6A2636}" type="presParOf" srcId="{BF0DF9B2-8266-4693-BC3B-7DA7561ADE7E}" destId="{20128181-ABC8-4071-B1CB-10396E59A287}" srcOrd="2" destOrd="0" presId="urn:microsoft.com/office/officeart/2008/layout/VerticalCurvedList"/>
    <dgm:cxn modelId="{E1767F2F-A042-42DA-BA44-818517E20EA7}" type="presParOf" srcId="{20128181-ABC8-4071-B1CB-10396E59A287}" destId="{FDB02009-68B0-4F8A-9B52-4CC6DAFEF662}" srcOrd="0" destOrd="0" presId="urn:microsoft.com/office/officeart/2008/layout/VerticalCurvedList"/>
    <dgm:cxn modelId="{09513B15-7CDD-46B9-9EC4-0AC1DBEE98F7}" type="presParOf" srcId="{BF0DF9B2-8266-4693-BC3B-7DA7561ADE7E}" destId="{DA827153-4FC9-4752-B569-4439865ECB1F}" srcOrd="3" destOrd="0" presId="urn:microsoft.com/office/officeart/2008/layout/VerticalCurvedList"/>
    <dgm:cxn modelId="{ACB8F212-7FD9-4384-A64B-B1A79C2ED804}" type="presParOf" srcId="{BF0DF9B2-8266-4693-BC3B-7DA7561ADE7E}" destId="{497C4081-63B4-4F6D-BAFE-9E1072EC0663}" srcOrd="4" destOrd="0" presId="urn:microsoft.com/office/officeart/2008/layout/VerticalCurvedList"/>
    <dgm:cxn modelId="{20CBC32E-67C7-4775-94A2-3BDAD76460E3}" type="presParOf" srcId="{497C4081-63B4-4F6D-BAFE-9E1072EC0663}" destId="{B8FE4DD7-8EE9-4BCE-BDDD-448B4FA6F0C7}" srcOrd="0" destOrd="0" presId="urn:microsoft.com/office/officeart/2008/layout/VerticalCurvedList"/>
    <dgm:cxn modelId="{60579AE6-C169-45F7-A100-282BDAC8CC62}" type="presParOf" srcId="{BF0DF9B2-8266-4693-BC3B-7DA7561ADE7E}" destId="{B815808B-988F-40D0-B4B4-EAE3D6C17100}" srcOrd="5" destOrd="0" presId="urn:microsoft.com/office/officeart/2008/layout/VerticalCurvedList"/>
    <dgm:cxn modelId="{16564420-0335-4D1A-89B9-874D8C676F45}" type="presParOf" srcId="{BF0DF9B2-8266-4693-BC3B-7DA7561ADE7E}" destId="{3E4D13E6-711F-402C-A675-821E894AF711}" srcOrd="6" destOrd="0" presId="urn:microsoft.com/office/officeart/2008/layout/VerticalCurvedList"/>
    <dgm:cxn modelId="{CD2F31F5-90A9-46AD-912E-7770D337AE21}" type="presParOf" srcId="{3E4D13E6-711F-402C-A675-821E894AF711}" destId="{A6DCA587-D663-4737-8BFD-F82FB70E6FFB}" srcOrd="0" destOrd="0" presId="urn:microsoft.com/office/officeart/2008/layout/VerticalCurvedList"/>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C59ABDF-94F1-485D-ABD9-5B9781F6AC2D}">
      <dsp:nvSpPr>
        <dsp:cNvPr id="0" name=""/>
        <dsp:cNvSpPr/>
      </dsp:nvSpPr>
      <dsp:spPr>
        <a:xfrm>
          <a:off x="512823" y="1860"/>
          <a:ext cx="1354084" cy="1354084"/>
        </a:xfrm>
        <a:prstGeom prst="ellipse">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bg1"/>
              </a:solidFill>
            </a:rPr>
            <a:t>Advanced Network Technology</a:t>
          </a:r>
        </a:p>
      </dsp:txBody>
      <dsp:txXfrm>
        <a:off x="711124" y="200161"/>
        <a:ext cx="957482" cy="957482"/>
      </dsp:txXfrm>
    </dsp:sp>
    <dsp:sp modelId="{6AD54EA0-1F74-43AA-9F7B-3A531EFC5C52}">
      <dsp:nvSpPr>
        <dsp:cNvPr id="0" name=""/>
        <dsp:cNvSpPr/>
      </dsp:nvSpPr>
      <dsp:spPr>
        <a:xfrm>
          <a:off x="797181" y="1465896"/>
          <a:ext cx="785369" cy="785369"/>
        </a:xfrm>
        <a:prstGeom prst="mathPlus">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lang="en-US" sz="1200" kern="1200"/>
        </a:p>
      </dsp:txBody>
      <dsp:txXfrm>
        <a:off x="901282" y="1766221"/>
        <a:ext cx="577167" cy="184719"/>
      </dsp:txXfrm>
    </dsp:sp>
    <dsp:sp modelId="{9675D9DA-53AD-4C4E-BCF5-1AE061153220}">
      <dsp:nvSpPr>
        <dsp:cNvPr id="0" name=""/>
        <dsp:cNvSpPr/>
      </dsp:nvSpPr>
      <dsp:spPr>
        <a:xfrm>
          <a:off x="512823" y="2361217"/>
          <a:ext cx="1354084" cy="1354084"/>
        </a:xfrm>
        <a:prstGeom prst="ellipse">
          <a:avLst/>
        </a:prstGeom>
        <a:solidFill>
          <a:schemeClr val="accent1">
            <a:lumMod val="40000"/>
            <a:lumOff val="6000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b="1" kern="1200" dirty="0">
              <a:solidFill>
                <a:schemeClr val="bg1"/>
              </a:solidFill>
            </a:rPr>
            <a:t>Misaligned</a:t>
          </a:r>
          <a:r>
            <a:rPr lang="en-US" sz="1500" kern="1200" dirty="0">
              <a:solidFill>
                <a:schemeClr val="bg1"/>
              </a:solidFill>
            </a:rPr>
            <a:t> Technician Assignments</a:t>
          </a:r>
        </a:p>
      </dsp:txBody>
      <dsp:txXfrm>
        <a:off x="711124" y="2559518"/>
        <a:ext cx="957482" cy="957482"/>
      </dsp:txXfrm>
    </dsp:sp>
    <dsp:sp modelId="{AC7F66F6-46BB-49C6-8B41-EC98A7E52B72}">
      <dsp:nvSpPr>
        <dsp:cNvPr id="0" name=""/>
        <dsp:cNvSpPr/>
      </dsp:nvSpPr>
      <dsp:spPr>
        <a:xfrm>
          <a:off x="2070020" y="1606721"/>
          <a:ext cx="430598" cy="503719"/>
        </a:xfrm>
        <a:prstGeom prst="rightArrow">
          <a:avLst>
            <a:gd name="adj1" fmla="val 60000"/>
            <a:gd name="adj2" fmla="val 50000"/>
          </a:avLst>
        </a:prstGeom>
        <a:solidFill>
          <a:schemeClr val="accent4">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lang="en-US" sz="1200" kern="1200"/>
        </a:p>
      </dsp:txBody>
      <dsp:txXfrm>
        <a:off x="2070020" y="1707465"/>
        <a:ext cx="301419" cy="302231"/>
      </dsp:txXfrm>
    </dsp:sp>
    <dsp:sp modelId="{67E0A14F-63CC-439B-8C40-950D370CDE9B}">
      <dsp:nvSpPr>
        <dsp:cNvPr id="0" name=""/>
        <dsp:cNvSpPr/>
      </dsp:nvSpPr>
      <dsp:spPr>
        <a:xfrm>
          <a:off x="2679359" y="504496"/>
          <a:ext cx="2708169" cy="2708169"/>
        </a:xfrm>
        <a:prstGeom prst="ellipse">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3020" tIns="33020" rIns="33020" bIns="33020" numCol="1" spcCol="1270" anchor="ctr" anchorCtr="0">
          <a:noAutofit/>
        </a:bodyPr>
        <a:lstStyle/>
        <a:p>
          <a:pPr marL="0" lvl="0" indent="0" algn="l" defTabSz="1155700">
            <a:lnSpc>
              <a:spcPct val="90000"/>
            </a:lnSpc>
            <a:spcBef>
              <a:spcPct val="0"/>
            </a:spcBef>
            <a:spcAft>
              <a:spcPct val="35000"/>
            </a:spcAft>
            <a:buNone/>
          </a:pPr>
          <a:r>
            <a:rPr lang="en-US" sz="2600" kern="1200" dirty="0">
              <a:solidFill>
                <a:schemeClr val="bg1"/>
              </a:solidFill>
            </a:rPr>
            <a:t>Lost Trust &amp; Dissatisfaction</a:t>
          </a:r>
        </a:p>
        <a:p>
          <a:pPr marL="228600" lvl="1" indent="-228600" algn="l" defTabSz="889000">
            <a:lnSpc>
              <a:spcPct val="90000"/>
            </a:lnSpc>
            <a:spcBef>
              <a:spcPct val="0"/>
            </a:spcBef>
            <a:spcAft>
              <a:spcPct val="15000"/>
            </a:spcAft>
            <a:buChar char="•"/>
          </a:pPr>
          <a:r>
            <a:rPr lang="en-US" sz="2000" kern="1200" dirty="0">
              <a:solidFill>
                <a:schemeClr val="bg1"/>
              </a:solidFill>
            </a:rPr>
            <a:t>Losing </a:t>
          </a:r>
          <a:r>
            <a:rPr lang="en-US" sz="2000" b="1" kern="1200" dirty="0">
              <a:solidFill>
                <a:schemeClr val="bg1"/>
              </a:solidFill>
            </a:rPr>
            <a:t>$2.09 billion</a:t>
          </a:r>
          <a:r>
            <a:rPr lang="en-US" sz="2000" kern="1200" dirty="0">
              <a:solidFill>
                <a:schemeClr val="bg1"/>
              </a:solidFill>
            </a:rPr>
            <a:t>/year from churn*</a:t>
          </a:r>
        </a:p>
      </dsp:txBody>
      <dsp:txXfrm>
        <a:off x="3075961" y="901098"/>
        <a:ext cx="1914965" cy="191496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27D82D3-02F0-419C-862A-13E999653E22}">
      <dsp:nvSpPr>
        <dsp:cNvPr id="0" name=""/>
        <dsp:cNvSpPr/>
      </dsp:nvSpPr>
      <dsp:spPr>
        <a:xfrm>
          <a:off x="6840" y="425337"/>
          <a:ext cx="1318498" cy="704815"/>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113792" rIns="113792" bIns="60960" numCol="1" spcCol="1270" anchor="t" anchorCtr="0">
          <a:noAutofit/>
        </a:bodyPr>
        <a:lstStyle/>
        <a:p>
          <a:pPr marL="0" lvl="0" indent="0" algn="l" defTabSz="711200">
            <a:lnSpc>
              <a:spcPct val="90000"/>
            </a:lnSpc>
            <a:spcBef>
              <a:spcPct val="0"/>
            </a:spcBef>
            <a:spcAft>
              <a:spcPct val="35000"/>
            </a:spcAft>
            <a:buNone/>
          </a:pPr>
          <a:r>
            <a:rPr lang="en-US" sz="1600" kern="1200" dirty="0"/>
            <a:t>Task request</a:t>
          </a:r>
        </a:p>
      </dsp:txBody>
      <dsp:txXfrm>
        <a:off x="6840" y="425337"/>
        <a:ext cx="1318498" cy="469876"/>
      </dsp:txXfrm>
    </dsp:sp>
    <dsp:sp modelId="{26E2DB53-DFF1-4235-8F86-4184067A26FB}">
      <dsp:nvSpPr>
        <dsp:cNvPr id="0" name=""/>
        <dsp:cNvSpPr/>
      </dsp:nvSpPr>
      <dsp:spPr>
        <a:xfrm>
          <a:off x="335422" y="943040"/>
          <a:ext cx="1318498" cy="1439778"/>
        </a:xfrm>
        <a:prstGeom prst="roundRect">
          <a:avLst>
            <a:gd name="adj" fmla="val 10000"/>
          </a:avLst>
        </a:prstGeom>
        <a:solidFill>
          <a:schemeClr val="lt1">
            <a:alpha val="90000"/>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9568" tIns="99568" rIns="99568" bIns="99568" numCol="1" spcCol="1270" anchor="t" anchorCtr="0">
          <a:noAutofit/>
        </a:bodyPr>
        <a:lstStyle/>
        <a:p>
          <a:pPr marL="114300" lvl="1" indent="-114300" algn="l" defTabSz="622300">
            <a:lnSpc>
              <a:spcPct val="90000"/>
            </a:lnSpc>
            <a:spcBef>
              <a:spcPct val="0"/>
            </a:spcBef>
            <a:spcAft>
              <a:spcPct val="15000"/>
            </a:spcAft>
            <a:buFontTx/>
            <a:buChar char="-"/>
          </a:pPr>
          <a:r>
            <a:rPr lang="en-US" sz="1400" kern="1200" dirty="0"/>
            <a:t>Customer schedules technician service requests</a:t>
          </a:r>
        </a:p>
      </dsp:txBody>
      <dsp:txXfrm>
        <a:off x="374039" y="981657"/>
        <a:ext cx="1241264" cy="1362544"/>
      </dsp:txXfrm>
    </dsp:sp>
    <dsp:sp modelId="{29345F63-C045-47FF-841E-0469DD9BAB98}">
      <dsp:nvSpPr>
        <dsp:cNvPr id="0" name=""/>
        <dsp:cNvSpPr/>
      </dsp:nvSpPr>
      <dsp:spPr>
        <a:xfrm rot="21581413">
          <a:off x="1525214" y="490351"/>
          <a:ext cx="423750" cy="32826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1525215" y="556270"/>
        <a:ext cx="325270" cy="196961"/>
      </dsp:txXfrm>
    </dsp:sp>
    <dsp:sp modelId="{71D6746F-2EF7-475B-8E92-9C69D0813D5E}">
      <dsp:nvSpPr>
        <dsp:cNvPr id="0" name=""/>
        <dsp:cNvSpPr/>
      </dsp:nvSpPr>
      <dsp:spPr>
        <a:xfrm>
          <a:off x="2124856" y="413557"/>
          <a:ext cx="1440024" cy="704815"/>
        </a:xfrm>
        <a:prstGeom prst="roundRect">
          <a:avLst>
            <a:gd name="adj" fmla="val 10000"/>
          </a:avLst>
        </a:prstGeom>
        <a:solidFill>
          <a:schemeClr val="accent4">
            <a:hueOff val="-276512"/>
            <a:satOff val="-868"/>
            <a:lumOff val="-4559"/>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2456" tIns="92456" rIns="92456" bIns="49530" numCol="1" spcCol="1270" anchor="t" anchorCtr="0">
          <a:noAutofit/>
        </a:bodyPr>
        <a:lstStyle/>
        <a:p>
          <a:pPr marL="0" lvl="0" indent="0" algn="l" defTabSz="577850">
            <a:lnSpc>
              <a:spcPct val="90000"/>
            </a:lnSpc>
            <a:spcBef>
              <a:spcPct val="0"/>
            </a:spcBef>
            <a:spcAft>
              <a:spcPct val="35000"/>
            </a:spcAft>
            <a:buNone/>
          </a:pPr>
          <a:r>
            <a:rPr lang="en-US" sz="1300" kern="1200" dirty="0"/>
            <a:t>Dispatcher assigns manually </a:t>
          </a:r>
        </a:p>
      </dsp:txBody>
      <dsp:txXfrm>
        <a:off x="2124856" y="413557"/>
        <a:ext cx="1440024" cy="469876"/>
      </dsp:txXfrm>
    </dsp:sp>
    <dsp:sp modelId="{F11AF00A-D95F-4C00-B989-BCF3BE3AEDEB}">
      <dsp:nvSpPr>
        <dsp:cNvPr id="0" name=""/>
        <dsp:cNvSpPr/>
      </dsp:nvSpPr>
      <dsp:spPr>
        <a:xfrm>
          <a:off x="2455673" y="883434"/>
          <a:ext cx="1318498" cy="1486898"/>
        </a:xfrm>
        <a:prstGeom prst="roundRect">
          <a:avLst>
            <a:gd name="adj" fmla="val 10000"/>
          </a:avLst>
        </a:prstGeom>
        <a:solidFill>
          <a:schemeClr val="lt1">
            <a:alpha val="90000"/>
            <a:hueOff val="0"/>
            <a:satOff val="0"/>
            <a:lumOff val="0"/>
            <a:alphaOff val="0"/>
          </a:schemeClr>
        </a:solidFill>
        <a:ln w="15875" cap="flat" cmpd="sng" algn="ctr">
          <a:solidFill>
            <a:schemeClr val="accent4">
              <a:hueOff val="-276512"/>
              <a:satOff val="-868"/>
              <a:lumOff val="-4559"/>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9568" tIns="99568" rIns="99568" bIns="99568" numCol="1" spcCol="1270" anchor="t" anchorCtr="0">
          <a:noAutofit/>
        </a:bodyPr>
        <a:lstStyle/>
        <a:p>
          <a:pPr marL="114300" lvl="1" indent="-114300" algn="l" defTabSz="622300">
            <a:lnSpc>
              <a:spcPct val="90000"/>
            </a:lnSpc>
            <a:spcBef>
              <a:spcPct val="0"/>
            </a:spcBef>
            <a:spcAft>
              <a:spcPct val="15000"/>
            </a:spcAft>
            <a:buFontTx/>
            <a:buChar char="-"/>
          </a:pPr>
          <a:r>
            <a:rPr lang="en-US" sz="1400" kern="1200" dirty="0"/>
            <a:t>Relies on availability or location only</a:t>
          </a:r>
        </a:p>
        <a:p>
          <a:pPr marL="114300" lvl="1" indent="-114300" algn="l" defTabSz="622300">
            <a:lnSpc>
              <a:spcPct val="90000"/>
            </a:lnSpc>
            <a:spcBef>
              <a:spcPct val="0"/>
            </a:spcBef>
            <a:spcAft>
              <a:spcPct val="15000"/>
            </a:spcAft>
            <a:buFontTx/>
            <a:buChar char="-"/>
          </a:pPr>
          <a:r>
            <a:rPr lang="en-US" sz="1400" kern="1200" dirty="0"/>
            <a:t>No expertise matching</a:t>
          </a:r>
        </a:p>
      </dsp:txBody>
      <dsp:txXfrm>
        <a:off x="2494290" y="922051"/>
        <a:ext cx="1241264" cy="1409664"/>
      </dsp:txXfrm>
    </dsp:sp>
    <dsp:sp modelId="{6D7A0BBF-9F8C-4A6B-A8F8-34688F4D0BCC}">
      <dsp:nvSpPr>
        <dsp:cNvPr id="0" name=""/>
        <dsp:cNvSpPr/>
      </dsp:nvSpPr>
      <dsp:spPr>
        <a:xfrm>
          <a:off x="3749569" y="484362"/>
          <a:ext cx="391540" cy="328267"/>
        </a:xfrm>
        <a:prstGeom prst="rightArrow">
          <a:avLst>
            <a:gd name="adj1" fmla="val 60000"/>
            <a:gd name="adj2" fmla="val 50000"/>
          </a:avLst>
        </a:prstGeom>
        <a:solidFill>
          <a:schemeClr val="accent4">
            <a:hueOff val="-368683"/>
            <a:satOff val="-1157"/>
            <a:lumOff val="-6078"/>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3749569" y="550015"/>
        <a:ext cx="293060" cy="196961"/>
      </dsp:txXfrm>
    </dsp:sp>
    <dsp:sp modelId="{427E87E7-8482-4626-81A7-A6A79D211653}">
      <dsp:nvSpPr>
        <dsp:cNvPr id="0" name=""/>
        <dsp:cNvSpPr/>
      </dsp:nvSpPr>
      <dsp:spPr>
        <a:xfrm>
          <a:off x="4303635" y="413557"/>
          <a:ext cx="1318498" cy="704815"/>
        </a:xfrm>
        <a:prstGeom prst="roundRect">
          <a:avLst>
            <a:gd name="adj" fmla="val 10000"/>
          </a:avLst>
        </a:prstGeom>
        <a:solidFill>
          <a:schemeClr val="accent4">
            <a:hueOff val="-553025"/>
            <a:satOff val="-1735"/>
            <a:lumOff val="-9117"/>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45720" numCol="1" spcCol="1270" anchor="t" anchorCtr="0">
          <a:noAutofit/>
        </a:bodyPr>
        <a:lstStyle/>
        <a:p>
          <a:pPr marL="0" lvl="0" indent="0" algn="l" defTabSz="533400">
            <a:lnSpc>
              <a:spcPct val="90000"/>
            </a:lnSpc>
            <a:spcBef>
              <a:spcPct val="0"/>
            </a:spcBef>
            <a:spcAft>
              <a:spcPct val="35000"/>
            </a:spcAft>
            <a:buNone/>
          </a:pPr>
          <a:r>
            <a:rPr lang="en-US" sz="1200" kern="1200" dirty="0"/>
            <a:t>Technician assigned randomly </a:t>
          </a:r>
        </a:p>
      </dsp:txBody>
      <dsp:txXfrm>
        <a:off x="4303635" y="413557"/>
        <a:ext cx="1318498" cy="469876"/>
      </dsp:txXfrm>
    </dsp:sp>
    <dsp:sp modelId="{1AF180F8-E441-4269-8A87-5F0348086CBD}">
      <dsp:nvSpPr>
        <dsp:cNvPr id="0" name=""/>
        <dsp:cNvSpPr/>
      </dsp:nvSpPr>
      <dsp:spPr>
        <a:xfrm>
          <a:off x="4573689" y="883434"/>
          <a:ext cx="1318498" cy="1486898"/>
        </a:xfrm>
        <a:prstGeom prst="roundRect">
          <a:avLst>
            <a:gd name="adj" fmla="val 10000"/>
          </a:avLst>
        </a:prstGeom>
        <a:solidFill>
          <a:schemeClr val="lt1">
            <a:alpha val="90000"/>
            <a:hueOff val="0"/>
            <a:satOff val="0"/>
            <a:lumOff val="0"/>
            <a:alphaOff val="0"/>
          </a:schemeClr>
        </a:solidFill>
        <a:ln w="15875" cap="flat" cmpd="sng" algn="ctr">
          <a:solidFill>
            <a:schemeClr val="accent4">
              <a:hueOff val="-553025"/>
              <a:satOff val="-1735"/>
              <a:lumOff val="-9117"/>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9568" tIns="99568" rIns="99568" bIns="99568" numCol="1" spcCol="1270" anchor="t" anchorCtr="0">
          <a:noAutofit/>
        </a:bodyPr>
        <a:lstStyle/>
        <a:p>
          <a:pPr marL="114300" lvl="1" indent="-114300" algn="l" defTabSz="622300">
            <a:lnSpc>
              <a:spcPct val="90000"/>
            </a:lnSpc>
            <a:spcBef>
              <a:spcPct val="0"/>
            </a:spcBef>
            <a:spcAft>
              <a:spcPct val="15000"/>
            </a:spcAft>
            <a:buFontTx/>
            <a:buChar char="-"/>
          </a:pPr>
          <a:r>
            <a:rPr lang="en-US" sz="1400" kern="1200" dirty="0"/>
            <a:t>Frequent mismatches → failed work orders &amp; costly rework</a:t>
          </a:r>
        </a:p>
      </dsp:txBody>
      <dsp:txXfrm>
        <a:off x="4612306" y="922051"/>
        <a:ext cx="1241264" cy="1409664"/>
      </dsp:txXfrm>
    </dsp:sp>
    <dsp:sp modelId="{BFF7EE14-AF04-4327-A5DB-535B3C98452F}">
      <dsp:nvSpPr>
        <dsp:cNvPr id="0" name=""/>
        <dsp:cNvSpPr/>
      </dsp:nvSpPr>
      <dsp:spPr>
        <a:xfrm>
          <a:off x="5822013" y="484362"/>
          <a:ext cx="423744" cy="328267"/>
        </a:xfrm>
        <a:prstGeom prst="rightArrow">
          <a:avLst>
            <a:gd name="adj1" fmla="val 60000"/>
            <a:gd name="adj2" fmla="val 50000"/>
          </a:avLst>
        </a:prstGeom>
        <a:solidFill>
          <a:schemeClr val="accent4">
            <a:hueOff val="-737366"/>
            <a:satOff val="-2313"/>
            <a:lumOff val="-12157"/>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5822013" y="550015"/>
        <a:ext cx="325264" cy="196961"/>
      </dsp:txXfrm>
    </dsp:sp>
    <dsp:sp modelId="{969FA144-7833-488F-A55A-1F624475AC0E}">
      <dsp:nvSpPr>
        <dsp:cNvPr id="0" name=""/>
        <dsp:cNvSpPr/>
      </dsp:nvSpPr>
      <dsp:spPr>
        <a:xfrm>
          <a:off x="6421651" y="413557"/>
          <a:ext cx="1318498" cy="704815"/>
        </a:xfrm>
        <a:prstGeom prst="roundRect">
          <a:avLst>
            <a:gd name="adj" fmla="val 10000"/>
          </a:avLst>
        </a:prstGeom>
        <a:solidFill>
          <a:schemeClr val="accent4">
            <a:hueOff val="-829537"/>
            <a:satOff val="-2603"/>
            <a:lumOff val="-13676"/>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57150" numCol="1" spcCol="1270" anchor="t" anchorCtr="0">
          <a:noAutofit/>
        </a:bodyPr>
        <a:lstStyle/>
        <a:p>
          <a:pPr marL="0" lvl="0" indent="0" algn="l" defTabSz="666750">
            <a:lnSpc>
              <a:spcPct val="90000"/>
            </a:lnSpc>
            <a:spcBef>
              <a:spcPct val="0"/>
            </a:spcBef>
            <a:spcAft>
              <a:spcPct val="35000"/>
            </a:spcAft>
            <a:buNone/>
          </a:pPr>
          <a:r>
            <a:rPr lang="en-US" sz="1500" kern="1200" dirty="0"/>
            <a:t>Task execution </a:t>
          </a:r>
        </a:p>
      </dsp:txBody>
      <dsp:txXfrm>
        <a:off x="6421651" y="413557"/>
        <a:ext cx="1318498" cy="469876"/>
      </dsp:txXfrm>
    </dsp:sp>
    <dsp:sp modelId="{86F3F724-5FD4-4993-A935-D47E380DF994}">
      <dsp:nvSpPr>
        <dsp:cNvPr id="0" name=""/>
        <dsp:cNvSpPr/>
      </dsp:nvSpPr>
      <dsp:spPr>
        <a:xfrm>
          <a:off x="6691705" y="883434"/>
          <a:ext cx="1318498" cy="1486898"/>
        </a:xfrm>
        <a:prstGeom prst="roundRect">
          <a:avLst>
            <a:gd name="adj" fmla="val 10000"/>
          </a:avLst>
        </a:prstGeom>
        <a:solidFill>
          <a:schemeClr val="lt1">
            <a:alpha val="90000"/>
            <a:hueOff val="0"/>
            <a:satOff val="0"/>
            <a:lumOff val="0"/>
            <a:alphaOff val="0"/>
          </a:schemeClr>
        </a:solidFill>
        <a:ln w="15875" cap="flat" cmpd="sng" algn="ctr">
          <a:solidFill>
            <a:schemeClr val="accent4">
              <a:hueOff val="-829537"/>
              <a:satOff val="-2603"/>
              <a:lumOff val="-1367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9568" tIns="99568" rIns="99568" bIns="99568" numCol="1" spcCol="1270" anchor="t" anchorCtr="0">
          <a:noAutofit/>
        </a:bodyPr>
        <a:lstStyle/>
        <a:p>
          <a:pPr marL="114300" lvl="1" indent="-114300" algn="l" defTabSz="622300">
            <a:lnSpc>
              <a:spcPct val="90000"/>
            </a:lnSpc>
            <a:spcBef>
              <a:spcPct val="0"/>
            </a:spcBef>
            <a:spcAft>
              <a:spcPct val="15000"/>
            </a:spcAft>
            <a:buFontTx/>
            <a:buChar char="-"/>
          </a:pPr>
          <a:r>
            <a:rPr lang="en-US" sz="1400" kern="1200" dirty="0"/>
            <a:t>Technician frustration &amp; burnout</a:t>
          </a:r>
        </a:p>
      </dsp:txBody>
      <dsp:txXfrm>
        <a:off x="6730322" y="922051"/>
        <a:ext cx="1241264" cy="1409664"/>
      </dsp:txXfrm>
    </dsp:sp>
    <dsp:sp modelId="{0E3CEF6E-9B86-46C4-9854-03CB70332758}">
      <dsp:nvSpPr>
        <dsp:cNvPr id="0" name=""/>
        <dsp:cNvSpPr/>
      </dsp:nvSpPr>
      <dsp:spPr>
        <a:xfrm>
          <a:off x="7940029" y="484362"/>
          <a:ext cx="423744" cy="328267"/>
        </a:xfrm>
        <a:prstGeom prst="rightArrow">
          <a:avLst>
            <a:gd name="adj1" fmla="val 60000"/>
            <a:gd name="adj2" fmla="val 50000"/>
          </a:avLst>
        </a:prstGeom>
        <a:solidFill>
          <a:schemeClr val="accent4">
            <a:hueOff val="-1106049"/>
            <a:satOff val="-3470"/>
            <a:lumOff val="-1823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7940029" y="550015"/>
        <a:ext cx="325264" cy="196961"/>
      </dsp:txXfrm>
    </dsp:sp>
    <dsp:sp modelId="{A67D30E2-05ED-4949-B9CB-52F7AD647B2B}">
      <dsp:nvSpPr>
        <dsp:cNvPr id="0" name=""/>
        <dsp:cNvSpPr/>
      </dsp:nvSpPr>
      <dsp:spPr>
        <a:xfrm>
          <a:off x="8539668" y="413557"/>
          <a:ext cx="1318498" cy="704815"/>
        </a:xfrm>
        <a:prstGeom prst="roundRect">
          <a:avLst>
            <a:gd name="adj" fmla="val 10000"/>
          </a:avLst>
        </a:prstGeom>
        <a:solidFill>
          <a:schemeClr val="accent4">
            <a:hueOff val="-1106049"/>
            <a:satOff val="-3470"/>
            <a:lumOff val="-18235"/>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68580" numCol="1" spcCol="1270" anchor="t" anchorCtr="0">
          <a:noAutofit/>
        </a:bodyPr>
        <a:lstStyle/>
        <a:p>
          <a:pPr marL="0" lvl="0" indent="0" algn="l" defTabSz="800100">
            <a:lnSpc>
              <a:spcPct val="90000"/>
            </a:lnSpc>
            <a:spcBef>
              <a:spcPct val="0"/>
            </a:spcBef>
            <a:spcAft>
              <a:spcPct val="35000"/>
            </a:spcAft>
            <a:buNone/>
          </a:pPr>
          <a:r>
            <a:rPr lang="en-US" sz="1800" kern="1200" dirty="0"/>
            <a:t>Outcome</a:t>
          </a:r>
        </a:p>
      </dsp:txBody>
      <dsp:txXfrm>
        <a:off x="8539668" y="413557"/>
        <a:ext cx="1318498" cy="469876"/>
      </dsp:txXfrm>
    </dsp:sp>
    <dsp:sp modelId="{52124CBC-0F76-48B5-9E0E-3FE2EB0F1567}">
      <dsp:nvSpPr>
        <dsp:cNvPr id="0" name=""/>
        <dsp:cNvSpPr/>
      </dsp:nvSpPr>
      <dsp:spPr>
        <a:xfrm>
          <a:off x="8809721" y="883434"/>
          <a:ext cx="1318498" cy="1486898"/>
        </a:xfrm>
        <a:prstGeom prst="roundRect">
          <a:avLst>
            <a:gd name="adj" fmla="val 10000"/>
          </a:avLst>
        </a:prstGeom>
        <a:solidFill>
          <a:schemeClr val="lt1">
            <a:alpha val="90000"/>
            <a:hueOff val="0"/>
            <a:satOff val="0"/>
            <a:lumOff val="0"/>
            <a:alphaOff val="0"/>
          </a:schemeClr>
        </a:solidFill>
        <a:ln w="15875" cap="flat" cmpd="sng" algn="ctr">
          <a:solidFill>
            <a:schemeClr val="accent4">
              <a:hueOff val="-1106049"/>
              <a:satOff val="-3470"/>
              <a:lumOff val="-18235"/>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85344" bIns="85344" numCol="1" spcCol="1270" anchor="t" anchorCtr="0">
          <a:noAutofit/>
        </a:bodyPr>
        <a:lstStyle/>
        <a:p>
          <a:pPr marL="114300" lvl="1" indent="-114300" algn="l" defTabSz="533400">
            <a:lnSpc>
              <a:spcPct val="90000"/>
            </a:lnSpc>
            <a:spcBef>
              <a:spcPct val="0"/>
            </a:spcBef>
            <a:spcAft>
              <a:spcPct val="15000"/>
            </a:spcAft>
            <a:buFontTx/>
            <a:buChar char="-"/>
          </a:pPr>
          <a:r>
            <a:rPr lang="en-US" sz="1200" kern="1200" dirty="0"/>
            <a:t>Customer dissatisfaction — delays &amp; missed appointments</a:t>
          </a:r>
        </a:p>
        <a:p>
          <a:pPr marL="114300" lvl="1" indent="-114300" algn="l" defTabSz="533400">
            <a:lnSpc>
              <a:spcPct val="90000"/>
            </a:lnSpc>
            <a:spcBef>
              <a:spcPct val="0"/>
            </a:spcBef>
            <a:spcAft>
              <a:spcPct val="15000"/>
            </a:spcAft>
            <a:buFontTx/>
            <a:buChar char="-"/>
          </a:pPr>
          <a:r>
            <a:rPr lang="en-US" sz="1200" kern="1200"/>
            <a:t>Low morale → high turnover &amp; labor risks</a:t>
          </a:r>
          <a:endParaRPr lang="en-US" sz="1200" kern="1200" dirty="0"/>
        </a:p>
      </dsp:txBody>
      <dsp:txXfrm>
        <a:off x="8848338" y="922051"/>
        <a:ext cx="1241264" cy="140966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2868EE7-0729-4387-ACC6-AA97F145B758}">
      <dsp:nvSpPr>
        <dsp:cNvPr id="0" name=""/>
        <dsp:cNvSpPr/>
      </dsp:nvSpPr>
      <dsp:spPr>
        <a:xfrm>
          <a:off x="662051" y="687607"/>
          <a:ext cx="1233785" cy="822934"/>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0" tIns="99568" rIns="99568" bIns="99568" numCol="1" spcCol="1270" anchor="ctr" anchorCtr="0">
          <a:noAutofit/>
        </a:bodyPr>
        <a:lstStyle/>
        <a:p>
          <a:pPr marL="0" lvl="0" indent="0" algn="l" defTabSz="622300">
            <a:lnSpc>
              <a:spcPct val="90000"/>
            </a:lnSpc>
            <a:spcBef>
              <a:spcPct val="0"/>
            </a:spcBef>
            <a:spcAft>
              <a:spcPct val="35000"/>
            </a:spcAft>
            <a:buNone/>
          </a:pPr>
          <a:r>
            <a:rPr lang="en-US" sz="1400" kern="1200" dirty="0"/>
            <a:t>Expertise </a:t>
          </a:r>
          <a:r>
            <a:rPr lang="en-US" sz="1400" kern="1200"/>
            <a:t>Match Rate</a:t>
          </a:r>
          <a:endParaRPr lang="en-US" sz="1400" kern="1200" dirty="0"/>
        </a:p>
      </dsp:txBody>
      <dsp:txXfrm>
        <a:off x="859456" y="687607"/>
        <a:ext cx="1036379" cy="822934"/>
      </dsp:txXfrm>
    </dsp:sp>
    <dsp:sp modelId="{FE7F598B-6C42-43BD-9C70-F775B81E9E7B}">
      <dsp:nvSpPr>
        <dsp:cNvPr id="0" name=""/>
        <dsp:cNvSpPr/>
      </dsp:nvSpPr>
      <dsp:spPr>
        <a:xfrm>
          <a:off x="4032" y="358598"/>
          <a:ext cx="822523" cy="822523"/>
        </a:xfrm>
        <a:prstGeom prst="ellipse">
          <a:avLst/>
        </a:prstGeom>
        <a:solidFill>
          <a:schemeClr val="accent5">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022350">
            <a:lnSpc>
              <a:spcPct val="90000"/>
            </a:lnSpc>
            <a:spcBef>
              <a:spcPct val="0"/>
            </a:spcBef>
            <a:spcAft>
              <a:spcPct val="35000"/>
            </a:spcAft>
            <a:buNone/>
          </a:pPr>
          <a:r>
            <a:rPr lang="en-US" sz="2300" kern="1200" dirty="0"/>
            <a:t>58%</a:t>
          </a:r>
        </a:p>
      </dsp:txBody>
      <dsp:txXfrm>
        <a:off x="124488" y="479054"/>
        <a:ext cx="581611" cy="581611"/>
      </dsp:txXfrm>
    </dsp:sp>
    <dsp:sp modelId="{8815A827-B2A2-46C2-B9A4-209F2720CC8D}">
      <dsp:nvSpPr>
        <dsp:cNvPr id="0" name=""/>
        <dsp:cNvSpPr/>
      </dsp:nvSpPr>
      <dsp:spPr>
        <a:xfrm>
          <a:off x="2718359" y="687607"/>
          <a:ext cx="1233785" cy="822934"/>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0" tIns="99568" rIns="99568" bIns="99568" numCol="1" spcCol="1270" anchor="ctr" anchorCtr="0">
          <a:noAutofit/>
        </a:bodyPr>
        <a:lstStyle/>
        <a:p>
          <a:pPr marL="0" lvl="0" indent="0" algn="l" defTabSz="622300">
            <a:lnSpc>
              <a:spcPct val="90000"/>
            </a:lnSpc>
            <a:spcBef>
              <a:spcPct val="0"/>
            </a:spcBef>
            <a:spcAft>
              <a:spcPct val="35000"/>
            </a:spcAft>
            <a:buNone/>
          </a:pPr>
          <a:r>
            <a:rPr lang="en-US" sz="1400" kern="1200" dirty="0"/>
            <a:t>Task Completion Rate</a:t>
          </a:r>
        </a:p>
      </dsp:txBody>
      <dsp:txXfrm>
        <a:off x="2915765" y="687607"/>
        <a:ext cx="1036379" cy="822934"/>
      </dsp:txXfrm>
    </dsp:sp>
    <dsp:sp modelId="{7B717EE1-3C95-4008-8FDE-1B647F94D66F}">
      <dsp:nvSpPr>
        <dsp:cNvPr id="0" name=""/>
        <dsp:cNvSpPr/>
      </dsp:nvSpPr>
      <dsp:spPr>
        <a:xfrm>
          <a:off x="2060341" y="358598"/>
          <a:ext cx="822523" cy="822523"/>
        </a:xfrm>
        <a:prstGeom prst="ellipse">
          <a:avLst/>
        </a:prstGeom>
        <a:solidFill>
          <a:schemeClr val="accent5">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022350">
            <a:lnSpc>
              <a:spcPct val="90000"/>
            </a:lnSpc>
            <a:spcBef>
              <a:spcPct val="0"/>
            </a:spcBef>
            <a:spcAft>
              <a:spcPct val="35000"/>
            </a:spcAft>
            <a:buNone/>
          </a:pPr>
          <a:r>
            <a:rPr lang="en-US" sz="2300" kern="1200" dirty="0"/>
            <a:t>58%</a:t>
          </a:r>
        </a:p>
      </dsp:txBody>
      <dsp:txXfrm>
        <a:off x="2180797" y="479054"/>
        <a:ext cx="581611" cy="581611"/>
      </dsp:txXfrm>
    </dsp:sp>
    <dsp:sp modelId="{C725CD0C-7382-4E71-8825-8D7F2868B5C2}">
      <dsp:nvSpPr>
        <dsp:cNvPr id="0" name=""/>
        <dsp:cNvSpPr/>
      </dsp:nvSpPr>
      <dsp:spPr>
        <a:xfrm>
          <a:off x="4774668" y="687607"/>
          <a:ext cx="1233785" cy="822934"/>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0" tIns="99568" rIns="99568" bIns="99568" numCol="1" spcCol="1270" anchor="ctr" anchorCtr="0">
          <a:noAutofit/>
        </a:bodyPr>
        <a:lstStyle/>
        <a:p>
          <a:pPr marL="0" lvl="0" indent="0" algn="l" defTabSz="622300">
            <a:lnSpc>
              <a:spcPct val="90000"/>
            </a:lnSpc>
            <a:spcBef>
              <a:spcPct val="0"/>
            </a:spcBef>
            <a:spcAft>
              <a:spcPct val="35000"/>
            </a:spcAft>
            <a:buNone/>
          </a:pPr>
          <a:r>
            <a:rPr lang="en-US" sz="1400" kern="1200" dirty="0"/>
            <a:t>Total Penalty Cost for Delays</a:t>
          </a:r>
        </a:p>
      </dsp:txBody>
      <dsp:txXfrm>
        <a:off x="4972074" y="687607"/>
        <a:ext cx="1036379" cy="822934"/>
      </dsp:txXfrm>
    </dsp:sp>
    <dsp:sp modelId="{2AFF3D1C-16C6-4285-9446-AA45439E44A8}">
      <dsp:nvSpPr>
        <dsp:cNvPr id="0" name=""/>
        <dsp:cNvSpPr/>
      </dsp:nvSpPr>
      <dsp:spPr>
        <a:xfrm>
          <a:off x="4065447" y="319479"/>
          <a:ext cx="881728" cy="822523"/>
        </a:xfrm>
        <a:prstGeom prst="ellipse">
          <a:avLst/>
        </a:prstGeom>
        <a:solidFill>
          <a:schemeClr val="accent5">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en-US" sz="1600" kern="1200" dirty="0"/>
            <a:t>$16.8K</a:t>
          </a:r>
        </a:p>
      </dsp:txBody>
      <dsp:txXfrm>
        <a:off x="4194573" y="439935"/>
        <a:ext cx="623476" cy="581611"/>
      </dsp:txXfrm>
    </dsp:sp>
    <dsp:sp modelId="{F280C316-3B76-4BCE-9C73-202EDEA4C93D}">
      <dsp:nvSpPr>
        <dsp:cNvPr id="0" name=""/>
        <dsp:cNvSpPr/>
      </dsp:nvSpPr>
      <dsp:spPr>
        <a:xfrm>
          <a:off x="6890182" y="687607"/>
          <a:ext cx="1233785" cy="822934"/>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0" tIns="99568" rIns="99568" bIns="99568" numCol="1" spcCol="1270" anchor="ctr" anchorCtr="0">
          <a:noAutofit/>
        </a:bodyPr>
        <a:lstStyle/>
        <a:p>
          <a:pPr marL="0" lvl="0" indent="0" algn="l" defTabSz="622300">
            <a:lnSpc>
              <a:spcPct val="90000"/>
            </a:lnSpc>
            <a:spcBef>
              <a:spcPct val="0"/>
            </a:spcBef>
            <a:spcAft>
              <a:spcPct val="35000"/>
            </a:spcAft>
            <a:buNone/>
          </a:pPr>
          <a:r>
            <a:rPr lang="en-US" sz="1400" kern="1200" dirty="0"/>
            <a:t>Customer Satisfaction Score</a:t>
          </a:r>
        </a:p>
      </dsp:txBody>
      <dsp:txXfrm>
        <a:off x="7087587" y="687607"/>
        <a:ext cx="1036379" cy="822934"/>
      </dsp:txXfrm>
    </dsp:sp>
    <dsp:sp modelId="{D521A7E5-A2BB-4BB0-A5BA-ACBEC632E650}">
      <dsp:nvSpPr>
        <dsp:cNvPr id="0" name=""/>
        <dsp:cNvSpPr/>
      </dsp:nvSpPr>
      <dsp:spPr>
        <a:xfrm>
          <a:off x="6232163" y="358598"/>
          <a:ext cx="822523" cy="822523"/>
        </a:xfrm>
        <a:prstGeom prst="ellipse">
          <a:avLst/>
        </a:prstGeom>
        <a:solidFill>
          <a:schemeClr val="accent5">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022350">
            <a:lnSpc>
              <a:spcPct val="90000"/>
            </a:lnSpc>
            <a:spcBef>
              <a:spcPct val="0"/>
            </a:spcBef>
            <a:spcAft>
              <a:spcPct val="35000"/>
            </a:spcAft>
            <a:buNone/>
          </a:pPr>
          <a:r>
            <a:rPr lang="en-US" sz="2300" kern="1200" dirty="0"/>
            <a:t>3.06</a:t>
          </a:r>
        </a:p>
      </dsp:txBody>
      <dsp:txXfrm>
        <a:off x="6352619" y="479054"/>
        <a:ext cx="581611" cy="581611"/>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AE6E9E7-2AC4-42E1-B8C3-EBA31F4B53FE}">
      <dsp:nvSpPr>
        <dsp:cNvPr id="0" name=""/>
        <dsp:cNvSpPr/>
      </dsp:nvSpPr>
      <dsp:spPr>
        <a:xfrm>
          <a:off x="1142" y="0"/>
          <a:ext cx="2970526" cy="4531226"/>
        </a:xfrm>
        <a:prstGeom prst="roundRect">
          <a:avLst>
            <a:gd name="adj" fmla="val 10000"/>
          </a:avLst>
        </a:prstGeom>
        <a:solidFill>
          <a:schemeClr val="accent4">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156210" tIns="156210" rIns="156210" bIns="156210" numCol="1" spcCol="1270" anchor="ctr" anchorCtr="0">
          <a:noAutofit/>
        </a:bodyPr>
        <a:lstStyle/>
        <a:p>
          <a:pPr marL="0" lvl="0" indent="0" algn="ctr" defTabSz="1822450">
            <a:lnSpc>
              <a:spcPct val="90000"/>
            </a:lnSpc>
            <a:spcBef>
              <a:spcPct val="0"/>
            </a:spcBef>
            <a:spcAft>
              <a:spcPct val="35000"/>
            </a:spcAft>
            <a:buNone/>
          </a:pPr>
          <a:r>
            <a:rPr lang="en-US" sz="4100" kern="1200" dirty="0"/>
            <a:t>Financial</a:t>
          </a:r>
        </a:p>
      </dsp:txBody>
      <dsp:txXfrm>
        <a:off x="1142" y="0"/>
        <a:ext cx="2970526" cy="1359367"/>
      </dsp:txXfrm>
    </dsp:sp>
    <dsp:sp modelId="{AC28C1E0-E8FD-47D7-8E57-78E0B2192CDD}">
      <dsp:nvSpPr>
        <dsp:cNvPr id="0" name=""/>
        <dsp:cNvSpPr/>
      </dsp:nvSpPr>
      <dsp:spPr>
        <a:xfrm>
          <a:off x="298195" y="1359754"/>
          <a:ext cx="2376420" cy="890204"/>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8575" rIns="38100" bIns="28575" numCol="1" spcCol="1270" anchor="ctr" anchorCtr="0">
          <a:noAutofit/>
        </a:bodyPr>
        <a:lstStyle/>
        <a:p>
          <a:pPr marL="0" lvl="0" indent="0" algn="ctr" defTabSz="666750">
            <a:lnSpc>
              <a:spcPct val="90000"/>
            </a:lnSpc>
            <a:spcBef>
              <a:spcPct val="0"/>
            </a:spcBef>
            <a:spcAft>
              <a:spcPct val="35000"/>
            </a:spcAft>
            <a:buFontTx/>
            <a:buNone/>
          </a:pPr>
          <a:r>
            <a:rPr lang="en-US" sz="1500" kern="1200" dirty="0"/>
            <a:t>Escalating </a:t>
          </a:r>
          <a:r>
            <a:rPr lang="en-US" sz="1500" b="1" kern="1200" dirty="0"/>
            <a:t>rework costs</a:t>
          </a:r>
          <a:r>
            <a:rPr lang="en-US" sz="1500" kern="1200" dirty="0"/>
            <a:t> from failed assignments (e.g., truck rolls, technician overtime)</a:t>
          </a:r>
        </a:p>
      </dsp:txBody>
      <dsp:txXfrm>
        <a:off x="324268" y="1385827"/>
        <a:ext cx="2324274" cy="838058"/>
      </dsp:txXfrm>
    </dsp:sp>
    <dsp:sp modelId="{6EC631FA-DB0C-49B2-B647-D077F8FD855D}">
      <dsp:nvSpPr>
        <dsp:cNvPr id="0" name=""/>
        <dsp:cNvSpPr/>
      </dsp:nvSpPr>
      <dsp:spPr>
        <a:xfrm>
          <a:off x="298195" y="2386914"/>
          <a:ext cx="2376420" cy="890204"/>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8575" rIns="38100" bIns="28575" numCol="1" spcCol="1270" anchor="ctr" anchorCtr="0">
          <a:noAutofit/>
        </a:bodyPr>
        <a:lstStyle/>
        <a:p>
          <a:pPr marL="0" lvl="0" indent="0" algn="ctr" defTabSz="666750">
            <a:lnSpc>
              <a:spcPct val="90000"/>
            </a:lnSpc>
            <a:spcBef>
              <a:spcPct val="0"/>
            </a:spcBef>
            <a:spcAft>
              <a:spcPct val="35000"/>
            </a:spcAft>
            <a:buFontTx/>
            <a:buNone/>
          </a:pPr>
          <a:r>
            <a:rPr lang="en-US" sz="1500" kern="1200" dirty="0"/>
            <a:t>Lost revenue due to </a:t>
          </a:r>
          <a:r>
            <a:rPr lang="en-US" sz="1500" b="1" kern="1200" dirty="0"/>
            <a:t>missed SLAs and churn</a:t>
          </a:r>
          <a:r>
            <a:rPr lang="en-US" sz="1500" kern="1200" dirty="0"/>
            <a:t> from dissatisfied customers</a:t>
          </a:r>
        </a:p>
      </dsp:txBody>
      <dsp:txXfrm>
        <a:off x="324268" y="2412987"/>
        <a:ext cx="2324274" cy="838058"/>
      </dsp:txXfrm>
    </dsp:sp>
    <dsp:sp modelId="{91E16534-DB26-40F9-815C-3D6AB6F0D9D8}">
      <dsp:nvSpPr>
        <dsp:cNvPr id="0" name=""/>
        <dsp:cNvSpPr/>
      </dsp:nvSpPr>
      <dsp:spPr>
        <a:xfrm>
          <a:off x="298195" y="3414073"/>
          <a:ext cx="2376420" cy="890204"/>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8575" rIns="38100" bIns="28575" numCol="1" spcCol="1270" anchor="ctr" anchorCtr="0">
          <a:noAutofit/>
        </a:bodyPr>
        <a:lstStyle/>
        <a:p>
          <a:pPr marL="0" lvl="0" indent="0" algn="ctr" defTabSz="666750">
            <a:lnSpc>
              <a:spcPct val="90000"/>
            </a:lnSpc>
            <a:spcBef>
              <a:spcPct val="0"/>
            </a:spcBef>
            <a:spcAft>
              <a:spcPct val="35000"/>
            </a:spcAft>
            <a:buFontTx/>
            <a:buNone/>
          </a:pPr>
          <a:r>
            <a:rPr lang="en-US" sz="1500" kern="1200" dirty="0"/>
            <a:t>Inability to scale → </a:t>
          </a:r>
          <a:r>
            <a:rPr lang="en-US" sz="1500" b="1" kern="1200" dirty="0"/>
            <a:t>foregone market opportunities </a:t>
          </a:r>
          <a:r>
            <a:rPr lang="en-US" sz="1500" b="0" kern="1200" dirty="0"/>
            <a:t>and</a:t>
          </a:r>
          <a:r>
            <a:rPr lang="en-US" sz="1500" b="1" kern="1200" dirty="0"/>
            <a:t> lose industry competitiveness</a:t>
          </a:r>
          <a:endParaRPr lang="en-US" sz="1500" kern="1200" dirty="0"/>
        </a:p>
      </dsp:txBody>
      <dsp:txXfrm>
        <a:off x="324268" y="3440146"/>
        <a:ext cx="2324274" cy="838058"/>
      </dsp:txXfrm>
    </dsp:sp>
    <dsp:sp modelId="{FDA1D751-0A16-4956-942D-F42D94E50972}">
      <dsp:nvSpPr>
        <dsp:cNvPr id="0" name=""/>
        <dsp:cNvSpPr/>
      </dsp:nvSpPr>
      <dsp:spPr>
        <a:xfrm>
          <a:off x="3194457" y="0"/>
          <a:ext cx="2970526" cy="4531226"/>
        </a:xfrm>
        <a:prstGeom prst="roundRect">
          <a:avLst>
            <a:gd name="adj" fmla="val 10000"/>
          </a:avLst>
        </a:prstGeom>
        <a:solidFill>
          <a:schemeClr val="accent4">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156210" tIns="156210" rIns="156210" bIns="156210" numCol="1" spcCol="1270" anchor="ctr" anchorCtr="0">
          <a:noAutofit/>
        </a:bodyPr>
        <a:lstStyle/>
        <a:p>
          <a:pPr marL="0" lvl="0" indent="0" algn="ctr" defTabSz="1822450">
            <a:lnSpc>
              <a:spcPct val="90000"/>
            </a:lnSpc>
            <a:spcBef>
              <a:spcPct val="0"/>
            </a:spcBef>
            <a:spcAft>
              <a:spcPct val="35000"/>
            </a:spcAft>
            <a:buNone/>
          </a:pPr>
          <a:r>
            <a:rPr lang="en-US" sz="4100" kern="1200" dirty="0"/>
            <a:t>Operational</a:t>
          </a:r>
        </a:p>
      </dsp:txBody>
      <dsp:txXfrm>
        <a:off x="3194457" y="0"/>
        <a:ext cx="2970526" cy="1359367"/>
      </dsp:txXfrm>
    </dsp:sp>
    <dsp:sp modelId="{85B8FB2C-7491-48EB-8AF8-923632D5CA52}">
      <dsp:nvSpPr>
        <dsp:cNvPr id="0" name=""/>
        <dsp:cNvSpPr/>
      </dsp:nvSpPr>
      <dsp:spPr>
        <a:xfrm>
          <a:off x="3491510" y="1359754"/>
          <a:ext cx="2376420" cy="890204"/>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8575" rIns="38100" bIns="28575" numCol="1" spcCol="1270" anchor="ctr" anchorCtr="0">
          <a:noAutofit/>
        </a:bodyPr>
        <a:lstStyle/>
        <a:p>
          <a:pPr marL="0" lvl="0" indent="0" algn="ctr" defTabSz="666750">
            <a:lnSpc>
              <a:spcPct val="90000"/>
            </a:lnSpc>
            <a:spcBef>
              <a:spcPct val="0"/>
            </a:spcBef>
            <a:spcAft>
              <a:spcPct val="35000"/>
            </a:spcAft>
            <a:buFontTx/>
            <a:buNone/>
          </a:pPr>
          <a:r>
            <a:rPr lang="en-US" sz="1500" kern="1200" dirty="0"/>
            <a:t>Continued </a:t>
          </a:r>
          <a:r>
            <a:rPr lang="en-US" sz="1500" b="1" kern="1200" dirty="0"/>
            <a:t>inefficient scheduling</a:t>
          </a:r>
          <a:r>
            <a:rPr lang="en-US" sz="1500" kern="1200" dirty="0"/>
            <a:t> → technician idle time and misallocations</a:t>
          </a:r>
        </a:p>
      </dsp:txBody>
      <dsp:txXfrm>
        <a:off x="3517583" y="1385827"/>
        <a:ext cx="2324274" cy="838058"/>
      </dsp:txXfrm>
    </dsp:sp>
    <dsp:sp modelId="{D83BDF92-E922-4211-A911-D70E8FAE146C}">
      <dsp:nvSpPr>
        <dsp:cNvPr id="0" name=""/>
        <dsp:cNvSpPr/>
      </dsp:nvSpPr>
      <dsp:spPr>
        <a:xfrm>
          <a:off x="3491510" y="2386914"/>
          <a:ext cx="2376420" cy="890204"/>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8575" rIns="38100" bIns="28575" numCol="1" spcCol="1270" anchor="ctr" anchorCtr="0">
          <a:noAutofit/>
        </a:bodyPr>
        <a:lstStyle/>
        <a:p>
          <a:pPr marL="0" lvl="0" indent="0" algn="ctr" defTabSz="666750">
            <a:lnSpc>
              <a:spcPct val="90000"/>
            </a:lnSpc>
            <a:spcBef>
              <a:spcPct val="0"/>
            </a:spcBef>
            <a:spcAft>
              <a:spcPct val="35000"/>
            </a:spcAft>
            <a:buFontTx/>
            <a:buNone/>
          </a:pPr>
          <a:r>
            <a:rPr lang="en-US" sz="1500" kern="1200" dirty="0"/>
            <a:t>Increased </a:t>
          </a:r>
          <a:r>
            <a:rPr lang="en-US" sz="1500" b="1" kern="1200" dirty="0"/>
            <a:t>turnover and burnout</a:t>
          </a:r>
          <a:r>
            <a:rPr lang="en-US" sz="1500" kern="1200" dirty="0"/>
            <a:t>, driving up recruiting and training costs</a:t>
          </a:r>
        </a:p>
      </dsp:txBody>
      <dsp:txXfrm>
        <a:off x="3517583" y="2412987"/>
        <a:ext cx="2324274" cy="838058"/>
      </dsp:txXfrm>
    </dsp:sp>
    <dsp:sp modelId="{7921D674-2C73-44DF-A352-F15EDC7056F5}">
      <dsp:nvSpPr>
        <dsp:cNvPr id="0" name=""/>
        <dsp:cNvSpPr/>
      </dsp:nvSpPr>
      <dsp:spPr>
        <a:xfrm>
          <a:off x="3491510" y="3414073"/>
          <a:ext cx="2376420" cy="890204"/>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8575" rIns="38100" bIns="28575" numCol="1" spcCol="1270" anchor="ctr" anchorCtr="0">
          <a:noAutofit/>
        </a:bodyPr>
        <a:lstStyle/>
        <a:p>
          <a:pPr marL="0" lvl="0" indent="0" algn="ctr" defTabSz="666750">
            <a:lnSpc>
              <a:spcPct val="90000"/>
            </a:lnSpc>
            <a:spcBef>
              <a:spcPct val="0"/>
            </a:spcBef>
            <a:spcAft>
              <a:spcPct val="35000"/>
            </a:spcAft>
            <a:buFontTx/>
            <a:buNone/>
          </a:pPr>
          <a:r>
            <a:rPr lang="en-US" sz="1500" b="1" kern="1200" dirty="0"/>
            <a:t>Stagnant service capacity</a:t>
          </a:r>
          <a:r>
            <a:rPr lang="en-US" sz="1500" kern="1200" dirty="0"/>
            <a:t> limits ability to handle growth</a:t>
          </a:r>
        </a:p>
      </dsp:txBody>
      <dsp:txXfrm>
        <a:off x="3517583" y="3440146"/>
        <a:ext cx="2324274" cy="838058"/>
      </dsp:txXfrm>
    </dsp:sp>
    <dsp:sp modelId="{2ECAA9B4-E0BA-49C3-92DB-93F14044E9C9}">
      <dsp:nvSpPr>
        <dsp:cNvPr id="0" name=""/>
        <dsp:cNvSpPr/>
      </dsp:nvSpPr>
      <dsp:spPr>
        <a:xfrm>
          <a:off x="6388915" y="0"/>
          <a:ext cx="2970526" cy="4531226"/>
        </a:xfrm>
        <a:prstGeom prst="roundRect">
          <a:avLst>
            <a:gd name="adj" fmla="val 10000"/>
          </a:avLst>
        </a:prstGeom>
        <a:solidFill>
          <a:schemeClr val="accent4">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156210" tIns="156210" rIns="156210" bIns="156210" numCol="1" spcCol="1270" anchor="ctr" anchorCtr="0">
          <a:noAutofit/>
        </a:bodyPr>
        <a:lstStyle/>
        <a:p>
          <a:pPr marL="0" lvl="0" indent="0" algn="ctr" defTabSz="1822450">
            <a:lnSpc>
              <a:spcPct val="90000"/>
            </a:lnSpc>
            <a:spcBef>
              <a:spcPct val="0"/>
            </a:spcBef>
            <a:spcAft>
              <a:spcPct val="35000"/>
            </a:spcAft>
            <a:buNone/>
          </a:pPr>
          <a:r>
            <a:rPr lang="en-US" sz="4100" kern="1200" dirty="0"/>
            <a:t>Reputational</a:t>
          </a:r>
        </a:p>
      </dsp:txBody>
      <dsp:txXfrm>
        <a:off x="6388915" y="0"/>
        <a:ext cx="2970526" cy="1359367"/>
      </dsp:txXfrm>
    </dsp:sp>
    <dsp:sp modelId="{5F04DBFE-84B6-4A92-B059-25A26F9CDB55}">
      <dsp:nvSpPr>
        <dsp:cNvPr id="0" name=""/>
        <dsp:cNvSpPr/>
      </dsp:nvSpPr>
      <dsp:spPr>
        <a:xfrm>
          <a:off x="6684826" y="1360695"/>
          <a:ext cx="2376420" cy="1366226"/>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8575" rIns="38100" bIns="28575" numCol="1" spcCol="1270" anchor="ctr" anchorCtr="0">
          <a:noAutofit/>
        </a:bodyPr>
        <a:lstStyle/>
        <a:p>
          <a:pPr marL="0" lvl="0" indent="0" algn="ctr" defTabSz="666750">
            <a:lnSpc>
              <a:spcPct val="90000"/>
            </a:lnSpc>
            <a:spcBef>
              <a:spcPct val="0"/>
            </a:spcBef>
            <a:spcAft>
              <a:spcPct val="35000"/>
            </a:spcAft>
            <a:buFontTx/>
            <a:buNone/>
          </a:pPr>
          <a:r>
            <a:rPr lang="en-US" sz="1500" kern="1200" dirty="0"/>
            <a:t>Decline in </a:t>
          </a:r>
          <a:r>
            <a:rPr lang="en-US" sz="1500" b="1" kern="1200" dirty="0"/>
            <a:t>customer trust </a:t>
          </a:r>
          <a:r>
            <a:rPr lang="en-US" sz="1500" kern="1200" dirty="0"/>
            <a:t>and satisfaction scores</a:t>
          </a:r>
        </a:p>
      </dsp:txBody>
      <dsp:txXfrm>
        <a:off x="6724841" y="1400710"/>
        <a:ext cx="2296390" cy="1286196"/>
      </dsp:txXfrm>
    </dsp:sp>
    <dsp:sp modelId="{A0020B70-7823-49A6-A3CC-E5C371B7324D}">
      <dsp:nvSpPr>
        <dsp:cNvPr id="0" name=""/>
        <dsp:cNvSpPr/>
      </dsp:nvSpPr>
      <dsp:spPr>
        <a:xfrm>
          <a:off x="6684826" y="2937110"/>
          <a:ext cx="2376420" cy="1366226"/>
        </a:xfrm>
        <a:prstGeom prst="roundRect">
          <a:avLst>
            <a:gd name="adj" fmla="val 10000"/>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8575" rIns="38100" bIns="28575" numCol="1" spcCol="1270" anchor="ctr" anchorCtr="0">
          <a:noAutofit/>
        </a:bodyPr>
        <a:lstStyle/>
        <a:p>
          <a:pPr marL="0" lvl="0" indent="0" algn="ctr" defTabSz="666750">
            <a:lnSpc>
              <a:spcPct val="90000"/>
            </a:lnSpc>
            <a:spcBef>
              <a:spcPct val="0"/>
            </a:spcBef>
            <a:spcAft>
              <a:spcPct val="35000"/>
            </a:spcAft>
            <a:buFontTx/>
            <a:buNone/>
          </a:pPr>
          <a:r>
            <a:rPr lang="en-US" sz="1500" kern="1200" dirty="0"/>
            <a:t>Risk </a:t>
          </a:r>
          <a:r>
            <a:rPr lang="en-US" sz="1500" b="1" kern="1200" dirty="0"/>
            <a:t>of negative reviews</a:t>
          </a:r>
          <a:r>
            <a:rPr lang="en-US" sz="1500" kern="1200" dirty="0"/>
            <a:t>, regulatory scrutiny,</a:t>
          </a:r>
          <a:r>
            <a:rPr lang="en-US" sz="1500" b="1" kern="1200" dirty="0"/>
            <a:t> </a:t>
          </a:r>
          <a:r>
            <a:rPr lang="en-US" sz="1500" b="0" kern="1200" dirty="0"/>
            <a:t>or </a:t>
          </a:r>
          <a:r>
            <a:rPr lang="en-US" sz="1500" b="1" kern="1200" dirty="0"/>
            <a:t>union action</a:t>
          </a:r>
          <a:r>
            <a:rPr lang="en-US" sz="1500" kern="1200" dirty="0"/>
            <a:t> due to poor working conditions</a:t>
          </a:r>
        </a:p>
      </dsp:txBody>
      <dsp:txXfrm>
        <a:off x="6724841" y="2977125"/>
        <a:ext cx="2296390" cy="128619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FF3BF49-A404-4084-88D9-B4564F8134AD}">
      <dsp:nvSpPr>
        <dsp:cNvPr id="0" name=""/>
        <dsp:cNvSpPr/>
      </dsp:nvSpPr>
      <dsp:spPr>
        <a:xfrm>
          <a:off x="2670179" y="1515519"/>
          <a:ext cx="2280268" cy="1432932"/>
        </a:xfrm>
        <a:prstGeom prst="roundRect">
          <a:avLst/>
        </a:prstGeom>
        <a:solidFill>
          <a:schemeClr val="tx2">
            <a:lumMod val="20000"/>
            <a:lumOff val="8000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8420" tIns="58420" rIns="58420" bIns="58420" numCol="1" spcCol="1270" anchor="ctr" anchorCtr="0">
          <a:noAutofit/>
        </a:bodyPr>
        <a:lstStyle/>
        <a:p>
          <a:pPr marL="0" lvl="0" indent="0" algn="ctr" defTabSz="1022350">
            <a:lnSpc>
              <a:spcPct val="90000"/>
            </a:lnSpc>
            <a:spcBef>
              <a:spcPct val="0"/>
            </a:spcBef>
            <a:spcAft>
              <a:spcPct val="35000"/>
            </a:spcAft>
            <a:buNone/>
          </a:pPr>
          <a:r>
            <a:rPr lang="en-US" sz="2300" kern="1200" dirty="0">
              <a:solidFill>
                <a:schemeClr val="bg1"/>
              </a:solidFill>
            </a:rPr>
            <a:t>Automated Technical Task Matching System</a:t>
          </a:r>
        </a:p>
      </dsp:txBody>
      <dsp:txXfrm>
        <a:off x="2740129" y="1585469"/>
        <a:ext cx="2140368" cy="1293032"/>
      </dsp:txXfrm>
    </dsp:sp>
    <dsp:sp modelId="{C21BD58D-3282-4918-B3E2-D242D16B4D44}">
      <dsp:nvSpPr>
        <dsp:cNvPr id="0" name=""/>
        <dsp:cNvSpPr/>
      </dsp:nvSpPr>
      <dsp:spPr>
        <a:xfrm rot="9486405">
          <a:off x="1733389" y="2871348"/>
          <a:ext cx="971834" cy="0"/>
        </a:xfrm>
        <a:custGeom>
          <a:avLst/>
          <a:gdLst/>
          <a:ahLst/>
          <a:cxnLst/>
          <a:rect l="0" t="0" r="0" b="0"/>
          <a:pathLst>
            <a:path>
              <a:moveTo>
                <a:pt x="0" y="0"/>
              </a:moveTo>
              <a:lnTo>
                <a:pt x="971834" y="0"/>
              </a:lnTo>
            </a:path>
          </a:pathLst>
        </a:custGeom>
        <a:noFill/>
        <a:ln w="15875" cap="flat" cmpd="sng" algn="ctr">
          <a:solidFill>
            <a:schemeClr val="accent4">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D4E39B0C-FC33-44DF-A7BE-B6596D629637}">
      <dsp:nvSpPr>
        <dsp:cNvPr id="0" name=""/>
        <dsp:cNvSpPr/>
      </dsp:nvSpPr>
      <dsp:spPr>
        <a:xfrm>
          <a:off x="412502" y="3052536"/>
          <a:ext cx="1572883" cy="457710"/>
        </a:xfrm>
        <a:prstGeom prst="round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8420" tIns="58420" rIns="58420" bIns="58420" numCol="1" spcCol="1270" anchor="ctr" anchorCtr="0">
          <a:noAutofit/>
        </a:bodyPr>
        <a:lstStyle/>
        <a:p>
          <a:pPr marL="0" lvl="0" indent="0" algn="ctr" defTabSz="1022350">
            <a:lnSpc>
              <a:spcPct val="90000"/>
            </a:lnSpc>
            <a:spcBef>
              <a:spcPct val="0"/>
            </a:spcBef>
            <a:spcAft>
              <a:spcPct val="35000"/>
            </a:spcAft>
            <a:buNone/>
          </a:pPr>
          <a:r>
            <a:rPr lang="en-US" sz="2300" b="0" kern="1200" dirty="0">
              <a:solidFill>
                <a:schemeClr val="bg1"/>
              </a:solidFill>
            </a:rPr>
            <a:t>Improved UI</a:t>
          </a:r>
        </a:p>
      </dsp:txBody>
      <dsp:txXfrm>
        <a:off x="434846" y="3074880"/>
        <a:ext cx="1528195" cy="413022"/>
      </dsp:txXfrm>
    </dsp:sp>
    <dsp:sp modelId="{9332C759-E85E-4E97-B569-C2CE3A86D95C}">
      <dsp:nvSpPr>
        <dsp:cNvPr id="0" name=""/>
        <dsp:cNvSpPr/>
      </dsp:nvSpPr>
      <dsp:spPr>
        <a:xfrm rot="11632855">
          <a:off x="1969939" y="1864993"/>
          <a:ext cx="710616" cy="0"/>
        </a:xfrm>
        <a:custGeom>
          <a:avLst/>
          <a:gdLst/>
          <a:ahLst/>
          <a:cxnLst/>
          <a:rect l="0" t="0" r="0" b="0"/>
          <a:pathLst>
            <a:path>
              <a:moveTo>
                <a:pt x="0" y="0"/>
              </a:moveTo>
              <a:lnTo>
                <a:pt x="710616" y="0"/>
              </a:lnTo>
            </a:path>
          </a:pathLst>
        </a:custGeom>
        <a:noFill/>
        <a:ln w="15875" cap="flat" cmpd="sng" algn="ctr">
          <a:solidFill>
            <a:schemeClr val="accent4">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6FDF3780-96DC-4DD7-A1BE-3AE8EFE1C0D3}">
      <dsp:nvSpPr>
        <dsp:cNvPr id="0" name=""/>
        <dsp:cNvSpPr/>
      </dsp:nvSpPr>
      <dsp:spPr>
        <a:xfrm>
          <a:off x="336714" y="1213644"/>
          <a:ext cx="1643602" cy="726049"/>
        </a:xfrm>
        <a:prstGeom prst="round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933450">
            <a:lnSpc>
              <a:spcPct val="90000"/>
            </a:lnSpc>
            <a:spcBef>
              <a:spcPct val="0"/>
            </a:spcBef>
            <a:spcAft>
              <a:spcPct val="35000"/>
            </a:spcAft>
            <a:buNone/>
          </a:pPr>
          <a:r>
            <a:rPr lang="en-US" sz="2100" b="0" kern="1200" dirty="0">
              <a:solidFill>
                <a:schemeClr val="bg1"/>
              </a:solidFill>
            </a:rPr>
            <a:t>ML Matching Algorithm</a:t>
          </a:r>
        </a:p>
      </dsp:txBody>
      <dsp:txXfrm>
        <a:off x="372157" y="1249087"/>
        <a:ext cx="1572716" cy="655163"/>
      </dsp:txXfrm>
    </dsp:sp>
    <dsp:sp modelId="{F9ABF9A7-2A47-4085-9D4B-4E7700E2A760}">
      <dsp:nvSpPr>
        <dsp:cNvPr id="0" name=""/>
        <dsp:cNvSpPr/>
      </dsp:nvSpPr>
      <dsp:spPr>
        <a:xfrm rot="16046408">
          <a:off x="3476689" y="1227108"/>
          <a:ext cx="577397" cy="0"/>
        </a:xfrm>
        <a:custGeom>
          <a:avLst/>
          <a:gdLst/>
          <a:ahLst/>
          <a:cxnLst/>
          <a:rect l="0" t="0" r="0" b="0"/>
          <a:pathLst>
            <a:path>
              <a:moveTo>
                <a:pt x="0" y="0"/>
              </a:moveTo>
              <a:lnTo>
                <a:pt x="577397" y="0"/>
              </a:lnTo>
            </a:path>
          </a:pathLst>
        </a:custGeom>
        <a:noFill/>
        <a:ln w="15875" cap="flat" cmpd="sng" algn="ctr">
          <a:solidFill>
            <a:schemeClr val="accent4">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F9463A5-FFA3-4E71-A7DD-EE9F884B4A9B}">
      <dsp:nvSpPr>
        <dsp:cNvPr id="0" name=""/>
        <dsp:cNvSpPr/>
      </dsp:nvSpPr>
      <dsp:spPr>
        <a:xfrm>
          <a:off x="2680089" y="222642"/>
          <a:ext cx="2112795" cy="716054"/>
        </a:xfrm>
        <a:prstGeom prst="round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933450">
            <a:lnSpc>
              <a:spcPct val="90000"/>
            </a:lnSpc>
            <a:spcBef>
              <a:spcPct val="0"/>
            </a:spcBef>
            <a:spcAft>
              <a:spcPct val="35000"/>
            </a:spcAft>
            <a:buNone/>
          </a:pPr>
          <a:r>
            <a:rPr lang="en-US" sz="2100" b="0" kern="1200" dirty="0">
              <a:solidFill>
                <a:schemeClr val="bg1"/>
              </a:solidFill>
            </a:rPr>
            <a:t>Robust Database &amp; Pipeline</a:t>
          </a:r>
        </a:p>
      </dsp:txBody>
      <dsp:txXfrm>
        <a:off x="2715044" y="257597"/>
        <a:ext cx="2042885" cy="646144"/>
      </dsp:txXfrm>
    </dsp:sp>
    <dsp:sp modelId="{7475F6C8-0C4B-4B14-917D-A6FD892265CE}">
      <dsp:nvSpPr>
        <dsp:cNvPr id="0" name=""/>
        <dsp:cNvSpPr/>
      </dsp:nvSpPr>
      <dsp:spPr>
        <a:xfrm rot="5358110">
          <a:off x="3451324" y="3320680"/>
          <a:ext cx="744512" cy="0"/>
        </a:xfrm>
        <a:custGeom>
          <a:avLst/>
          <a:gdLst/>
          <a:ahLst/>
          <a:cxnLst/>
          <a:rect l="0" t="0" r="0" b="0"/>
          <a:pathLst>
            <a:path>
              <a:moveTo>
                <a:pt x="0" y="0"/>
              </a:moveTo>
              <a:lnTo>
                <a:pt x="744512" y="0"/>
              </a:lnTo>
            </a:path>
          </a:pathLst>
        </a:custGeom>
        <a:noFill/>
        <a:ln w="15875" cap="flat" cmpd="sng" algn="ctr">
          <a:solidFill>
            <a:schemeClr val="accent4">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6CB9A409-254F-454C-ADA2-4245D46829F5}">
      <dsp:nvSpPr>
        <dsp:cNvPr id="0" name=""/>
        <dsp:cNvSpPr/>
      </dsp:nvSpPr>
      <dsp:spPr>
        <a:xfrm>
          <a:off x="2963460" y="3692909"/>
          <a:ext cx="1735422" cy="501336"/>
        </a:xfrm>
        <a:prstGeom prst="round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3500" tIns="63500" rIns="63500" bIns="63500" numCol="1" spcCol="1270" anchor="ctr" anchorCtr="0">
          <a:noAutofit/>
        </a:bodyPr>
        <a:lstStyle/>
        <a:p>
          <a:pPr marL="0" lvl="0" indent="0" algn="ctr" defTabSz="1111250">
            <a:lnSpc>
              <a:spcPct val="90000"/>
            </a:lnSpc>
            <a:spcBef>
              <a:spcPct val="0"/>
            </a:spcBef>
            <a:spcAft>
              <a:spcPct val="35000"/>
            </a:spcAft>
            <a:buNone/>
          </a:pPr>
          <a:r>
            <a:rPr lang="en-US" sz="2500" b="0" kern="1200" dirty="0">
              <a:solidFill>
                <a:schemeClr val="bg1"/>
              </a:solidFill>
            </a:rPr>
            <a:t>Automation</a:t>
          </a:r>
        </a:p>
      </dsp:txBody>
      <dsp:txXfrm>
        <a:off x="2987933" y="3717382"/>
        <a:ext cx="1686476" cy="45239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CABA8C-F68E-4747-BEE6-2CD84CE5039C}">
      <dsp:nvSpPr>
        <dsp:cNvPr id="0" name=""/>
        <dsp:cNvSpPr/>
      </dsp:nvSpPr>
      <dsp:spPr>
        <a:xfrm>
          <a:off x="0" y="370292"/>
          <a:ext cx="2474638" cy="1484782"/>
        </a:xfrm>
        <a:prstGeom prst="rect">
          <a:avLst/>
        </a:prstGeom>
        <a:solidFill>
          <a:schemeClr val="accent4">
            <a:shade val="50000"/>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b="1" kern="1200" dirty="0"/>
            <a:t>Join</a:t>
          </a:r>
        </a:p>
        <a:p>
          <a:pPr marL="171450" lvl="1" indent="-171450" algn="l" defTabSz="800100">
            <a:lnSpc>
              <a:spcPct val="90000"/>
            </a:lnSpc>
            <a:spcBef>
              <a:spcPct val="0"/>
            </a:spcBef>
            <a:spcAft>
              <a:spcPct val="15000"/>
            </a:spcAft>
            <a:buChar char="•"/>
          </a:pPr>
          <a:r>
            <a:rPr lang="en-US" sz="1800" i="1" kern="1200" dirty="0"/>
            <a:t>Task Complexity</a:t>
          </a:r>
        </a:p>
        <a:p>
          <a:pPr marL="171450" lvl="1" indent="-171450" algn="l" defTabSz="800100">
            <a:lnSpc>
              <a:spcPct val="90000"/>
            </a:lnSpc>
            <a:spcBef>
              <a:spcPct val="0"/>
            </a:spcBef>
            <a:spcAft>
              <a:spcPct val="15000"/>
            </a:spcAft>
            <a:buChar char="•"/>
          </a:pPr>
          <a:r>
            <a:rPr lang="en-US" sz="1800" i="1" kern="1200" dirty="0"/>
            <a:t>Eqpt Required</a:t>
          </a:r>
        </a:p>
        <a:p>
          <a:pPr marL="171450" lvl="1" indent="-171450" algn="l" defTabSz="800100">
            <a:lnSpc>
              <a:spcPct val="90000"/>
            </a:lnSpc>
            <a:spcBef>
              <a:spcPct val="0"/>
            </a:spcBef>
            <a:spcAft>
              <a:spcPct val="15000"/>
            </a:spcAft>
            <a:buChar char="•"/>
          </a:pPr>
          <a:r>
            <a:rPr lang="en-US" sz="1800" i="1" kern="1200" dirty="0"/>
            <a:t>Customer Rating</a:t>
          </a:r>
        </a:p>
      </dsp:txBody>
      <dsp:txXfrm>
        <a:off x="0" y="370292"/>
        <a:ext cx="2474638" cy="1484782"/>
      </dsp:txXfrm>
    </dsp:sp>
    <dsp:sp modelId="{E3D83339-3605-41D3-B9CD-828554CE7429}">
      <dsp:nvSpPr>
        <dsp:cNvPr id="0" name=""/>
        <dsp:cNvSpPr/>
      </dsp:nvSpPr>
      <dsp:spPr>
        <a:xfrm>
          <a:off x="0" y="2476813"/>
          <a:ext cx="2474638" cy="1484782"/>
        </a:xfrm>
        <a:prstGeom prst="rect">
          <a:avLst/>
        </a:prstGeom>
        <a:solidFill>
          <a:schemeClr val="accent4">
            <a:shade val="50000"/>
            <a:hueOff val="-91960"/>
            <a:satOff val="1414"/>
            <a:lumOff val="25517"/>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b="1" kern="1200" dirty="0"/>
            <a:t>Imputation</a:t>
          </a:r>
        </a:p>
        <a:p>
          <a:pPr marL="171450" lvl="1" indent="-171450" algn="l" defTabSz="800100">
            <a:lnSpc>
              <a:spcPct val="90000"/>
            </a:lnSpc>
            <a:spcBef>
              <a:spcPct val="0"/>
            </a:spcBef>
            <a:spcAft>
              <a:spcPct val="15000"/>
            </a:spcAft>
            <a:buChar char="•"/>
          </a:pPr>
          <a:r>
            <a:rPr lang="en-US" sz="1800" i="1" kern="1200" dirty="0"/>
            <a:t>Penalty Cost</a:t>
          </a:r>
        </a:p>
        <a:p>
          <a:pPr marL="342900" lvl="2" indent="-171450" algn="l" defTabSz="800100">
            <a:lnSpc>
              <a:spcPct val="90000"/>
            </a:lnSpc>
            <a:spcBef>
              <a:spcPct val="0"/>
            </a:spcBef>
            <a:spcAft>
              <a:spcPct val="15000"/>
            </a:spcAft>
            <a:buChar char="•"/>
          </a:pPr>
          <a:r>
            <a:rPr lang="en-US" sz="1800" i="0" kern="1200" dirty="0"/>
            <a:t>Based on </a:t>
          </a:r>
          <a:r>
            <a:rPr lang="en-US" sz="1800" i="1" kern="1200" dirty="0"/>
            <a:t>Task Priority</a:t>
          </a:r>
          <a:endParaRPr lang="en-US" sz="1800" i="0" kern="1200" dirty="0"/>
        </a:p>
      </dsp:txBody>
      <dsp:txXfrm>
        <a:off x="0" y="2476813"/>
        <a:ext cx="2474638" cy="1484782"/>
      </dsp:txXfrm>
    </dsp:sp>
    <dsp:sp modelId="{C502F762-FE32-4C49-B6B4-F324024EBBB3}">
      <dsp:nvSpPr>
        <dsp:cNvPr id="0" name=""/>
        <dsp:cNvSpPr/>
      </dsp:nvSpPr>
      <dsp:spPr>
        <a:xfrm>
          <a:off x="3943366" y="625700"/>
          <a:ext cx="5441927" cy="2831243"/>
        </a:xfrm>
        <a:prstGeom prst="rect">
          <a:avLst/>
        </a:prstGeom>
        <a:solidFill>
          <a:schemeClr val="accent4">
            <a:shade val="50000"/>
            <a:hueOff val="-91960"/>
            <a:satOff val="1414"/>
            <a:lumOff val="25517"/>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b="1" kern="1200" dirty="0"/>
            <a:t>Feature Engineering</a:t>
          </a:r>
        </a:p>
        <a:p>
          <a:pPr marL="171450" lvl="1" indent="-171450" algn="l" defTabSz="800100">
            <a:lnSpc>
              <a:spcPct val="90000"/>
            </a:lnSpc>
            <a:spcBef>
              <a:spcPct val="0"/>
            </a:spcBef>
            <a:spcAft>
              <a:spcPct val="15000"/>
            </a:spcAft>
            <a:buChar char="•"/>
          </a:pPr>
          <a:r>
            <a:rPr lang="en-US" sz="1800" kern="1200" dirty="0"/>
            <a:t>Based on the task techs have worked on, what does it say about their skillset?</a:t>
          </a:r>
          <a:endParaRPr lang="en-US" sz="1800" i="1" kern="1200" dirty="0"/>
        </a:p>
        <a:p>
          <a:pPr marL="171450" lvl="1" indent="-171450" algn="l" defTabSz="800100">
            <a:lnSpc>
              <a:spcPct val="90000"/>
            </a:lnSpc>
            <a:spcBef>
              <a:spcPct val="0"/>
            </a:spcBef>
            <a:spcAft>
              <a:spcPct val="15000"/>
            </a:spcAft>
            <a:buChar char="•"/>
          </a:pPr>
          <a:r>
            <a:rPr lang="en-US" sz="1800" i="1" kern="1200" dirty="0"/>
            <a:t>Expertise Match </a:t>
          </a:r>
          <a:r>
            <a:rPr lang="en-US" sz="1800" i="0" kern="1200" dirty="0"/>
            <a:t>shows if tech is qualified to take on task</a:t>
          </a:r>
        </a:p>
        <a:p>
          <a:pPr marL="171450" lvl="1" indent="-171450" algn="l" defTabSz="800100">
            <a:lnSpc>
              <a:spcPct val="90000"/>
            </a:lnSpc>
            <a:spcBef>
              <a:spcPct val="0"/>
            </a:spcBef>
            <a:spcAft>
              <a:spcPct val="15000"/>
            </a:spcAft>
            <a:buChar char="•"/>
          </a:pPr>
          <a:r>
            <a:rPr lang="en-US" sz="1800" i="0" kern="1200" dirty="0"/>
            <a:t>Assumption: Expertise Match looks at eqpt requirement and complexity level</a:t>
          </a:r>
        </a:p>
        <a:p>
          <a:pPr marL="171450" lvl="1" indent="-171450" algn="l" defTabSz="800100">
            <a:lnSpc>
              <a:spcPct val="90000"/>
            </a:lnSpc>
            <a:spcBef>
              <a:spcPct val="0"/>
            </a:spcBef>
            <a:spcAft>
              <a:spcPct val="15000"/>
            </a:spcAft>
            <a:buChar char="•"/>
          </a:pPr>
          <a:endParaRPr lang="en-US" sz="1800" i="1" kern="1200" dirty="0"/>
        </a:p>
        <a:p>
          <a:pPr marL="171450" lvl="1" indent="-171450" algn="l" defTabSz="800100">
            <a:lnSpc>
              <a:spcPct val="90000"/>
            </a:lnSpc>
            <a:spcBef>
              <a:spcPct val="0"/>
            </a:spcBef>
            <a:spcAft>
              <a:spcPct val="15000"/>
            </a:spcAft>
            <a:buChar char="•"/>
          </a:pPr>
          <a:r>
            <a:rPr lang="en-US" sz="1800" i="1" kern="1200" dirty="0"/>
            <a:t>Expertise Match </a:t>
          </a:r>
          <a:r>
            <a:rPr lang="en-US" sz="1800" kern="1200" dirty="0"/>
            <a:t>+</a:t>
          </a:r>
          <a:r>
            <a:rPr lang="en-US" sz="1800" i="1" kern="1200" dirty="0"/>
            <a:t> Eqpt Required </a:t>
          </a:r>
          <a:r>
            <a:rPr lang="en-US" sz="1800" kern="1200" dirty="0"/>
            <a:t>+ </a:t>
          </a:r>
          <a:r>
            <a:rPr lang="en-US" sz="1800" i="1" kern="1200" dirty="0"/>
            <a:t>Task Complexity</a:t>
          </a:r>
        </a:p>
        <a:p>
          <a:pPr marL="171450" lvl="1" indent="-171450" algn="l" defTabSz="800100">
            <a:lnSpc>
              <a:spcPct val="90000"/>
            </a:lnSpc>
            <a:spcBef>
              <a:spcPct val="0"/>
            </a:spcBef>
            <a:spcAft>
              <a:spcPct val="15000"/>
            </a:spcAft>
            <a:buChar char="•"/>
          </a:pPr>
          <a:r>
            <a:rPr lang="en-US" sz="1800" i="0" kern="1200" dirty="0"/>
            <a:t>Create </a:t>
          </a:r>
          <a:r>
            <a:rPr lang="en-US" sz="1800" i="1" kern="1200" dirty="0"/>
            <a:t>Eqpt Trained </a:t>
          </a:r>
          <a:r>
            <a:rPr lang="en-US" sz="1800" i="0" kern="1200" dirty="0"/>
            <a:t>+ </a:t>
          </a:r>
          <a:r>
            <a:rPr lang="en-US" sz="1800" i="1" kern="1200" dirty="0"/>
            <a:t>Tech Complexity</a:t>
          </a:r>
        </a:p>
        <a:p>
          <a:pPr marL="171450" lvl="1" indent="-171450" algn="l" defTabSz="800100">
            <a:lnSpc>
              <a:spcPct val="90000"/>
            </a:lnSpc>
            <a:spcBef>
              <a:spcPct val="0"/>
            </a:spcBef>
            <a:spcAft>
              <a:spcPct val="15000"/>
            </a:spcAft>
            <a:buChar char="•"/>
          </a:pPr>
          <a:r>
            <a:rPr lang="en-US" sz="1800" i="0" kern="1200" dirty="0"/>
            <a:t>Recalibrate </a:t>
          </a:r>
          <a:r>
            <a:rPr lang="en-US" sz="1800" i="1" kern="1200" dirty="0"/>
            <a:t>Expertise Match</a:t>
          </a:r>
        </a:p>
      </dsp:txBody>
      <dsp:txXfrm>
        <a:off x="3943366" y="625700"/>
        <a:ext cx="5441927" cy="283124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3C64EB1-1214-444E-AB45-2801BF31A0BC}">
      <dsp:nvSpPr>
        <dsp:cNvPr id="0" name=""/>
        <dsp:cNvSpPr/>
      </dsp:nvSpPr>
      <dsp:spPr>
        <a:xfrm>
          <a:off x="0" y="3736184"/>
          <a:ext cx="5630322" cy="1226011"/>
        </a:xfrm>
        <a:prstGeom prst="rect">
          <a:avLst/>
        </a:prstGeom>
        <a:solidFill>
          <a:schemeClr val="accent5">
            <a:shade val="80000"/>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0688" tIns="170688" rIns="170688" bIns="170688" numCol="1" spcCol="1270" anchor="ctr" anchorCtr="0">
          <a:noAutofit/>
        </a:bodyPr>
        <a:lstStyle/>
        <a:p>
          <a:pPr marL="0" lvl="0" indent="0" algn="ctr" defTabSz="1066800">
            <a:lnSpc>
              <a:spcPct val="90000"/>
            </a:lnSpc>
            <a:spcBef>
              <a:spcPct val="0"/>
            </a:spcBef>
            <a:spcAft>
              <a:spcPct val="35000"/>
            </a:spcAft>
            <a:buNone/>
          </a:pPr>
          <a:r>
            <a:rPr lang="en-US" sz="2400" kern="1200" dirty="0"/>
            <a:t>PICK BEST TECH</a:t>
          </a:r>
        </a:p>
      </dsp:txBody>
      <dsp:txXfrm>
        <a:off x="0" y="3736184"/>
        <a:ext cx="5630322" cy="662046"/>
      </dsp:txXfrm>
    </dsp:sp>
    <dsp:sp modelId="{EE3A4992-5792-4366-AD06-56115DAA1AF2}">
      <dsp:nvSpPr>
        <dsp:cNvPr id="0" name=""/>
        <dsp:cNvSpPr/>
      </dsp:nvSpPr>
      <dsp:spPr>
        <a:xfrm>
          <a:off x="0" y="4372833"/>
          <a:ext cx="2815161" cy="563965"/>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0904" tIns="21590" rIns="120904" bIns="21590" numCol="1" spcCol="1270" anchor="ctr" anchorCtr="0">
          <a:noAutofit/>
        </a:bodyPr>
        <a:lstStyle/>
        <a:p>
          <a:pPr marL="0" lvl="0" indent="0" algn="ctr" defTabSz="755650">
            <a:lnSpc>
              <a:spcPct val="90000"/>
            </a:lnSpc>
            <a:spcBef>
              <a:spcPct val="0"/>
            </a:spcBef>
            <a:spcAft>
              <a:spcPct val="35000"/>
            </a:spcAft>
            <a:buNone/>
          </a:pPr>
          <a:r>
            <a:rPr lang="en-US" sz="1700" kern="1200"/>
            <a:t>Soft max</a:t>
          </a:r>
          <a:endParaRPr lang="en-US" sz="1700" kern="1200" dirty="0"/>
        </a:p>
      </dsp:txBody>
      <dsp:txXfrm>
        <a:off x="0" y="4372833"/>
        <a:ext cx="2815161" cy="563965"/>
      </dsp:txXfrm>
    </dsp:sp>
    <dsp:sp modelId="{67C60EBC-7CAF-4911-9011-8B40734D3ACC}">
      <dsp:nvSpPr>
        <dsp:cNvPr id="0" name=""/>
        <dsp:cNvSpPr/>
      </dsp:nvSpPr>
      <dsp:spPr>
        <a:xfrm>
          <a:off x="2815161" y="4372833"/>
          <a:ext cx="2815161" cy="563965"/>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0904" tIns="21590" rIns="120904" bIns="21590" numCol="1" spcCol="1270" anchor="ctr" anchorCtr="0">
          <a:noAutofit/>
        </a:bodyPr>
        <a:lstStyle/>
        <a:p>
          <a:pPr marL="0" lvl="0" indent="0" algn="ctr" defTabSz="755650">
            <a:lnSpc>
              <a:spcPct val="90000"/>
            </a:lnSpc>
            <a:spcBef>
              <a:spcPct val="0"/>
            </a:spcBef>
            <a:spcAft>
              <a:spcPct val="35000"/>
            </a:spcAft>
            <a:buNone/>
          </a:pPr>
          <a:r>
            <a:rPr lang="en-US" sz="1700" kern="1200" dirty="0"/>
            <a:t>Fair distribution of tech assignments</a:t>
          </a:r>
        </a:p>
      </dsp:txBody>
      <dsp:txXfrm>
        <a:off x="2815161" y="4372833"/>
        <a:ext cx="2815161" cy="563965"/>
      </dsp:txXfrm>
    </dsp:sp>
    <dsp:sp modelId="{7A1E1409-D09C-48A1-BE21-AAD0F6430B18}">
      <dsp:nvSpPr>
        <dsp:cNvPr id="0" name=""/>
        <dsp:cNvSpPr/>
      </dsp:nvSpPr>
      <dsp:spPr>
        <a:xfrm rot="10800000">
          <a:off x="0" y="1868092"/>
          <a:ext cx="5630322" cy="1885605"/>
        </a:xfrm>
        <a:prstGeom prst="upArrowCallout">
          <a:avLst/>
        </a:prstGeom>
        <a:solidFill>
          <a:schemeClr val="accent5">
            <a:shade val="80000"/>
            <a:hueOff val="-75222"/>
            <a:satOff val="-5887"/>
            <a:lumOff val="14921"/>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0688" tIns="170688" rIns="170688" bIns="170688" numCol="1" spcCol="1270" anchor="ctr" anchorCtr="0">
          <a:noAutofit/>
        </a:bodyPr>
        <a:lstStyle/>
        <a:p>
          <a:pPr marL="0" lvl="0" indent="0" algn="ctr" defTabSz="1066800">
            <a:lnSpc>
              <a:spcPct val="90000"/>
            </a:lnSpc>
            <a:spcBef>
              <a:spcPct val="0"/>
            </a:spcBef>
            <a:spcAft>
              <a:spcPct val="35000"/>
            </a:spcAft>
            <a:buNone/>
          </a:pPr>
          <a:r>
            <a:rPr lang="en-US" sz="2400" kern="1200" dirty="0"/>
            <a:t>PREDICT</a:t>
          </a:r>
        </a:p>
      </dsp:txBody>
      <dsp:txXfrm rot="-10800000">
        <a:off x="0" y="1868092"/>
        <a:ext cx="5630322" cy="661847"/>
      </dsp:txXfrm>
    </dsp:sp>
    <dsp:sp modelId="{A5C97C86-E057-4800-BF8D-543A41CEF243}">
      <dsp:nvSpPr>
        <dsp:cNvPr id="0" name=""/>
        <dsp:cNvSpPr/>
      </dsp:nvSpPr>
      <dsp:spPr>
        <a:xfrm>
          <a:off x="0" y="2529939"/>
          <a:ext cx="2815161" cy="563796"/>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0904" tIns="21590" rIns="120904" bIns="21590" numCol="1" spcCol="1270" anchor="ctr" anchorCtr="0">
          <a:noAutofit/>
        </a:bodyPr>
        <a:lstStyle/>
        <a:p>
          <a:pPr marL="0" lvl="0" indent="0" algn="ctr" defTabSz="755650">
            <a:lnSpc>
              <a:spcPct val="90000"/>
            </a:lnSpc>
            <a:spcBef>
              <a:spcPct val="0"/>
            </a:spcBef>
            <a:spcAft>
              <a:spcPct val="35000"/>
            </a:spcAft>
            <a:buNone/>
          </a:pPr>
          <a:r>
            <a:rPr lang="en-US" sz="1700" kern="1200" dirty="0"/>
            <a:t>Each tech-task pair</a:t>
          </a:r>
        </a:p>
      </dsp:txBody>
      <dsp:txXfrm>
        <a:off x="0" y="2529939"/>
        <a:ext cx="2815161" cy="563796"/>
      </dsp:txXfrm>
    </dsp:sp>
    <dsp:sp modelId="{4EC99613-076C-41CB-AE4C-FE803C7047FA}">
      <dsp:nvSpPr>
        <dsp:cNvPr id="0" name=""/>
        <dsp:cNvSpPr/>
      </dsp:nvSpPr>
      <dsp:spPr>
        <a:xfrm>
          <a:off x="2815161" y="2529939"/>
          <a:ext cx="2815161" cy="563796"/>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0904" tIns="21590" rIns="120904" bIns="21590" numCol="1" spcCol="1270" anchor="ctr" anchorCtr="0">
          <a:noAutofit/>
        </a:bodyPr>
        <a:lstStyle/>
        <a:p>
          <a:pPr marL="0" lvl="0" indent="0" algn="ctr" defTabSz="755650">
            <a:lnSpc>
              <a:spcPct val="90000"/>
            </a:lnSpc>
            <a:spcBef>
              <a:spcPct val="0"/>
            </a:spcBef>
            <a:spcAft>
              <a:spcPct val="35000"/>
            </a:spcAft>
            <a:buNone/>
          </a:pPr>
          <a:r>
            <a:rPr lang="en-US" sz="1700" kern="1200" dirty="0"/>
            <a:t>Predict possibility of completing the task</a:t>
          </a:r>
        </a:p>
      </dsp:txBody>
      <dsp:txXfrm>
        <a:off x="2815161" y="2529939"/>
        <a:ext cx="2815161" cy="563796"/>
      </dsp:txXfrm>
    </dsp:sp>
    <dsp:sp modelId="{B343DECD-0542-4B76-AE18-284480B0B298}">
      <dsp:nvSpPr>
        <dsp:cNvPr id="0" name=""/>
        <dsp:cNvSpPr/>
      </dsp:nvSpPr>
      <dsp:spPr>
        <a:xfrm rot="10800000">
          <a:off x="0" y="0"/>
          <a:ext cx="5630322" cy="1885605"/>
        </a:xfrm>
        <a:prstGeom prst="upArrowCallout">
          <a:avLst/>
        </a:prstGeom>
        <a:solidFill>
          <a:schemeClr val="accent5">
            <a:shade val="80000"/>
            <a:hueOff val="-150444"/>
            <a:satOff val="-11774"/>
            <a:lumOff val="29843"/>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0688" tIns="170688" rIns="170688" bIns="170688" numCol="1" spcCol="1270" anchor="ctr" anchorCtr="0">
          <a:noAutofit/>
        </a:bodyPr>
        <a:lstStyle/>
        <a:p>
          <a:pPr marL="0" lvl="0" indent="0" algn="ctr" defTabSz="1066800">
            <a:lnSpc>
              <a:spcPct val="90000"/>
            </a:lnSpc>
            <a:spcBef>
              <a:spcPct val="0"/>
            </a:spcBef>
            <a:spcAft>
              <a:spcPct val="35000"/>
            </a:spcAft>
            <a:buNone/>
          </a:pPr>
          <a:r>
            <a:rPr lang="en-US" sz="2400" kern="1200" dirty="0"/>
            <a:t>TRAIN/TEST XGBOOST CLASSIFIER MODEL</a:t>
          </a:r>
        </a:p>
      </dsp:txBody>
      <dsp:txXfrm rot="-10800000">
        <a:off x="0" y="0"/>
        <a:ext cx="5630322" cy="661847"/>
      </dsp:txXfrm>
    </dsp:sp>
    <dsp:sp modelId="{5269A965-7284-4586-8970-1D7D6F46AFA7}">
      <dsp:nvSpPr>
        <dsp:cNvPr id="0" name=""/>
        <dsp:cNvSpPr/>
      </dsp:nvSpPr>
      <dsp:spPr>
        <a:xfrm>
          <a:off x="2749" y="662724"/>
          <a:ext cx="1874941" cy="563796"/>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0904" tIns="21590" rIns="120904" bIns="21590" numCol="1" spcCol="1270" anchor="ctr" anchorCtr="0">
          <a:noAutofit/>
        </a:bodyPr>
        <a:lstStyle/>
        <a:p>
          <a:pPr marL="0" lvl="0" indent="0" algn="ctr" defTabSz="755650">
            <a:lnSpc>
              <a:spcPct val="90000"/>
            </a:lnSpc>
            <a:spcBef>
              <a:spcPct val="0"/>
            </a:spcBef>
            <a:spcAft>
              <a:spcPct val="35000"/>
            </a:spcAft>
            <a:buNone/>
          </a:pPr>
          <a:r>
            <a:rPr lang="en-US" sz="1700" kern="1200" dirty="0"/>
            <a:t>Task Attributes &amp; Tech Stats</a:t>
          </a:r>
        </a:p>
      </dsp:txBody>
      <dsp:txXfrm>
        <a:off x="2749" y="662724"/>
        <a:ext cx="1874941" cy="563796"/>
      </dsp:txXfrm>
    </dsp:sp>
    <dsp:sp modelId="{1712AA49-430E-4C41-B1E8-4A1BA1BC4924}">
      <dsp:nvSpPr>
        <dsp:cNvPr id="0" name=""/>
        <dsp:cNvSpPr/>
      </dsp:nvSpPr>
      <dsp:spPr>
        <a:xfrm>
          <a:off x="1877690" y="662724"/>
          <a:ext cx="1874941" cy="563796"/>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0904" tIns="21590" rIns="120904" bIns="21590" numCol="1" spcCol="1270" anchor="ctr" anchorCtr="0">
          <a:noAutofit/>
        </a:bodyPr>
        <a:lstStyle/>
        <a:p>
          <a:pPr marL="0" lvl="0" indent="0" algn="ctr" defTabSz="755650">
            <a:lnSpc>
              <a:spcPct val="90000"/>
            </a:lnSpc>
            <a:spcBef>
              <a:spcPct val="0"/>
            </a:spcBef>
            <a:spcAft>
              <a:spcPct val="35000"/>
            </a:spcAft>
            <a:buNone/>
          </a:pPr>
          <a:r>
            <a:rPr lang="en-US" sz="1700" kern="1200" dirty="0"/>
            <a:t>Target Variable: Task Completed</a:t>
          </a:r>
        </a:p>
      </dsp:txBody>
      <dsp:txXfrm>
        <a:off x="1877690" y="662724"/>
        <a:ext cx="1874941" cy="563796"/>
      </dsp:txXfrm>
    </dsp:sp>
    <dsp:sp modelId="{F3D1D10B-A256-49D0-A2EE-9FFBFCB2F114}">
      <dsp:nvSpPr>
        <dsp:cNvPr id="0" name=""/>
        <dsp:cNvSpPr/>
      </dsp:nvSpPr>
      <dsp:spPr>
        <a:xfrm>
          <a:off x="3752632" y="662724"/>
          <a:ext cx="1874941" cy="563796"/>
        </a:xfrm>
        <a:prstGeom prst="rect">
          <a:avLst/>
        </a:prstGeom>
        <a:solidFill>
          <a:schemeClr val="accent5">
            <a:alpha val="90000"/>
            <a:tint val="40000"/>
            <a:hueOff val="0"/>
            <a:satOff val="0"/>
            <a:lumOff val="0"/>
            <a:alphaOff val="0"/>
          </a:schemeClr>
        </a:solidFill>
        <a:ln w="15875" cap="flat" cmpd="sng" algn="ctr">
          <a:solidFill>
            <a:schemeClr val="accent5">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0904" tIns="21590" rIns="120904" bIns="21590" numCol="1" spcCol="1270" anchor="ctr" anchorCtr="0">
          <a:noAutofit/>
        </a:bodyPr>
        <a:lstStyle/>
        <a:p>
          <a:pPr marL="0" lvl="0" indent="0" algn="ctr" defTabSz="755650">
            <a:lnSpc>
              <a:spcPct val="90000"/>
            </a:lnSpc>
            <a:spcBef>
              <a:spcPct val="0"/>
            </a:spcBef>
            <a:spcAft>
              <a:spcPct val="35000"/>
            </a:spcAft>
            <a:buNone/>
          </a:pPr>
          <a:r>
            <a:rPr lang="en-US" sz="1700" kern="1200" dirty="0"/>
            <a:t>ROC: 0.667 </a:t>
          </a:r>
        </a:p>
        <a:p>
          <a:pPr marL="0" lvl="0" indent="0" algn="ctr" defTabSz="755650">
            <a:lnSpc>
              <a:spcPct val="90000"/>
            </a:lnSpc>
            <a:spcBef>
              <a:spcPct val="0"/>
            </a:spcBef>
            <a:spcAft>
              <a:spcPct val="35000"/>
            </a:spcAft>
            <a:buNone/>
          </a:pPr>
          <a:r>
            <a:rPr lang="en-US" sz="1700" kern="1200" dirty="0"/>
            <a:t>Accuracy: 83.3% </a:t>
          </a:r>
        </a:p>
      </dsp:txBody>
      <dsp:txXfrm>
        <a:off x="3752632" y="662724"/>
        <a:ext cx="1874941" cy="56379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B8AB3C-01B5-4EDF-A402-C8A8B7D88933}">
      <dsp:nvSpPr>
        <dsp:cNvPr id="0" name=""/>
        <dsp:cNvSpPr/>
      </dsp:nvSpPr>
      <dsp:spPr>
        <a:xfrm>
          <a:off x="7192987" y="177054"/>
          <a:ext cx="2713012" cy="2004906"/>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t="-18000" b="-18000"/>
          </a:stretch>
        </a:blipFill>
        <a:ln>
          <a:noFill/>
        </a:ln>
        <a:effectLst/>
      </dsp:spPr>
      <dsp:style>
        <a:lnRef idx="0">
          <a:scrgbClr r="0" g="0" b="0"/>
        </a:lnRef>
        <a:fillRef idx="1">
          <a:scrgbClr r="0" g="0" b="0"/>
        </a:fillRef>
        <a:effectRef idx="0">
          <a:scrgbClr r="0" g="0" b="0"/>
        </a:effectRef>
        <a:fontRef idx="minor"/>
      </dsp:style>
    </dsp:sp>
    <dsp:sp modelId="{84510E51-59F8-443D-A301-B79C0B16B121}">
      <dsp:nvSpPr>
        <dsp:cNvPr id="0" name=""/>
        <dsp:cNvSpPr/>
      </dsp:nvSpPr>
      <dsp:spPr>
        <a:xfrm>
          <a:off x="555876" y="2310638"/>
          <a:ext cx="2337809" cy="561814"/>
        </a:xfrm>
        <a:prstGeom prst="rect">
          <a:avLst/>
        </a:prstGeom>
        <a:solidFill>
          <a:schemeClr val="accent4">
            <a:shade val="80000"/>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889000">
            <a:lnSpc>
              <a:spcPct val="90000"/>
            </a:lnSpc>
            <a:spcBef>
              <a:spcPct val="0"/>
            </a:spcBef>
            <a:spcAft>
              <a:spcPct val="5000"/>
            </a:spcAft>
            <a:buNone/>
          </a:pPr>
          <a:r>
            <a:rPr lang="en-US" sz="2000" kern="1200" dirty="0"/>
            <a:t>Python Transformation</a:t>
          </a:r>
        </a:p>
      </dsp:txBody>
      <dsp:txXfrm>
        <a:off x="555876" y="2310638"/>
        <a:ext cx="2337809" cy="561814"/>
      </dsp:txXfrm>
    </dsp:sp>
    <dsp:sp modelId="{9E363E57-DBED-4FD7-B483-4EED78A7CE32}">
      <dsp:nvSpPr>
        <dsp:cNvPr id="0" name=""/>
        <dsp:cNvSpPr/>
      </dsp:nvSpPr>
      <dsp:spPr>
        <a:xfrm>
          <a:off x="3814715" y="177054"/>
          <a:ext cx="2713012" cy="2004906"/>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t="-18000" b="-18000"/>
          </a:stretch>
        </a:blipFill>
        <a:ln>
          <a:noFill/>
        </a:ln>
        <a:effectLst/>
      </dsp:spPr>
      <dsp:style>
        <a:lnRef idx="0">
          <a:scrgbClr r="0" g="0" b="0"/>
        </a:lnRef>
        <a:fillRef idx="1">
          <a:scrgbClr r="0" g="0" b="0"/>
        </a:fillRef>
        <a:effectRef idx="0">
          <a:scrgbClr r="0" g="0" b="0"/>
        </a:effectRef>
        <a:fontRef idx="minor"/>
      </dsp:style>
    </dsp:sp>
    <dsp:sp modelId="{357F9515-AB64-471D-BFF4-BAF68BA3FC2D}">
      <dsp:nvSpPr>
        <dsp:cNvPr id="0" name=""/>
        <dsp:cNvSpPr/>
      </dsp:nvSpPr>
      <dsp:spPr>
        <a:xfrm>
          <a:off x="4058282" y="2310638"/>
          <a:ext cx="2337809" cy="561814"/>
        </a:xfrm>
        <a:prstGeom prst="rect">
          <a:avLst/>
        </a:prstGeom>
        <a:solidFill>
          <a:schemeClr val="accent4">
            <a:shade val="80000"/>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889000">
            <a:lnSpc>
              <a:spcPct val="90000"/>
            </a:lnSpc>
            <a:spcBef>
              <a:spcPct val="0"/>
            </a:spcBef>
            <a:spcAft>
              <a:spcPct val="5000"/>
            </a:spcAft>
            <a:buNone/>
          </a:pPr>
          <a:r>
            <a:rPr lang="en-US" sz="2000" kern="1200" dirty="0"/>
            <a:t>Backend: </a:t>
          </a:r>
          <a:r>
            <a:rPr lang="en-US" sz="2000" kern="1200" dirty="0" err="1"/>
            <a:t>FastAPI</a:t>
          </a:r>
          <a:endParaRPr lang="en-US" sz="2000" kern="1200" dirty="0"/>
        </a:p>
      </dsp:txBody>
      <dsp:txXfrm>
        <a:off x="4058282" y="2310638"/>
        <a:ext cx="2337809" cy="561814"/>
      </dsp:txXfrm>
    </dsp:sp>
    <dsp:sp modelId="{53BE4C77-A89F-476F-B59F-FA365897BE09}">
      <dsp:nvSpPr>
        <dsp:cNvPr id="0" name=""/>
        <dsp:cNvSpPr/>
      </dsp:nvSpPr>
      <dsp:spPr>
        <a:xfrm>
          <a:off x="401977" y="259676"/>
          <a:ext cx="2713012" cy="2004906"/>
        </a:xfrm>
        <a:prstGeom prst="rect">
          <a:avLst/>
        </a:prstGeom>
        <a:blipFill>
          <a:blip xmlns:r="http://schemas.openxmlformats.org/officeDocument/2006/relationships" r:embed="rId5">
            <a:extLst>
              <a:ext uri="{96DAC541-7B7A-43D3-8B79-37D633B846F1}">
                <asvg:svgBlip xmlns:asvg="http://schemas.microsoft.com/office/drawing/2016/SVG/main" r:embed="rId6"/>
              </a:ext>
            </a:extLst>
          </a:blip>
          <a:srcRect/>
          <a:stretch>
            <a:fillRect t="-18000" b="-18000"/>
          </a:stretch>
        </a:blipFill>
        <a:ln>
          <a:noFill/>
        </a:ln>
        <a:effectLst/>
      </dsp:spPr>
      <dsp:style>
        <a:lnRef idx="0">
          <a:scrgbClr r="0" g="0" b="0"/>
        </a:lnRef>
        <a:fillRef idx="1">
          <a:scrgbClr r="0" g="0" b="0"/>
        </a:fillRef>
        <a:effectRef idx="0">
          <a:scrgbClr r="0" g="0" b="0"/>
        </a:effectRef>
        <a:fontRef idx="minor"/>
      </dsp:style>
    </dsp:sp>
    <dsp:sp modelId="{F80EF63A-A349-48E0-B8D1-6D09AC7AE51B}">
      <dsp:nvSpPr>
        <dsp:cNvPr id="0" name=""/>
        <dsp:cNvSpPr/>
      </dsp:nvSpPr>
      <dsp:spPr>
        <a:xfrm>
          <a:off x="7417802" y="2301115"/>
          <a:ext cx="2337809" cy="561814"/>
        </a:xfrm>
        <a:prstGeom prst="rect">
          <a:avLst/>
        </a:prstGeom>
        <a:solidFill>
          <a:schemeClr val="accent4">
            <a:shade val="80000"/>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889000">
            <a:lnSpc>
              <a:spcPct val="90000"/>
            </a:lnSpc>
            <a:spcBef>
              <a:spcPct val="0"/>
            </a:spcBef>
            <a:spcAft>
              <a:spcPct val="5000"/>
            </a:spcAft>
            <a:buNone/>
          </a:pPr>
          <a:r>
            <a:rPr lang="en-US" sz="2000" kern="1200" dirty="0"/>
            <a:t>Frontend: React</a:t>
          </a:r>
        </a:p>
      </dsp:txBody>
      <dsp:txXfrm>
        <a:off x="7417802" y="2301115"/>
        <a:ext cx="2337809" cy="561814"/>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5E4C79D-8E4D-4E5B-8E41-B8893647DEE7}">
      <dsp:nvSpPr>
        <dsp:cNvPr id="0" name=""/>
        <dsp:cNvSpPr/>
      </dsp:nvSpPr>
      <dsp:spPr>
        <a:xfrm>
          <a:off x="1824171" y="1447978"/>
          <a:ext cx="3351138" cy="2067124"/>
        </a:xfrm>
        <a:prstGeom prst="rect">
          <a:avLst/>
        </a:prstGeom>
        <a:solidFill>
          <a:schemeClr val="accent5">
            <a:tint val="50000"/>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E296D99-E455-41C3-AA64-782E8C60BE95}">
      <dsp:nvSpPr>
        <dsp:cNvPr id="0" name=""/>
        <dsp:cNvSpPr/>
      </dsp:nvSpPr>
      <dsp:spPr>
        <a:xfrm>
          <a:off x="1988337" y="1604127"/>
          <a:ext cx="3028158" cy="1742431"/>
        </a:xfrm>
        <a:prstGeom prst="rect">
          <a:avLst/>
        </a:prstGeom>
        <a:noFill/>
        <a:ln w="15875" cap="flat" cmpd="sng" algn="ctr">
          <a:solidFill>
            <a:schemeClr val="accent5">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0FC109E-3C52-48D9-9895-FE4D3A8D8263}">
      <dsp:nvSpPr>
        <dsp:cNvPr id="0" name=""/>
        <dsp:cNvSpPr/>
      </dsp:nvSpPr>
      <dsp:spPr>
        <a:xfrm>
          <a:off x="1988337" y="2823086"/>
          <a:ext cx="3028158" cy="526943"/>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dsp:style>
      <dsp:txBody>
        <a:bodyPr spcFirstLastPara="0" vert="horz" wrap="square" lIns="24765" tIns="8255" rIns="24765" bIns="0" numCol="1" spcCol="1270" anchor="b" anchorCtr="0">
          <a:noAutofit/>
        </a:bodyPr>
        <a:lstStyle/>
        <a:p>
          <a:pPr marL="0" lvl="0" indent="0" algn="r" defTabSz="577850">
            <a:lnSpc>
              <a:spcPct val="100000"/>
            </a:lnSpc>
            <a:spcBef>
              <a:spcPct val="0"/>
            </a:spcBef>
            <a:spcAft>
              <a:spcPct val="35000"/>
            </a:spcAft>
            <a:buNone/>
          </a:pPr>
          <a:r>
            <a:rPr lang="en-US" sz="1300" kern="1200" dirty="0"/>
            <a:t>Future Enhancements</a:t>
          </a:r>
        </a:p>
      </dsp:txBody>
      <dsp:txXfrm>
        <a:off x="1988337" y="2823086"/>
        <a:ext cx="3028158" cy="526943"/>
      </dsp:txXfrm>
    </dsp:sp>
    <dsp:sp modelId="{A3141084-DD59-4101-A8EE-076F9F7A6D8C}">
      <dsp:nvSpPr>
        <dsp:cNvPr id="0" name=""/>
        <dsp:cNvSpPr/>
      </dsp:nvSpPr>
      <dsp:spPr>
        <a:xfrm>
          <a:off x="3873873" y="0"/>
          <a:ext cx="1311547" cy="1337929"/>
        </a:xfrm>
        <a:prstGeom prst="rect">
          <a:avLst/>
        </a:prstGeom>
        <a:solidFill>
          <a:schemeClr val="accent5">
            <a:tint val="50000"/>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62D2AB9-C42A-46A1-913E-793A5D6FB80A}">
      <dsp:nvSpPr>
        <dsp:cNvPr id="0" name=""/>
        <dsp:cNvSpPr/>
      </dsp:nvSpPr>
      <dsp:spPr>
        <a:xfrm>
          <a:off x="3954767" y="81296"/>
          <a:ext cx="1149165" cy="1175335"/>
        </a:xfrm>
        <a:prstGeom prst="rect">
          <a:avLst/>
        </a:prstGeom>
        <a:noFill/>
        <a:ln w="15875" cap="flat" cmpd="sng" algn="ctr">
          <a:solidFill>
            <a:schemeClr val="accent5">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6EBA87C8-92D9-4A65-9864-59548A1647E6}">
      <dsp:nvSpPr>
        <dsp:cNvPr id="0" name=""/>
        <dsp:cNvSpPr/>
      </dsp:nvSpPr>
      <dsp:spPr>
        <a:xfrm>
          <a:off x="3953577" y="905172"/>
          <a:ext cx="1149165" cy="351460"/>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dsp:style>
      <dsp:txBody>
        <a:bodyPr spcFirstLastPara="0" vert="horz" wrap="square" lIns="24765" tIns="8255" rIns="24765" bIns="0" numCol="1" spcCol="1270" anchor="b" anchorCtr="0">
          <a:noAutofit/>
        </a:bodyPr>
        <a:lstStyle/>
        <a:p>
          <a:pPr marL="0" lvl="0" indent="0" algn="r" defTabSz="577850">
            <a:lnSpc>
              <a:spcPct val="90000"/>
            </a:lnSpc>
            <a:spcBef>
              <a:spcPct val="0"/>
            </a:spcBef>
            <a:spcAft>
              <a:spcPct val="35000"/>
            </a:spcAft>
            <a:buNone/>
          </a:pPr>
          <a:r>
            <a:rPr lang="en-US" sz="1300" kern="1200" dirty="0"/>
            <a:t>Route Optimization</a:t>
          </a:r>
        </a:p>
      </dsp:txBody>
      <dsp:txXfrm>
        <a:off x="3953577" y="905172"/>
        <a:ext cx="1149165" cy="351460"/>
      </dsp:txXfrm>
    </dsp:sp>
    <dsp:sp modelId="{49F247A1-2835-49D9-8738-B8A54CDF185F}">
      <dsp:nvSpPr>
        <dsp:cNvPr id="0" name=""/>
        <dsp:cNvSpPr/>
      </dsp:nvSpPr>
      <dsp:spPr>
        <a:xfrm>
          <a:off x="5285943" y="2248555"/>
          <a:ext cx="1595270" cy="985973"/>
        </a:xfrm>
        <a:prstGeom prst="rect">
          <a:avLst/>
        </a:prstGeom>
        <a:solidFill>
          <a:schemeClr val="accent5">
            <a:tint val="50000"/>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E39D351-26E8-4078-B4E8-BFBD577D2126}">
      <dsp:nvSpPr>
        <dsp:cNvPr id="0" name=""/>
        <dsp:cNvSpPr/>
      </dsp:nvSpPr>
      <dsp:spPr>
        <a:xfrm>
          <a:off x="5367432" y="2330347"/>
          <a:ext cx="1432888" cy="823875"/>
        </a:xfrm>
        <a:prstGeom prst="rect">
          <a:avLst/>
        </a:prstGeom>
        <a:noFill/>
        <a:ln w="15875" cap="flat" cmpd="sng" algn="ctr">
          <a:solidFill>
            <a:schemeClr val="accent5">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E5C27F0-F198-402C-AC76-4ACA0BC09244}">
      <dsp:nvSpPr>
        <dsp:cNvPr id="0" name=""/>
        <dsp:cNvSpPr/>
      </dsp:nvSpPr>
      <dsp:spPr>
        <a:xfrm>
          <a:off x="5367432" y="2803258"/>
          <a:ext cx="1432888" cy="351460"/>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dsp:style>
      <dsp:txBody>
        <a:bodyPr spcFirstLastPara="0" vert="horz" wrap="square" lIns="24765" tIns="8255" rIns="24765" bIns="0" numCol="1" spcCol="1270" anchor="b" anchorCtr="0">
          <a:noAutofit/>
        </a:bodyPr>
        <a:lstStyle/>
        <a:p>
          <a:pPr marL="0" lvl="0" indent="0" algn="r" defTabSz="577850">
            <a:lnSpc>
              <a:spcPct val="90000"/>
            </a:lnSpc>
            <a:spcBef>
              <a:spcPct val="0"/>
            </a:spcBef>
            <a:spcAft>
              <a:spcPct val="35000"/>
            </a:spcAft>
            <a:buNone/>
          </a:pPr>
          <a:r>
            <a:rPr lang="en-US" sz="1300" kern="1200" dirty="0"/>
            <a:t>Collect More Data</a:t>
          </a:r>
        </a:p>
      </dsp:txBody>
      <dsp:txXfrm>
        <a:off x="5367432" y="2803258"/>
        <a:ext cx="1432888" cy="351460"/>
      </dsp:txXfrm>
    </dsp:sp>
    <dsp:sp modelId="{8229E619-2589-4767-A5C9-31EE5E4A47B6}">
      <dsp:nvSpPr>
        <dsp:cNvPr id="0" name=""/>
        <dsp:cNvSpPr/>
      </dsp:nvSpPr>
      <dsp:spPr>
        <a:xfrm>
          <a:off x="933151" y="2671894"/>
          <a:ext cx="782765" cy="795123"/>
        </a:xfrm>
        <a:prstGeom prst="rect">
          <a:avLst/>
        </a:prstGeom>
        <a:solidFill>
          <a:schemeClr val="accent5">
            <a:tint val="50000"/>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6BE4A95-85C2-45E8-A56F-418DF21F5930}">
      <dsp:nvSpPr>
        <dsp:cNvPr id="0" name=""/>
        <dsp:cNvSpPr/>
      </dsp:nvSpPr>
      <dsp:spPr>
        <a:xfrm>
          <a:off x="1014045" y="2755669"/>
          <a:ext cx="621572" cy="635008"/>
        </a:xfrm>
        <a:prstGeom prst="rect">
          <a:avLst/>
        </a:prstGeom>
        <a:noFill/>
        <a:ln w="15875" cap="flat" cmpd="sng" algn="ctr">
          <a:solidFill>
            <a:schemeClr val="accent5">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BA937269-CC3D-4406-B479-FCD594893EB4}">
      <dsp:nvSpPr>
        <dsp:cNvPr id="0" name=""/>
        <dsp:cNvSpPr/>
      </dsp:nvSpPr>
      <dsp:spPr>
        <a:xfrm>
          <a:off x="1014045" y="3039713"/>
          <a:ext cx="621572" cy="351460"/>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dsp:style>
      <dsp:txBody>
        <a:bodyPr spcFirstLastPara="0" vert="horz" wrap="square" lIns="24765" tIns="8255" rIns="24765" bIns="0" numCol="1" spcCol="1270" anchor="b" anchorCtr="0">
          <a:noAutofit/>
        </a:bodyPr>
        <a:lstStyle/>
        <a:p>
          <a:pPr marL="0" lvl="0" indent="0" algn="r" defTabSz="577850">
            <a:lnSpc>
              <a:spcPct val="90000"/>
            </a:lnSpc>
            <a:spcBef>
              <a:spcPct val="0"/>
            </a:spcBef>
            <a:spcAft>
              <a:spcPct val="35000"/>
            </a:spcAft>
            <a:buNone/>
          </a:pPr>
          <a:endParaRPr lang="en-US" sz="1300" kern="1200" dirty="0"/>
        </a:p>
      </dsp:txBody>
      <dsp:txXfrm>
        <a:off x="1014045" y="3039713"/>
        <a:ext cx="621572" cy="351460"/>
      </dsp:txXfrm>
    </dsp:sp>
    <dsp:sp modelId="{82AD06DD-6625-4F00-A211-D43B60FC1894}">
      <dsp:nvSpPr>
        <dsp:cNvPr id="0" name=""/>
        <dsp:cNvSpPr/>
      </dsp:nvSpPr>
      <dsp:spPr>
        <a:xfrm>
          <a:off x="4672698" y="3619202"/>
          <a:ext cx="1378760" cy="1337929"/>
        </a:xfrm>
        <a:prstGeom prst="rect">
          <a:avLst/>
        </a:prstGeom>
        <a:solidFill>
          <a:schemeClr val="accent5">
            <a:tint val="50000"/>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4A90228-BCF4-4508-891E-A1AFC18D80EA}">
      <dsp:nvSpPr>
        <dsp:cNvPr id="0" name=""/>
        <dsp:cNvSpPr/>
      </dsp:nvSpPr>
      <dsp:spPr>
        <a:xfrm>
          <a:off x="4751807" y="3701490"/>
          <a:ext cx="1216378" cy="1175335"/>
        </a:xfrm>
        <a:prstGeom prst="rect">
          <a:avLst/>
        </a:prstGeom>
        <a:noFill/>
        <a:ln w="15875" cap="flat" cmpd="sng" algn="ctr">
          <a:solidFill>
            <a:schemeClr val="accent5">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94197ED-6D35-40E7-AE4E-E00725C833B7}">
      <dsp:nvSpPr>
        <dsp:cNvPr id="0" name=""/>
        <dsp:cNvSpPr/>
      </dsp:nvSpPr>
      <dsp:spPr>
        <a:xfrm>
          <a:off x="4751807" y="4525365"/>
          <a:ext cx="1216378" cy="351460"/>
        </a:xfrm>
        <a:prstGeom prst="rect">
          <a:avLst/>
        </a:prstGeom>
        <a:noFill/>
        <a:ln w="15875" cap="flat" cmpd="sng" algn="ctr">
          <a:noFill/>
          <a:prstDash val="solid"/>
        </a:ln>
        <a:effectLst/>
        <a:sp3d/>
      </dsp:spPr>
      <dsp:style>
        <a:lnRef idx="2">
          <a:scrgbClr r="0" g="0" b="0"/>
        </a:lnRef>
        <a:fillRef idx="1">
          <a:scrgbClr r="0" g="0" b="0"/>
        </a:fillRef>
        <a:effectRef idx="0">
          <a:scrgbClr r="0" g="0" b="0"/>
        </a:effectRef>
        <a:fontRef idx="minor"/>
      </dsp:style>
      <dsp:txBody>
        <a:bodyPr spcFirstLastPara="0" vert="horz" wrap="square" lIns="24765" tIns="8255" rIns="24765" bIns="0" numCol="1" spcCol="1270" anchor="b" anchorCtr="0">
          <a:noAutofit/>
        </a:bodyPr>
        <a:lstStyle/>
        <a:p>
          <a:pPr marL="0" lvl="0" indent="0" algn="r" defTabSz="577850">
            <a:lnSpc>
              <a:spcPct val="90000"/>
            </a:lnSpc>
            <a:spcBef>
              <a:spcPct val="0"/>
            </a:spcBef>
            <a:spcAft>
              <a:spcPct val="35000"/>
            </a:spcAft>
            <a:buNone/>
          </a:pPr>
          <a:r>
            <a:rPr lang="en-US" sz="1300" kern="1200" dirty="0"/>
            <a:t>Live Technician Availability Feed</a:t>
          </a:r>
        </a:p>
      </dsp:txBody>
      <dsp:txXfrm>
        <a:off x="4751807" y="4525365"/>
        <a:ext cx="1216378" cy="35146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D6C6187-5E01-4E04-B6AB-2BDE65DBFD12}">
      <dsp:nvSpPr>
        <dsp:cNvPr id="0" name=""/>
        <dsp:cNvSpPr/>
      </dsp:nvSpPr>
      <dsp:spPr>
        <a:xfrm>
          <a:off x="-3151650" y="-485081"/>
          <a:ext cx="3759010" cy="3759010"/>
        </a:xfrm>
        <a:prstGeom prst="blockArc">
          <a:avLst>
            <a:gd name="adj1" fmla="val 18900000"/>
            <a:gd name="adj2" fmla="val 2700000"/>
            <a:gd name="adj3" fmla="val 575"/>
          </a:avLst>
        </a:prstGeom>
        <a:noFill/>
        <a:ln w="15875" cap="flat" cmpd="sng" algn="ctr">
          <a:solidFill>
            <a:schemeClr val="accent4">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A962971-7791-4752-B58B-603D82A1DEBC}">
      <dsp:nvSpPr>
        <dsp:cNvPr id="0" name=""/>
        <dsp:cNvSpPr/>
      </dsp:nvSpPr>
      <dsp:spPr>
        <a:xfrm>
          <a:off x="390531" y="278884"/>
          <a:ext cx="3312880" cy="557769"/>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2729" tIns="45720" rIns="45720" bIns="45720" numCol="1" spcCol="1270" anchor="ctr" anchorCtr="0">
          <a:noAutofit/>
        </a:bodyPr>
        <a:lstStyle/>
        <a:p>
          <a:pPr marL="0" lvl="0" indent="0" algn="l" defTabSz="800100">
            <a:lnSpc>
              <a:spcPct val="90000"/>
            </a:lnSpc>
            <a:spcBef>
              <a:spcPct val="0"/>
            </a:spcBef>
            <a:spcAft>
              <a:spcPct val="35000"/>
            </a:spcAft>
            <a:buNone/>
          </a:pPr>
          <a:r>
            <a:rPr lang="en-US" sz="1800" kern="1200" dirty="0"/>
            <a:t>Small Dataset</a:t>
          </a:r>
        </a:p>
      </dsp:txBody>
      <dsp:txXfrm>
        <a:off x="390531" y="278884"/>
        <a:ext cx="3312880" cy="557769"/>
      </dsp:txXfrm>
    </dsp:sp>
    <dsp:sp modelId="{FDB02009-68B0-4F8A-9B52-4CC6DAFEF662}">
      <dsp:nvSpPr>
        <dsp:cNvPr id="0" name=""/>
        <dsp:cNvSpPr/>
      </dsp:nvSpPr>
      <dsp:spPr>
        <a:xfrm>
          <a:off x="41925" y="209163"/>
          <a:ext cx="697211" cy="697211"/>
        </a:xfrm>
        <a:prstGeom prst="ellipse">
          <a:avLst/>
        </a:prstGeom>
        <a:solidFill>
          <a:schemeClr val="lt1">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DA827153-4FC9-4752-B569-4439865ECB1F}">
      <dsp:nvSpPr>
        <dsp:cNvPr id="0" name=""/>
        <dsp:cNvSpPr/>
      </dsp:nvSpPr>
      <dsp:spPr>
        <a:xfrm>
          <a:off x="593280" y="1115538"/>
          <a:ext cx="3110131" cy="557769"/>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2729" tIns="45720" rIns="45720" bIns="45720" numCol="1" spcCol="1270" anchor="ctr" anchorCtr="0">
          <a:noAutofit/>
        </a:bodyPr>
        <a:lstStyle/>
        <a:p>
          <a:pPr marL="0" lvl="0" indent="0" algn="l" defTabSz="800100">
            <a:lnSpc>
              <a:spcPct val="90000"/>
            </a:lnSpc>
            <a:spcBef>
              <a:spcPct val="0"/>
            </a:spcBef>
            <a:spcAft>
              <a:spcPct val="35000"/>
            </a:spcAft>
            <a:buNone/>
          </a:pPr>
          <a:r>
            <a:rPr lang="en-US" sz="1800" kern="1200" dirty="0"/>
            <a:t>Missing contextual data</a:t>
          </a:r>
        </a:p>
      </dsp:txBody>
      <dsp:txXfrm>
        <a:off x="593280" y="1115538"/>
        <a:ext cx="3110131" cy="557769"/>
      </dsp:txXfrm>
    </dsp:sp>
    <dsp:sp modelId="{B8FE4DD7-8EE9-4BCE-BDDD-448B4FA6F0C7}">
      <dsp:nvSpPr>
        <dsp:cNvPr id="0" name=""/>
        <dsp:cNvSpPr/>
      </dsp:nvSpPr>
      <dsp:spPr>
        <a:xfrm>
          <a:off x="244674" y="1045817"/>
          <a:ext cx="697211" cy="697211"/>
        </a:xfrm>
        <a:prstGeom prst="ellipse">
          <a:avLst/>
        </a:prstGeom>
        <a:solidFill>
          <a:schemeClr val="lt1">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815808B-988F-40D0-B4B4-EAE3D6C17100}">
      <dsp:nvSpPr>
        <dsp:cNvPr id="0" name=""/>
        <dsp:cNvSpPr/>
      </dsp:nvSpPr>
      <dsp:spPr>
        <a:xfrm>
          <a:off x="390531" y="1952192"/>
          <a:ext cx="3312880" cy="557769"/>
        </a:xfrm>
        <a:prstGeom prst="rect">
          <a:avLst/>
        </a:prstGeom>
        <a:solidFill>
          <a:schemeClr val="accent4">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2729" tIns="45720" rIns="45720" bIns="45720" numCol="1" spcCol="1270" anchor="ctr" anchorCtr="0">
          <a:noAutofit/>
        </a:bodyPr>
        <a:lstStyle/>
        <a:p>
          <a:pPr marL="0" lvl="0" indent="0" algn="l" defTabSz="800100">
            <a:lnSpc>
              <a:spcPct val="90000"/>
            </a:lnSpc>
            <a:spcBef>
              <a:spcPct val="0"/>
            </a:spcBef>
            <a:spcAft>
              <a:spcPct val="35000"/>
            </a:spcAft>
            <a:buNone/>
          </a:pPr>
          <a:r>
            <a:rPr lang="en-US" sz="1800" kern="1200"/>
            <a:t>Challenges with derived attributes</a:t>
          </a:r>
          <a:endParaRPr lang="en-US" sz="1800" kern="1200" dirty="0"/>
        </a:p>
      </dsp:txBody>
      <dsp:txXfrm>
        <a:off x="390531" y="1952192"/>
        <a:ext cx="3312880" cy="557769"/>
      </dsp:txXfrm>
    </dsp:sp>
    <dsp:sp modelId="{A6DCA587-D663-4737-8BFD-F82FB70E6FFB}">
      <dsp:nvSpPr>
        <dsp:cNvPr id="0" name=""/>
        <dsp:cNvSpPr/>
      </dsp:nvSpPr>
      <dsp:spPr>
        <a:xfrm>
          <a:off x="41925" y="1882471"/>
          <a:ext cx="697211" cy="697211"/>
        </a:xfrm>
        <a:prstGeom prst="ellipse">
          <a:avLst/>
        </a:prstGeom>
        <a:solidFill>
          <a:schemeClr val="lt1">
            <a:hueOff val="0"/>
            <a:satOff val="0"/>
            <a:lumOff val="0"/>
            <a:alphaOff val="0"/>
          </a:schemeClr>
        </a:solidFill>
        <a:ln w="15875"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equation2">
  <dgm:title val=""/>
  <dgm:desc val=""/>
  <dgm:catLst>
    <dgm:cat type="relationship" pri="18000"/>
    <dgm:cat type="process" pri="26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linDir" val="fromL"/>
          <dgm:param type="fallback" val="2D"/>
        </dgm:alg>
      </dgm:if>
      <dgm:else name="Name3">
        <dgm:alg type="lin">
          <dgm:param type="linDir" val="fromR"/>
          <dgm:param type="fallback" val="2D"/>
        </dgm:alg>
      </dgm:else>
    </dgm:choose>
    <dgm:shape xmlns:r="http://schemas.openxmlformats.org/officeDocument/2006/relationships" r:blip="">
      <dgm:adjLst/>
    </dgm:shape>
    <dgm:presOf/>
    <dgm:choose name="Name4">
      <dgm:if name="Name5" axis="ch" ptType="node" func="cnt" op="gte" val="3">
        <dgm:constrLst>
          <dgm:constr type="h" for="des" forName="node" refType="w" fact="0.5"/>
          <dgm:constr type="w" for="ch" forName="lastNode" refType="w"/>
          <dgm:constr type="w" for="des" forName="node" refType="h" refFor="des" refForName="node"/>
          <dgm:constr type="w" for="ch" forName="sibTransLast" refType="h" refFor="des" refForName="node" fact="0.6"/>
          <dgm:constr type="h" for="des" forName="sibTrans" refType="h" refFor="des" refForName="node" op="equ" fact="0.58"/>
          <dgm:constr type="w" for="des" forName="sibTrans" refType="h" refFor="des" refForName="sibTrans" op="equ"/>
          <dgm:constr type="primFontSz" for="ch" forName="lastNode" op="equ" val="65"/>
          <dgm:constr type="primFontSz" for="des" forName="node" op="equ" val="65"/>
          <dgm:constr type="primFontSz" for="des" forName="sibTrans" val="55"/>
          <dgm:constr type="primFontSz" for="des" forName="sibTrans" refType="primFontSz" refFor="des" refForName="node" op="lte" fact="0.8"/>
          <dgm:constr type="primFontSz" for="des" forName="connectorText" refType="primFontSz" refFor="des" refForName="node" op="lte" fact="0.8"/>
          <dgm:constr type="primFontSz" for="des" forName="connectorText" refType="primFontSz" refFor="des" refForName="sibTrans" op="equ"/>
          <dgm:constr type="h" for="des" forName="spacerT" refType="h" refFor="des" refForName="sibTrans" fact="0.14"/>
          <dgm:constr type="h" for="des" forName="spacerB" refType="h" refFor="des" refForName="sibTrans" fact="0.14"/>
        </dgm:constrLst>
      </dgm:if>
      <dgm:else name="Name6">
        <dgm:constrLst>
          <dgm:constr type="h" for="des" forName="node" refType="w"/>
          <dgm:constr type="w" for="ch" forName="lastNode" refType="w"/>
          <dgm:constr type="w" for="des" forName="node" refType="h" refFor="des" refForName="node"/>
          <dgm:constr type="w" for="ch" forName="sibTransLast" refType="h" refFor="des" refForName="node" fact="0.6"/>
          <dgm:constr type="h" for="des" forName="sibTrans" refType="h" refFor="des" refForName="node" op="equ" fact="0.58"/>
          <dgm:constr type="w" for="des" forName="sibTrans" refType="h" refFor="des" refForName="sibTrans" op="equ"/>
          <dgm:constr type="primFontSz" for="des" forName="node" val="65"/>
          <dgm:constr type="primFontSz" for="ch" forName="lastNode" refType="primFontSz" refFor="des" refForName="node" op="equ"/>
          <dgm:constr type="primFontSz" for="des" forName="sibTrans" val="55"/>
          <dgm:constr type="primFontSz" for="des" forName="connectorText" refType="primFontSz" refFor="des" refForName="node" op="lte" fact="0.8"/>
          <dgm:constr type="primFontSz" for="des" forName="connectorText" refType="primFontSz" refFor="des" refForName="sibTrans" op="equ"/>
          <dgm:constr type="h" for="des" forName="spacerT" refType="h" refFor="des" refForName="sibTrans" fact="0.14"/>
          <dgm:constr type="h" for="des" forName="spacerB" refType="h" refFor="des" refForName="sibTrans" fact="0.14"/>
        </dgm:constrLst>
      </dgm:else>
    </dgm:choose>
    <dgm:ruleLst/>
    <dgm:choose name="Name7">
      <dgm:if name="Name8" axis="ch" ptType="node" func="cnt" op="gte" val="1">
        <dgm:layoutNode name="vNodes">
          <dgm:alg type="lin">
            <dgm:param type="linDir" val="fromT"/>
            <dgm:param type="fallback" val="2D"/>
          </dgm:alg>
          <dgm:shape xmlns:r="http://schemas.openxmlformats.org/officeDocument/2006/relationships" r:blip="">
            <dgm:adjLst/>
          </dgm:shape>
          <dgm:presOf/>
          <dgm:constrLst/>
          <dgm:ruleLst/>
          <dgm:forEach name="Name9" axis="ch" ptType="node">
            <dgm:choose name="Name10">
              <dgm:if name="Name11" axis="self" func="revPos" op="neq" val="1">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choose name="Name12">
                  <dgm:if name="Name13" axis="self" ptType="node" func="revPos" op="gt" val="2">
                    <dgm:forEach name="sibTransForEach" axis="followSib" ptType="sibTrans" cnt="1">
                      <dgm:layoutNode name="spacerT">
                        <dgm:alg type="sp"/>
                        <dgm:shape xmlns:r="http://schemas.openxmlformats.org/officeDocument/2006/relationships" r:blip="">
                          <dgm:adjLst/>
                        </dgm:shape>
                        <dgm:presOf axis="self"/>
                        <dgm:constrLst/>
                        <dgm:ruleLst/>
                      </dgm:layoutNode>
                      <dgm:layoutNode name="sibTrans">
                        <dgm:alg type="tx"/>
                        <dgm:shape xmlns:r="http://schemas.openxmlformats.org/officeDocument/2006/relationships" type="mathPlus" r:blip="">
                          <dgm:adjLst/>
                        </dgm:shape>
                        <dgm:presOf axis="self"/>
                        <dgm:constrLst>
                          <dgm:constr type="h" refType="w"/>
                          <dgm:constr type="lMarg"/>
                          <dgm:constr type="rMarg"/>
                          <dgm:constr type="tMarg"/>
                          <dgm:constr type="bMarg"/>
                        </dgm:constrLst>
                        <dgm:ruleLst>
                          <dgm:rule type="primFontSz" val="5" fact="NaN" max="NaN"/>
                        </dgm:ruleLst>
                      </dgm:layoutNode>
                      <dgm:layoutNode name="spacerB">
                        <dgm:alg type="sp"/>
                        <dgm:shape xmlns:r="http://schemas.openxmlformats.org/officeDocument/2006/relationships" r:blip="">
                          <dgm:adjLst/>
                        </dgm:shape>
                        <dgm:presOf axis="self"/>
                        <dgm:constrLst/>
                        <dgm:ruleLst/>
                      </dgm:layoutNode>
                    </dgm:forEach>
                  </dgm:if>
                  <dgm:else name="Name14"/>
                </dgm:choose>
              </dgm:if>
              <dgm:else name="Name15"/>
            </dgm:choose>
          </dgm:forEach>
        </dgm:layoutNode>
        <dgm:choose name="Name16">
          <dgm:if name="Name17" axis="ch" ptType="node" func="cnt" op="gt" val="1">
            <dgm:layoutNode name="sibTransLast">
              <dgm:alg type="conn">
                <dgm:param type="begPts" val="auto"/>
                <dgm:param type="endPts" val="auto"/>
                <dgm:param type="srcNode" val="vNodes"/>
                <dgm:param type="dstNode" val="lastNode"/>
              </dgm:alg>
              <dgm:shape xmlns:r="http://schemas.openxmlformats.org/officeDocument/2006/relationships" type="conn" r:blip="">
                <dgm:adjLst/>
              </dgm:shape>
              <dgm:presOf axis="ch" ptType="sibTrans" st="-1" cnt="1"/>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ch desOrSelf" ptType="sibTrans sibTrans" st="-1 1" cnt="1 0"/>
                <dgm:constrLst>
                  <dgm:constr type="lMarg"/>
                  <dgm:constr type="rMarg"/>
                  <dgm:constr type="tMarg"/>
                  <dgm:constr type="bMarg"/>
                </dgm:constrLst>
                <dgm:ruleLst>
                  <dgm:rule type="primFontSz" val="5" fact="NaN" max="NaN"/>
                </dgm:ruleLst>
              </dgm:layoutNode>
            </dgm:layoutNode>
          </dgm:if>
          <dgm:else name="Name18"/>
        </dgm:choose>
        <dgm:layoutNode name="lastNode">
          <dgm:varLst>
            <dgm:bulletEnabled val="1"/>
          </dgm:varLst>
          <dgm:alg type="tx">
            <dgm:param type="txAnchorVertCh" val="mid"/>
          </dgm:alg>
          <dgm:shape xmlns:r="http://schemas.openxmlformats.org/officeDocument/2006/relationships" type="ellipse" r:blip="">
            <dgm:adjLst/>
          </dgm:shape>
          <dgm:presOf axis="ch desOrSelf" ptType="node node" st="-1 1" cnt="1 0"/>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if>
      <dgm:else name="Name19"/>
    </dgm:choose>
  </dgm:layoutNode>
</dgm:layoutDef>
</file>

<file path=ppt/diagrams/layout2.xml><?xml version="1.0" encoding="utf-8"?>
<dgm:layoutDef xmlns:dgm="http://schemas.openxmlformats.org/drawingml/2006/diagram" xmlns:a="http://schemas.openxmlformats.org/drawingml/2006/main" uniqueId="urn:microsoft.com/office/officeart/2005/8/layout/process3">
  <dgm:title val=""/>
  <dgm:desc val=""/>
  <dgm:catLst>
    <dgm:cat type="process" pri="2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3" destOrd="0"/>
        <dgm:cxn modelId="12" srcId="1" destId="11" srcOrd="0" destOrd="0"/>
        <dgm:cxn modelId="23" srcId="2" destId="21" srcOrd="0" destOrd="0"/>
        <dgm:cxn modelId="34"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fact="0.3333"/>
      <dgm:constr type="w" for="des" forName="parTx"/>
      <dgm:constr type="h" for="des" forName="parTx" op="equ"/>
      <dgm:constr type="h" for="des" forName="parSh" op="equ"/>
      <dgm:constr type="w" for="des" forName="desTx"/>
      <dgm:constr type="h" for="des" forName="desTx" op="equ"/>
      <dgm:constr type="w" for="des" forName="parSh"/>
      <dgm:constr type="primFontSz" for="des" forName="parTx" val="65"/>
      <dgm:constr type="secFontSz" for="des" forName="desTx" refType="primFontSz" refFor="des" refForName="parTx" op="equ"/>
      <dgm:constr type="primFontSz" for="des" forName="connTx" refType="primFontSz" refFor="des" refForName="parTx" fact="0.8"/>
      <dgm:constr type="primFontSz" for="des" forName="connTx" refType="primFontSz" refFor="des" refForName="parTx" op="lte" fact="0.8"/>
      <dgm:constr type="h" for="des" forName="parTx" refType="primFontSz" refFor="des" refForName="parTx" fact="0.8"/>
      <dgm:constr type="h" for="des" forName="parSh" refType="primFontSz" refFor="des" refForName="parTx" fact="1.2"/>
      <dgm:constr type="h" for="des" forName="desTx" refType="primFontSz" refFor="des" refForName="parTx" fact="1.6"/>
      <dgm:constr type="h" for="des" forName="parSh" refType="h" refFor="des" refForName="parTx" op="lte" fact="1.5"/>
      <dgm:constr type="h" for="des" forName="parSh" refType="h" refFor="des" refForName="parTx" op="gte" fact="1.5"/>
    </dgm:constrLst>
    <dgm:ruleLst>
      <dgm:rule type="w" for="ch" forName="composite" val="0" fact="NaN" max="NaN"/>
      <dgm:rule type="primFontSz" for="des" forName="parTx" val="5" fact="NaN" max="NaN"/>
    </dgm:ruleLst>
    <dgm:forEach name="Name3" axis="ch" ptType="node">
      <dgm:layoutNode name="composite">
        <dgm:alg type="composite"/>
        <dgm:shape xmlns:r="http://schemas.openxmlformats.org/officeDocument/2006/relationships" r:blip="">
          <dgm:adjLst/>
        </dgm:shape>
        <dgm:presOf/>
        <dgm:choose name="Name4">
          <dgm:if name="Name5" func="var" arg="dir" op="equ" val="norm">
            <dgm:constrLst>
              <dgm:constr type="h" refType="w" fact="1000"/>
              <dgm:constr type="l" for="ch" forName="parTx"/>
              <dgm:constr type="w" for="ch" forName="parTx" refType="w" fact="0.83"/>
              <dgm:constr type="t" for="ch" forName="parTx"/>
              <dgm:constr type="l" for="ch" forName="parSh"/>
              <dgm:constr type="w" for="ch" forName="parSh" refType="w" refFor="ch" refForName="parTx"/>
              <dgm:constr type="t" for="ch" forName="parSh"/>
              <dgm:constr type="l" for="ch" forName="desTx" refType="w" fact="0.17"/>
              <dgm:constr type="w" for="ch" forName="desTx" refType="w" refFor="ch" refForName="parTx"/>
              <dgm:constr type="t" for="ch" forName="desTx" refType="h" refFor="ch" refForName="parTx"/>
            </dgm:constrLst>
          </dgm:if>
          <dgm:else name="Name6">
            <dgm:constrLst>
              <dgm:constr type="h" refType="w" fact="1000"/>
              <dgm:constr type="l" for="ch" forName="parTx" refType="w" fact="0.17"/>
              <dgm:constr type="w" for="ch" forName="parTx" refType="w" fact="0.83"/>
              <dgm:constr type="t" for="ch" forName="parTx"/>
              <dgm:constr type="l" for="ch" forName="parSh" refType="w" fact="0.15"/>
              <dgm:constr type="w" for="ch" forName="parSh" refType="w" refFor="ch" refForName="parTx"/>
              <dgm:constr type="t" for="ch" forName="parSh"/>
              <dgm:constr type="l" for="ch" forName="desTx"/>
              <dgm:constr type="w" for="ch" forName="desTx" refType="w" refFor="ch" refForName="parTx"/>
              <dgm:constr type="t" for="ch" forName="desTx" refType="h" refFor="ch" refForName="parTx"/>
            </dgm:constrLst>
          </dgm:else>
        </dgm:choose>
        <dgm:ruleLst>
          <dgm:rule type="h" val="INF" fact="NaN" max="NaN"/>
        </dgm:ruleLst>
        <dgm:layoutNode name="parTx">
          <dgm:varLst>
            <dgm:chMax val="0"/>
            <dgm:chPref val="0"/>
            <dgm:bulletEnabled val="1"/>
          </dgm:varLst>
          <dgm:alg type="tx">
            <dgm:param type="parTxLTRAlign" val="l"/>
            <dgm:param type="parTxRTLAlign" val="r"/>
            <dgm:param type="txAnchorVert" val="t"/>
          </dgm:alg>
          <dgm:shape xmlns:r="http://schemas.openxmlformats.org/officeDocument/2006/relationships" type="rect" r:blip="" zOrderOff="1" hideGeom="1">
            <dgm:adjLst>
              <dgm:adj idx="1" val="0.1"/>
            </dgm:adjLst>
          </dgm:shape>
          <dgm:presOf axis="self" ptType="node"/>
          <dgm:constrLst>
            <dgm:constr type="h" refType="w" op="lte" fact="0.4"/>
            <dgm:constr type="bMarg" refType="primFontSz" fact="0.3"/>
            <dgm:constr type="h"/>
          </dgm:constrLst>
          <dgm:ruleLst>
            <dgm:rule type="h" val="INF" fact="NaN" max="NaN"/>
          </dgm:ruleLst>
        </dgm:layoutNode>
        <dgm:layoutNode name="parSh">
          <dgm:alg type="sp"/>
          <dgm:shape xmlns:r="http://schemas.openxmlformats.org/officeDocument/2006/relationships" type="roundRect" r:blip="">
            <dgm:adjLst>
              <dgm:adj idx="1" val="0.1"/>
            </dgm:adjLst>
          </dgm:shape>
          <dgm:presOf axis="self" ptType="node"/>
          <dgm:constrLst>
            <dgm:constr type="h"/>
          </dgm:constrLst>
          <dgm:ruleLst/>
        </dgm:layoutNode>
        <dgm:layoutNode name="desTx" styleLbl="fgAcc1">
          <dgm:varLst>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secFontSz" val="65"/>
            <dgm:constr type="primFontSz" refType="secFontSz"/>
            <dgm:constr type="h"/>
          </dgm:constrLst>
          <dgm:ruleLst>
            <dgm:rule type="h" val="INF" fact="NaN" max="NaN"/>
          </dgm:ruleLst>
        </dgm:layoutNode>
      </dgm:layoutNode>
      <dgm:forEach name="sibTransForEach" axis="followSib" ptType="sibTrans" cnt="1">
        <dgm:layoutNode name="sibTrans">
          <dgm:alg type="conn">
            <dgm:param type="begPts" val="auto"/>
            <dgm:param type="endPts" val="auto"/>
            <dgm:param type="srcNode" val="parTx"/>
            <dgm:param type="dstNode" val="parTx"/>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List9">
  <dgm:title val=""/>
  <dgm:desc val=""/>
  <dgm:catLst>
    <dgm:cat type="list" pri="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3" srcId="0" destId="1" srcOrd="0" destOrd="0"/>
        <dgm:cxn modelId="4" srcId="0" destId="2" srcOrd="1" destOrd="0"/>
        <dgm:cxn modelId="13" srcId="1" destId="11" srcOrd="0" destOrd="0"/>
        <dgm:cxn modelId="14" srcId="1" destId="12" srcOrd="0" destOrd="0"/>
        <dgm:cxn modelId="23" srcId="2" destId="21" srcOrd="0" destOrd="0"/>
        <dgm:cxn modelId="24" srcId="2" destId="22" srcOrd="0" destOrd="0"/>
      </dgm:cxnLst>
      <dgm:bg/>
      <dgm:whole/>
    </dgm:dataModel>
  </dgm:sampData>
  <dgm:styleData>
    <dgm:dataModel>
      <dgm:ptLst>
        <dgm:pt modelId="0" type="doc"/>
        <dgm:pt modelId="1"/>
        <dgm:pt modelId="2"/>
      </dgm:ptLst>
      <dgm:cxnLst>
        <dgm:cxn modelId="3" srcId="0" destId="1" srcOrd="0" destOrd="0"/>
        <dgm:cxn modelId="4" srcId="1" destId="2" srcOrd="0" destOrd="0"/>
      </dgm:cxnLst>
      <dgm:bg/>
      <dgm:whole/>
    </dgm:dataModel>
  </dgm:styleData>
  <dgm:clrData>
    <dgm:dataModel>
      <dgm:ptLst>
        <dgm:pt modelId="0" type="doc"/>
        <dgm:pt modelId="1"/>
        <dgm:pt modelId="11"/>
        <dgm:pt modelId="12"/>
        <dgm:pt modelId="13"/>
        <dgm:pt modelId="14"/>
        <dgm:pt modelId="2"/>
        <dgm:pt modelId="21"/>
        <dgm:pt modelId="22"/>
        <dgm:pt modelId="23"/>
        <dgm:pt modelId="24"/>
        <dgm:pt modelId="3"/>
        <dgm:pt modelId="31"/>
        <dgm:pt modelId="32"/>
        <dgm:pt modelId="33"/>
        <dgm:pt modelId="34"/>
      </dgm:ptLst>
      <dgm:cxnLst>
        <dgm:cxn modelId="4" srcId="0" destId="1" srcOrd="0" destOrd="0"/>
        <dgm:cxn modelId="5" srcId="0" destId="2" srcOrd="1" destOrd="0"/>
        <dgm:cxn modelId="6" srcId="0" destId="3" srcOrd="1" destOrd="0"/>
        <dgm:cxn modelId="15" srcId="1" destId="11" srcOrd="0" destOrd="0"/>
        <dgm:cxn modelId="16" srcId="1" destId="12" srcOrd="0" destOrd="0"/>
        <dgm:cxn modelId="17" srcId="1" destId="13" srcOrd="0" destOrd="0"/>
        <dgm:cxn modelId="18" srcId="1" destId="14" srcOrd="0" destOrd="0"/>
        <dgm:cxn modelId="25" srcId="2" destId="21" srcOrd="0" destOrd="0"/>
        <dgm:cxn modelId="26" srcId="2" destId="22" srcOrd="0" destOrd="0"/>
        <dgm:cxn modelId="27" srcId="2" destId="23" srcOrd="0" destOrd="0"/>
        <dgm:cxn modelId="28" srcId="2" destId="24" srcOrd="0" destOrd="0"/>
        <dgm:cxn modelId="35" srcId="3" destId="31" srcOrd="0" destOrd="0"/>
        <dgm:cxn modelId="36" srcId="3" destId="32" srcOrd="0" destOrd="0"/>
        <dgm:cxn modelId="37" srcId="3" destId="33" srcOrd="0" destOrd="0"/>
        <dgm:cxn modelId="38" srcId="3" destId="34" srcOrd="0" destOrd="0"/>
      </dgm:cxnLst>
      <dgm:bg/>
      <dgm:whole/>
    </dgm:dataModel>
  </dgm:clrData>
  <dgm:layoutNode name="list">
    <dgm:varLst>
      <dgm:dir/>
      <dgm:animLvl val="lvl"/>
    </dgm:varLst>
    <dgm:choose name="Name0">
      <dgm:if name="Name1" func="var" arg="dir" op="equ" val="norm">
        <dgm:alg type="lin">
          <dgm:param type="linDir" val="fromL"/>
          <dgm:param type="fallback" val="2D"/>
          <dgm:param type="nodeVertAlign" val="t"/>
        </dgm:alg>
      </dgm:if>
      <dgm:else name="Name2">
        <dgm:alg type="lin">
          <dgm:param type="linDir" val="fromR"/>
          <dgm:param type="fallback" val="2D"/>
          <dgm:param type="nodeVertAlign" val="t"/>
        </dgm:alg>
      </dgm:else>
    </dgm:choose>
    <dgm:shape xmlns:r="http://schemas.openxmlformats.org/officeDocument/2006/relationships" r:blip="">
      <dgm:adjLst/>
    </dgm:shape>
    <dgm:presOf/>
    <dgm:constrLst>
      <dgm:constr type="w" for="ch" forName="circle" refType="w" fact="0.5"/>
      <dgm:constr type="w" for="ch" forName="vertFlow" refType="w" fact="0.75"/>
      <dgm:constr type="h" for="des" forName="firstComp" refType="w" refFor="ch" refForName="vertFlow" fact="0.667"/>
      <dgm:constr type="h" for="des" forName="comp" refType="h" refFor="des" refForName="firstComp" op="equ"/>
      <dgm:constr type="h" for="des" forName="topSpace" refType="w" refFor="ch" refForName="circle" op="equ" fact="0.4"/>
      <dgm:constr type="w" for="ch" forName="posSpace" refType="w" fact="0.4"/>
      <dgm:constr type="w" for="ch" forName="negSpace" refType="w" fact="-1.15"/>
      <dgm:constr type="w" for="ch" forName="transSpace" refType="w" fact="0.75"/>
      <dgm:constr type="primFontSz" for="ch" forName="circle" op="equ" val="65"/>
      <dgm:constr type="primFontSz" for="des" forName="firstChildTx" val="65"/>
      <dgm:constr type="primFontSz" for="des" forName="childTx" refType="primFontSz" refFor="des" refForName="firstChildTx" op="equ"/>
    </dgm:constrLst>
    <dgm:ruleLst/>
    <dgm:forEach name="Name3" axis="ch" ptType="node">
      <dgm:layoutNode name="posSpace">
        <dgm:alg type="sp"/>
        <dgm:shape xmlns:r="http://schemas.openxmlformats.org/officeDocument/2006/relationships" r:blip="">
          <dgm:adjLst/>
        </dgm:shape>
        <dgm:presOf/>
        <dgm:constrLst/>
        <dgm:ruleLst/>
      </dgm:layoutNode>
      <dgm:layoutNode name="vertFlow">
        <dgm:alg type="lin">
          <dgm:param type="linDir" val="fromT"/>
        </dgm:alg>
        <dgm:shape xmlns:r="http://schemas.openxmlformats.org/officeDocument/2006/relationships" r:blip="">
          <dgm:adjLst/>
        </dgm:shape>
        <dgm:presOf/>
        <dgm:constrLst>
          <dgm:constr type="w" for="ch" forName="firstComp" refType="w"/>
          <dgm:constr type="w" for="ch" forName="comp" refType="w"/>
        </dgm:constrLst>
        <dgm:ruleLst/>
        <dgm:layoutNode name="topSpace">
          <dgm:alg type="sp"/>
          <dgm:shape xmlns:r="http://schemas.openxmlformats.org/officeDocument/2006/relationships" r:blip="">
            <dgm:adjLst/>
          </dgm:shape>
          <dgm:presOf/>
          <dgm:constrLst/>
          <dgm:ruleLst/>
        </dgm:layoutNode>
        <dgm:layoutNode name="firstComp">
          <dgm:alg type="composite"/>
          <dgm:shape xmlns:r="http://schemas.openxmlformats.org/officeDocument/2006/relationships" r:blip="">
            <dgm:adjLst/>
          </dgm:shape>
          <dgm:presOf/>
          <dgm:choose name="Name4">
            <dgm:if name="Name5" func="var" arg="dir" op="equ" val="norm">
              <dgm:constrLst>
                <dgm:constr type="l" for="ch" forName="firstChild"/>
                <dgm:constr type="t" for="ch" forName="firstChild"/>
                <dgm:constr type="w" for="ch" forName="firstChild" refType="w"/>
                <dgm:constr type="h" for="ch" forName="firstChild" refType="h"/>
                <dgm:constr type="l" for="ch" forName="firstChildTx" refType="w" fact="0.16"/>
                <dgm:constr type="r" for="ch" forName="firstChildTx" refType="w"/>
                <dgm:constr type="h" for="ch" forName="firstChildTx" refFor="ch" refForName="firstChild" op="equ"/>
              </dgm:constrLst>
            </dgm:if>
            <dgm:else name="Name6">
              <dgm:constrLst>
                <dgm:constr type="l" for="ch" forName="firstChild"/>
                <dgm:constr type="t" for="ch" forName="firstChild"/>
                <dgm:constr type="w" for="ch" forName="firstChild" refType="w"/>
                <dgm:constr type="h" for="ch" forName="firstChild" refType="h"/>
                <dgm:constr type="l" for="ch" forName="firstChildTx"/>
                <dgm:constr type="r" for="ch" forName="firstChildTx" refType="w" fact="0.825"/>
                <dgm:constr type="h" for="ch" forName="firstChildTx" refFor="ch" refForName="firstChild" op="equ"/>
              </dgm:constrLst>
            </dgm:else>
          </dgm:choose>
          <dgm:ruleLst/>
          <dgm:layoutNode name="firstChild" styleLbl="bgAccFollowNode1">
            <dgm:alg type="sp"/>
            <dgm:shape xmlns:r="http://schemas.openxmlformats.org/officeDocument/2006/relationships" type="rect" r:blip="">
              <dgm:adjLst/>
            </dgm:shape>
            <dgm:presOf axis="ch desOrSelf" ptType="node node" cnt="1 0"/>
            <dgm:constrLst/>
            <dgm:ruleLst/>
          </dgm:layoutNode>
          <dgm:layoutNode name="firstChildTx" styleLbl="bgAccFollowNode1">
            <dgm:varLst>
              <dgm:bulletEnabled val="1"/>
            </dgm:varLst>
            <dgm:alg type="tx">
              <dgm:param type="parTxLTRAlign" val="l"/>
            </dgm:alg>
            <dgm:shape xmlns:r="http://schemas.openxmlformats.org/officeDocument/2006/relationships" type="rect" r:blip="" hideGeom="1">
              <dgm:adjLst/>
            </dgm:shape>
            <dgm:presOf axis="ch desOrSelf" ptType="node node" cnt="1 0"/>
            <dgm:choose name="Name7">
              <dgm:if name="Name8" func="var" arg="dir" op="equ" val="norm">
                <dgm:constrLst>
                  <dgm:constr type="primFontSz" val="65"/>
                  <dgm:constr type="lMarg"/>
                </dgm:constrLst>
              </dgm:if>
              <dgm:else name="Name9">
                <dgm:constrLst>
                  <dgm:constr type="primFontSz" val="65"/>
                  <dgm:constr type="rMarg"/>
                </dgm:constrLst>
              </dgm:else>
            </dgm:choose>
            <dgm:ruleLst>
              <dgm:rule type="primFontSz" val="5" fact="NaN" max="NaN"/>
            </dgm:ruleLst>
          </dgm:layoutNode>
        </dgm:layoutNode>
        <dgm:forEach name="Name10" axis="ch" ptType="node" st="2">
          <dgm:layoutNode name="comp">
            <dgm:alg type="composite"/>
            <dgm:shape xmlns:r="http://schemas.openxmlformats.org/officeDocument/2006/relationships" r:blip="">
              <dgm:adjLst/>
            </dgm:shape>
            <dgm:presOf/>
            <dgm:choose name="Name11">
              <dgm:if name="Name12" func="var" arg="dir" op="equ" val="norm">
                <dgm:constrLst>
                  <dgm:constr type="l" for="ch" forName="child"/>
                  <dgm:constr type="t" for="ch" forName="child"/>
                  <dgm:constr type="w" for="ch" forName="child" refType="w"/>
                  <dgm:constr type="h" for="ch" forName="child" refType="h"/>
                  <dgm:constr type="l" for="ch" forName="childTx" refType="w" fact="0.16"/>
                  <dgm:constr type="r" for="ch" forName="childTx" refType="w"/>
                  <dgm:constr type="h" for="ch" forName="childTx" refFor="ch" refForName="child" op="equ"/>
                </dgm:constrLst>
              </dgm:if>
              <dgm:else name="Name13">
                <dgm:constrLst>
                  <dgm:constr type="l" for="ch" forName="child"/>
                  <dgm:constr type="t" for="ch" forName="child"/>
                  <dgm:constr type="w" for="ch" forName="child" refType="w"/>
                  <dgm:constr type="h" for="ch" forName="child" refType="h"/>
                  <dgm:constr type="l" for="ch" forName="childTx"/>
                  <dgm:constr type="r" for="ch" forName="childTx" refType="w" fact="0.825"/>
                  <dgm:constr type="h" for="ch" forName="childTx" refFor="ch" refForName="child" op="equ"/>
                </dgm:constrLst>
              </dgm:else>
            </dgm:choose>
            <dgm:ruleLst/>
            <dgm:layoutNode name="child" styleLbl="bgAccFollowNode1">
              <dgm:alg type="sp"/>
              <dgm:shape xmlns:r="http://schemas.openxmlformats.org/officeDocument/2006/relationships" type="rect" r:blip="">
                <dgm:adjLst/>
              </dgm:shape>
              <dgm:presOf axis="desOrSelf" ptType="node"/>
              <dgm:constrLst/>
              <dgm:ruleLst/>
            </dgm:layoutNode>
            <dgm:layoutNode name="childTx" styleLbl="bgAccFollowNode1">
              <dgm:varLst>
                <dgm:bulletEnabled val="1"/>
              </dgm:varLst>
              <dgm:alg type="tx">
                <dgm:param type="parTxLTRAlign" val="l"/>
              </dgm:alg>
              <dgm:shape xmlns:r="http://schemas.openxmlformats.org/officeDocument/2006/relationships" type="rect" r:blip="" hideGeom="1">
                <dgm:adjLst/>
              </dgm:shape>
              <dgm:presOf axis="desOrSelf" ptType="node"/>
              <dgm:choose name="Name14">
                <dgm:if name="Name15" func="var" arg="dir" op="equ" val="norm">
                  <dgm:constrLst>
                    <dgm:constr type="primFontSz" val="65"/>
                    <dgm:constr type="lMarg"/>
                  </dgm:constrLst>
                </dgm:if>
                <dgm:else name="Name16">
                  <dgm:constrLst>
                    <dgm:constr type="primFontSz" val="65"/>
                    <dgm:constr type="rMarg"/>
                  </dgm:constrLst>
                </dgm:else>
              </dgm:choose>
              <dgm:ruleLst>
                <dgm:rule type="primFontSz" val="5" fact="NaN" max="NaN"/>
              </dgm:ruleLst>
            </dgm:layoutNode>
          </dgm:layoutNode>
        </dgm:forEach>
      </dgm:layoutNode>
      <dgm:layoutNode name="negSpace">
        <dgm:alg type="sp"/>
        <dgm:shape xmlns:r="http://schemas.openxmlformats.org/officeDocument/2006/relationships" r:blip="">
          <dgm:adjLst/>
        </dgm:shape>
        <dgm:presOf/>
        <dgm:constrLst/>
        <dgm:ruleLst/>
      </dgm:layoutNode>
      <dgm:layoutNode name="circle" styleLbl="node1">
        <dgm:alg type="tx"/>
        <dgm:shape xmlns:r="http://schemas.openxmlformats.org/officeDocument/2006/relationships" type="ellipse" r:blip="">
          <dgm:adjLst/>
        </dgm:shape>
        <dgm:presOf axis="self"/>
        <dgm:constrLst>
          <dgm:constr type="lMarg"/>
          <dgm:constr type="rMarg"/>
          <dgm:constr type="tMarg"/>
          <dgm:constr type="bMarg"/>
          <dgm:constr type="h" refType="w"/>
        </dgm:constrLst>
        <dgm:ruleLst>
          <dgm:rule type="primFontSz" val="5" fact="NaN" max="NaN"/>
        </dgm:ruleLst>
      </dgm:layoutNode>
      <dgm:forEach name="Name17" axis="followSib" ptType="sibTrans" cnt="1">
        <dgm:layoutNode name="trans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lProcess2">
  <dgm:title val=""/>
  <dgm:desc val=""/>
  <dgm:catLst>
    <dgm:cat type="list" pri="10000"/>
    <dgm:cat type="relationship" pri="13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useDef="1">
    <dgm:dataModel>
      <dgm:ptLst/>
      <dgm:bg/>
      <dgm:whole/>
    </dgm:dataModel>
  </dgm:styleData>
  <dgm:clrData useDef="1">
    <dgm:dataModel>
      <dgm:ptLst/>
      <dgm:bg/>
      <dgm:whole/>
    </dgm:dataModel>
  </dgm:clrData>
  <dgm:layoutNode name="theList">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Node" refType="w"/>
      <dgm:constr type="h" for="ch" forName="compNode" refType="h"/>
      <dgm:constr type="w" for="ch" forName="aSpace" refType="w" fact="0.075"/>
      <dgm:constr type="h" for="des" forName="aSpace2" refType="h" fact="0.1"/>
      <dgm:constr type="primFontSz" for="des" forName="textNode" op="equ"/>
      <dgm:constr type="primFontSz" for="des" forName="childNode" op="equ"/>
    </dgm:constrLst>
    <dgm:ruleLst/>
    <dgm:forEach name="aNodeForEach" axis="ch" ptType="node">
      <dgm:layoutNode name="compNode">
        <dgm:alg type="composite"/>
        <dgm:shape xmlns:r="http://schemas.openxmlformats.org/officeDocument/2006/relationships" r:blip="">
          <dgm:adjLst/>
        </dgm:shape>
        <dgm:presOf/>
        <dgm:constrLst>
          <dgm:constr type="w" for="ch" forName="aNode" refType="w"/>
          <dgm:constr type="h" for="ch" forName="aNode" refType="h"/>
          <dgm:constr type="w" for="ch" forName="textNode" refType="w"/>
          <dgm:constr type="h" for="ch" forName="textNode" refType="h" fact="0.3"/>
          <dgm:constr type="ctrX" for="ch" forName="textNode" refType="w" fact="0.5"/>
          <dgm:constr type="w" for="ch" forName="compChildNode" refType="w" fact="0.8"/>
          <dgm:constr type="h" for="ch" forName="compChildNode" refType="h" fact="0.65"/>
          <dgm:constr type="t" for="ch" forName="compChildNode" refType="h" fact="0.3"/>
          <dgm:constr type="ctrX" for="ch" forName="compChildNode" refType="w" fact="0.5"/>
        </dgm:constrLst>
        <dgm:ruleLst/>
        <dgm:layoutNode name="aNode" styleLbl="bgShp">
          <dgm:alg type="sp"/>
          <dgm:shape xmlns:r="http://schemas.openxmlformats.org/officeDocument/2006/relationships" type="roundRect" r:blip="">
            <dgm:adjLst>
              <dgm:adj idx="1" val="0.1"/>
            </dgm:adjLst>
          </dgm:shape>
          <dgm:presOf axis="self"/>
          <dgm:constrLst/>
          <dgm:ruleLst/>
        </dgm:layoutNode>
        <dgm:layoutNode name="textNode" styleLbl="bgShp">
          <dgm:alg type="tx"/>
          <dgm:shape xmlns:r="http://schemas.openxmlformats.org/officeDocument/2006/relationships" type="rect" r:blip="" hideGeom="1">
            <dgm:adjLst>
              <dgm:adj idx="1" val="0.1"/>
            </dgm:adjLst>
          </dgm:shape>
          <dgm:presOf axis="self"/>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ompChildNode">
          <dgm:alg type="composite"/>
          <dgm:shape xmlns:r="http://schemas.openxmlformats.org/officeDocument/2006/relationships" r:blip="">
            <dgm:adjLst/>
          </dgm:shape>
          <dgm:presOf/>
          <dgm:constrLst>
            <dgm:constr type="w" for="des" forName="childNode" refType="w"/>
            <dgm:constr type="h" for="des" forName="childNode" refType="h"/>
          </dgm:constrLst>
          <dgm:ruleLst/>
          <dgm:layoutNode name="theInnerList">
            <dgm:alg type="lin">
              <dgm:param type="linDir" val="fromT"/>
            </dgm:alg>
            <dgm:shape xmlns:r="http://schemas.openxmlformats.org/officeDocument/2006/relationships" r:blip="">
              <dgm:adjLst/>
            </dgm:shape>
            <dgm:presOf/>
            <dgm:constrLst/>
            <dgm:ruleLst/>
            <dgm:forEach name="childNodeForEach" axis="ch" ptType="node">
              <dgm:layoutNode name="childNode" styleLbl="node1">
                <dgm:varLst>
                  <dgm:bulletEnabled val="1"/>
                </dgm:varLst>
                <dgm:alg type="tx"/>
                <dgm:shape xmlns:r="http://schemas.openxmlformats.org/officeDocument/2006/relationships" type="roundRect" r:blip="">
                  <dgm:adjLst>
                    <dgm:adj idx="1" val="0.1"/>
                  </dgm:adjLst>
                </dgm:shape>
                <dgm:presOf axis="desOrSelf" ptType="node"/>
                <dgm:constrLst>
                  <dgm:constr type="primFontSz" val="65"/>
                  <dgm:constr type="tMarg" refType="primFontSz" fact="0.15"/>
                  <dgm:constr type="bMarg" refType="primFontSz" fact="0.15"/>
                  <dgm:constr type="lMarg" refType="primFontSz" fact="0.2"/>
                  <dgm:constr type="rMarg" refType="primFontSz" fact="0.2"/>
                </dgm:constrLst>
                <dgm:ruleLst>
                  <dgm:rule type="primFontSz" val="5" fact="NaN" max="NaN"/>
                </dgm:ruleLst>
              </dgm:layoutNode>
              <dgm:choose name="Name3">
                <dgm:if name="Name4" axis="self" ptType="node" func="revPos" op="equ" val="1"/>
                <dgm:else name="Name5">
                  <dgm:layoutNode name="aSpace2">
                    <dgm:alg type="sp"/>
                    <dgm:shape xmlns:r="http://schemas.openxmlformats.org/officeDocument/2006/relationships" r:blip="">
                      <dgm:adjLst/>
                    </dgm:shape>
                    <dgm:presOf/>
                    <dgm:constrLst/>
                    <dgm:ruleLst/>
                  </dgm:layoutNode>
                </dgm:else>
              </dgm:choose>
            </dgm:forEach>
          </dgm:layoutNode>
        </dgm:layoutNode>
      </dgm:layoutNode>
      <dgm:choose name="Name6">
        <dgm:if name="Name7" axis="self" ptType="node" func="revPos" op="equ" val="1"/>
        <dgm:else name="Name8">
          <dgm:layoutNode name="aSpace">
            <dgm:alg type="sp"/>
            <dgm:shape xmlns:r="http://schemas.openxmlformats.org/officeDocument/2006/relationships" r:blip="">
              <dgm:adjLst/>
            </dgm:shape>
            <dgm:presOf/>
            <dgm:constrLst/>
            <dgm:ruleLst/>
          </dgm:layoutNod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8/layout/BendingPictureCaption">
  <dgm:title val=""/>
  <dgm:desc val=""/>
  <dgm:catLst>
    <dgm:cat type="picture" pri="6000"/>
    <dgm:cat type="pictureconvert" pri="6000"/>
  </dgm:catLst>
  <dgm:sampData>
    <dgm:dataModel>
      <dgm:ptLst>
        <dgm:pt modelId="0" type="doc"/>
        <dgm:pt modelId="1">
          <dgm:prSet phldr="1"/>
        </dgm:pt>
        <dgm:pt modelId="2">
          <dgm:prSet phldr="1"/>
        </dgm:pt>
      </dgm:ptLst>
      <dgm:cxnLst>
        <dgm:cxn modelId="7" srcId="0" destId="1" srcOrd="0" destOrd="0"/>
        <dgm:cxn modelId="8" srcId="0" destId="2" srcOrd="1"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diagram">
    <dgm:varLst>
      <dgm:dir/>
    </dgm:varLst>
    <dgm:choose name="Name0">
      <dgm:if name="Name1" func="var" arg="dir" op="equ" val="norm">
        <dgm:alg type="snake">
          <dgm:param type="off" val="ctr"/>
        </dgm:alg>
      </dgm:if>
      <dgm:else name="Name2">
        <dgm:alg type="snake">
          <dgm:param type="grDir" val="tR"/>
          <dgm:param type="off" val="ctr"/>
        </dgm:alg>
      </dgm:else>
    </dgm:choose>
    <dgm:shape xmlns:r="http://schemas.openxmlformats.org/officeDocument/2006/relationships" r:blip="">
      <dgm:adjLst/>
    </dgm:shape>
    <dgm:constrLst>
      <dgm:constr type="primFontSz" for="des" ptType="node" op="equ" val="65"/>
      <dgm:constr type="w" for="ch" forName="composite" refType="w"/>
      <dgm:constr type="h" for="ch" forName="composite" refType="h"/>
      <dgm:constr type="sp" refType="w" refFor="ch" refForName="composite" op="equ" fact="0.1"/>
      <dgm:constr type="w" for="ch" forName="sibTrans" refType="w" refFor="ch" refForName="composite" op="equ" fact="0.1"/>
      <dgm:constr type="h" for="ch" forName="sibTrans" refType="w" refFor="ch" refForName="sibTrans" op="equ"/>
    </dgm:constrLst>
    <dgm:forEach name="nodesForEach" axis="ch" ptType="node">
      <dgm:layoutNode name="composite">
        <dgm:alg type="composite">
          <dgm:param type="ar" val="1.31"/>
        </dgm:alg>
        <dgm:shape xmlns:r="http://schemas.openxmlformats.org/officeDocument/2006/relationships" r:blip="">
          <dgm:adjLst/>
        </dgm:shape>
        <dgm:choose name="Name3">
          <dgm:if name="Name4" func="var" arg="dir" op="equ" val="norm">
            <dgm:constrLst>
              <dgm:constr type="l" for="ch" forName="Image" refType="w" fact="0"/>
              <dgm:constr type="t" for="ch" forName="Image" refType="h" fact="0"/>
              <dgm:constr type="w" for="ch" forName="Image" refType="w" fact="0.94"/>
              <dgm:constr type="h" for="ch" forName="Image" refType="h" fact="0.91"/>
              <dgm:constr type="l" for="ch" forName="Parent" refType="w" fact="0.19"/>
              <dgm:constr type="t" for="ch" forName="Parent" refType="h" fact="0.745"/>
              <dgm:constr type="w" for="ch" forName="Parent" refType="w" fact="0.81"/>
              <dgm:constr type="h" for="ch" forName="Parent" refType="h" fact="0.255"/>
            </dgm:constrLst>
          </dgm:if>
          <dgm:else name="Name5">
            <dgm:constrLst>
              <dgm:constr type="l" for="ch" forName="Image" refType="w" fact="0.06"/>
              <dgm:constr type="t" for="ch" forName="Image" refType="h" fact="0"/>
              <dgm:constr type="w" for="ch" forName="Image" refType="w" fact="0.94"/>
              <dgm:constr type="h" for="ch" forName="Image" refType="h" fact="0.91"/>
              <dgm:constr type="l" for="ch" forName="Parent" refType="w" fact="0"/>
              <dgm:constr type="t" for="ch" forName="Parent" refType="h" fact="0.745"/>
              <dgm:constr type="w" for="ch" forName="Parent" refType="w" fact="0.81"/>
              <dgm:constr type="h" for="ch" forName="Parent" refType="h" fact="0.255"/>
            </dgm:constrLst>
          </dgm:else>
        </dgm:choose>
        <dgm:layoutNode name="Image" styleLbl="bgShp">
          <dgm:alg type="sp"/>
          <dgm:shape xmlns:r="http://schemas.openxmlformats.org/officeDocument/2006/relationships" type="rect" r:blip="" blipPhldr="1">
            <dgm:adjLst/>
          </dgm:shape>
          <dgm:presOf/>
        </dgm:layoutNode>
        <dgm:layoutNode name="Parent" styleLbl="node0">
          <dgm:varLst>
            <dgm:bulletEnabled val="1"/>
          </dgm:varLst>
          <dgm:alg type="tx">
            <dgm:param type="txAnchorVertCh" val="mid"/>
            <dgm:param type="shpTxRTLAlignCh" val="r"/>
            <dgm:param type="lnSpAfParP" val="5"/>
          </dgm:alg>
          <dgm:shape xmlns:r="http://schemas.openxmlformats.org/officeDocument/2006/relationships" type="rect" r:blip="">
            <dgm:adjLst/>
          </dgm:shape>
          <dgm:presOf axis="desOrSelf" ptType="node"/>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11/layout/ThemePictureAccent">
  <dgm:title val="Theme Picture Accent"/>
  <dgm:desc val="Use to show a group of pictures with the first picture being centered and the largest. Can contain up to six Level 1 pictures. Unused pictures do not appear, but remain available if you switch layouts.  Works best with small amounts of text."/>
  <dgm:catLst>
    <dgm:cat type="picture" pri="13250"/>
    <dgm:cat type="officeonline" pri="4000"/>
  </dgm:catLst>
  <dgm:sampData>
    <dgm:dataModel>
      <dgm:ptLst>
        <dgm:pt modelId="0" type="doc"/>
        <dgm:pt modelId="10">
          <dgm:prSet phldr="1"/>
        </dgm:pt>
        <dgm:pt modelId="20">
          <dgm:prSet phldr="1"/>
        </dgm:pt>
        <dgm:pt modelId="30">
          <dgm:prSet phldr="1"/>
        </dgm:pt>
        <dgm:pt modelId="40">
          <dgm:prSet phldr="1"/>
        </dgm:pt>
        <dgm:pt modelId="50">
          <dgm:prSet phldr="1"/>
        </dgm:pt>
        <dgm:pt modelId="60">
          <dgm:prSet phldr="1"/>
        </dgm:pt>
      </dgm:ptLst>
      <dgm:cxnLst>
        <dgm:cxn modelId="70" srcId="0" destId="10" srcOrd="0" destOrd="0"/>
        <dgm:cxn modelId="80" srcId="0" destId="20" srcOrd="1" destOrd="0"/>
        <dgm:cxn modelId="90" srcId="0" destId="30" srcOrd="2" destOrd="0"/>
        <dgm:cxn modelId="100" srcId="0" destId="40" srcOrd="3" destOrd="0"/>
        <dgm:cxn modelId="110" srcId="0" destId="50" srcOrd="4" destOrd="0"/>
        <dgm:cxn modelId="120" srcId="0" destId="60" srcOrd="5"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6"/>
      <dgm:chPref val="6"/>
      <dgm:dir/>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62"/>
            </dgm:alg>
            <dgm:constrLst>
              <dgm:constr type="primFontSz" for="des" forName="Text1" val="65"/>
              <dgm:constr type="l" for="ch" forName="Image1" refType="w" fact="0"/>
              <dgm:constr type="t" for="ch" forName="Image1" refType="h" fact="0"/>
              <dgm:constr type="w" for="ch" forName="Image1" refType="w"/>
              <dgm:constr type="h" for="ch" forName="Image1" refType="h"/>
              <dgm:constr type="l" for="ch" forName="Accent1" refType="w" fact="0.0491"/>
              <dgm:constr type="t" for="ch" forName="Accent1" refType="h" fact="0.0756"/>
              <dgm:constr type="w" for="ch" forName="Accent1" refType="w" fact="0.9035"/>
              <dgm:constr type="h" for="ch" forName="Accent1" refType="h" fact="0.8429"/>
              <dgm:constr type="l" for="ch" forName="Text1" refType="w" fact="0.0491"/>
              <dgm:constr type="t" for="ch" forName="Text1" refType="h" fact="0.6654"/>
              <dgm:constr type="w" for="ch" forName="Text1" refType="w" fact="0.9035"/>
              <dgm:constr type="h" for="ch" forName="Text1" refType="h" fact="0.2548"/>
            </dgm:constrLst>
          </dgm:if>
          <dgm:if name="Name5" axis="ch" ptType="node" func="cnt" op="equ" val="2">
            <dgm:alg type="composite">
              <dgm:param type="ar" val="0.9528"/>
            </dgm:alg>
            <dgm:constrLst>
              <dgm:constr type="primFontSz" for="des" forName="Text1" val="65"/>
              <dgm:constr type="primFontSz" for="des" forName="Text2" refType="primFontSz" refFor="des" refForName="Text1" op="equ"/>
              <dgm:constr type="l" for="ch" forName="Image1" refType="w" fact="0"/>
              <dgm:constr type="t" for="ch" forName="Image1" refType="h" fact="0.4119"/>
              <dgm:constr type="w" for="ch" forName="Image1" refType="w" fact="0.997"/>
              <dgm:constr type="h" for="ch" forName="Image1" refType="h" fact="0.5881"/>
              <dgm:constr type="l" for="ch" forName="Accent1" refType="w" fact="0.049"/>
              <dgm:constr type="t" for="ch" forName="Accent1" refType="h" fact="0.4563"/>
              <dgm:constr type="w" for="ch" forName="Accent1" refType="w" fact="0.9008"/>
              <dgm:constr type="h" for="ch" forName="Accent1" refType="h" fact="0.4958"/>
              <dgm:constr type="l" for="ch" forName="Image2" refType="w" fact="0.6099"/>
              <dgm:constr type="t" for="ch" forName="Image2" refType="h" fact="0"/>
              <dgm:constr type="w" for="ch" forName="Image2" refType="w" fact="0.3901"/>
              <dgm:constr type="h" for="ch" forName="Image2" refType="h" fact="0.3806"/>
              <dgm:constr type="l" for="ch" forName="Accent2" refType="w" fact="0.6338"/>
              <dgm:constr type="t" for="ch" forName="Accent2" refType="h" fact="0.0231"/>
              <dgm:constr type="w" for="ch" forName="Accent2" refType="w" fact="0.3418"/>
              <dgm:constr type="h" for="ch" forName="Accent2" refType="h" fact="0.3343"/>
              <dgm:constr type="l" for="ch" forName="Text1" refType="w" fact="0.049"/>
              <dgm:constr type="t" for="ch" forName="Text1" refType="h" fact="0.8032"/>
              <dgm:constr type="w" for="ch" forName="Text1" refType="w" fact="0.9008"/>
              <dgm:constr type="h" for="ch" forName="Text1" refType="h" fact="0.1499"/>
              <dgm:constr type="l" for="ch" forName="Text2" refType="w" fact="0.6335"/>
              <dgm:constr type="t" for="ch" forName="Text2" refType="h" fact="0.2575"/>
              <dgm:constr type="w" for="ch" forName="Text2" refType="w" fact="0.3418"/>
              <dgm:constr type="h" for="ch" forName="Text2" refType="h" fact="0.0999"/>
            </dgm:constrLst>
          </dgm:if>
          <dgm:if name="Name6" axis="ch" ptType="node" func="cnt" op="equ" val="3">
            <dgm:alg type="composite">
              <dgm:param type="ar" val="1.4351"/>
            </dgm:alg>
            <dgm:constrLst>
              <dgm:constr type="primFontSz" for="des" forName="Text1" val="65"/>
              <dgm:constr type="primFontSz" for="des" forName="Text2" refType="primFontSz" refFor="des" refForName="Text1" op="equ"/>
              <dgm:constr type="primFontSz" for="des" forName="Text3" refType="primFontSz" refFor="des" refForName="Text1" op="equ"/>
              <dgm:constr type="l" for="ch" forName="Image1" refType="w" fact="0"/>
              <dgm:constr type="t" for="ch" forName="Image1" refType="h" fact="0.4119"/>
              <dgm:constr type="w" for="ch" forName="Image1" refType="w" fact="0.6627"/>
              <dgm:constr type="h" for="ch" forName="Image1" refType="h" fact="0.5881"/>
              <dgm:constr type="l" for="ch" forName="Accent1" refType="w" fact="0.0326"/>
              <dgm:constr type="t" for="ch" forName="Accent1" refType="h" fact="0.4563"/>
              <dgm:constr type="w" for="ch" forName="Accent1" refType="w" fact="0.5988"/>
              <dgm:constr type="h" for="ch" forName="Accent1" refType="h" fact="0.4958"/>
              <dgm:constr type="l" for="ch" forName="Image3" refType="w" fact="0.6846"/>
              <dgm:constr type="t" for="ch" forName="Image3" refType="h" fact="0.6397"/>
              <dgm:constr type="w" for="ch" forName="Image3" refType="w" fact="0.3154"/>
              <dgm:constr type="h" for="ch" forName="Image3" refType="h" fact="0.2805"/>
              <dgm:constr type="l" for="ch" forName="Accent3" refType="w" fact="0.7006"/>
              <dgm:constr type="t" for="ch" forName="Accent3" refType="h" fact="0.6629"/>
              <dgm:constr type="w" for="ch" forName="Accent3" refType="w" fact="0.2833"/>
              <dgm:constr type="h" for="ch" forName="Accent3" refType="h" fact="0.2344"/>
              <dgm:constr type="l" for="ch" forName="Image2" refType="w" fact="0.4054"/>
              <dgm:constr type="t" for="ch" forName="Image2" refType="h" fact="0"/>
              <dgm:constr type="w" for="ch" forName="Image2" refType="w" fact="0.2593"/>
              <dgm:constr type="h" for="ch" forName="Image2" refType="h" fact="0.3806"/>
              <dgm:constr type="l" for="ch" forName="Accent2" refType="w" fact="0.4213"/>
              <dgm:constr type="t" for="ch" forName="Accent2" refType="h" fact="0.0231"/>
              <dgm:constr type="w" for="ch" forName="Accent2" refType="w" fact="0.2272"/>
              <dgm:constr type="h" for="ch" forName="Accent2" refType="h" fact="0.3343"/>
              <dgm:constr type="l" for="ch" forName="Text1" refType="w" fact="0.0326"/>
              <dgm:constr type="t" for="ch" forName="Text1" refType="h" fact="0.8032"/>
              <dgm:constr type="w" for="ch" forName="Text1" refType="w" fact="0.5988"/>
              <dgm:constr type="h" for="ch" forName="Text1" refType="h" fact="0.1499"/>
              <dgm:constr type="l" for="ch" forName="Text2" refType="w" fact="0.4211"/>
              <dgm:constr type="t" for="ch" forName="Text2" refType="h" fact="0.2575"/>
              <dgm:constr type="w" for="ch" forName="Text2" refType="w" fact="0.2272"/>
              <dgm:constr type="h" for="ch" forName="Text2" refType="h" fact="0.0999"/>
              <dgm:constr type="l" for="ch" forName="Text3" refType="w" fact="0.7006"/>
              <dgm:constr type="t" for="ch" forName="Text3" refType="h" fact="0.7974"/>
              <dgm:constr type="w" for="ch" forName="Text3" refType="w" fact="0.2833"/>
              <dgm:constr type="h" for="ch" forName="Text3" refType="h" fact="0.0999"/>
            </dgm:constrLst>
          </dgm:if>
          <dgm:if name="Name7" axis="ch" ptType="node" func="cnt" op="equ" val="4">
            <dgm:alg type="composite">
              <dgm:param type="ar" val="1.6922"/>
            </dgm:alg>
            <dgm:constrLst>
              <dgm:constr type="primFontSz" for="des" forName="Text1" val="65"/>
              <dgm:constr type="primFontSz" for="des" forName="Text2" refType="primFontSz" refFor="des" refForName="Text1" op="equ"/>
              <dgm:constr type="primFontSz" for="des" forName="Text3" refType="primFontSz" refFor="des" refForName="Text1" op="equ"/>
              <dgm:constr type="primFontSz" for="des" forName="Text4" refType="primFontSz" refFor="des" refForName="Text1" op="equ"/>
              <dgm:constr type="l" for="ch" forName="Image1" refType="w" fact="0.1498"/>
              <dgm:constr type="t" for="ch" forName="Image1" refType="h" fact="0.4119"/>
              <dgm:constr type="w" for="ch" forName="Image1" refType="w" fact="0.5634"/>
              <dgm:constr type="h" for="ch" forName="Image1" refType="h" fact="0.5881"/>
              <dgm:constr type="l" for="ch" forName="Accent1" refType="w" fact="0.1774"/>
              <dgm:constr type="t" for="ch" forName="Accent1" refType="h" fact="0.4563"/>
              <dgm:constr type="w" for="ch" forName="Accent1" refType="w" fact="0.5091"/>
              <dgm:constr type="h" for="ch" forName="Accent1" refType="h" fact="0.4958"/>
              <dgm:constr type="l" for="ch" forName="Image4" refType="w" fact="0"/>
              <dgm:constr type="t" for="ch" forName="Image4" refType="h" fact="0.7601"/>
              <dgm:constr type="w" for="ch" forName="Image4" refType="w" fact="0.1316"/>
              <dgm:constr type="h" for="ch" forName="Image4" refType="h" fact="0.2262"/>
              <dgm:constr type="l" for="ch" forName="Accent4" refType="w" fact="0.0136"/>
              <dgm:constr type="t" for="ch" forName="Accent4" refType="h" fact="0.7839"/>
              <dgm:constr type="w" for="ch" forName="Accent4" refType="w" fact="0.1045"/>
              <dgm:constr type="h" for="ch" forName="Accent4" refType="h" fact="0.1806"/>
              <dgm:constr type="l" for="ch" forName="Image3" refType="w" fact="0.7318"/>
              <dgm:constr type="t" for="ch" forName="Image3" refType="h" fact="0.6397"/>
              <dgm:constr type="w" for="ch" forName="Image3" refType="w" fact="0.2682"/>
              <dgm:constr type="h" for="ch" forName="Image3" refType="h" fact="0.2805"/>
              <dgm:constr type="l" for="ch" forName="Accent3" refType="w" fact="0.7455"/>
              <dgm:constr type="t" for="ch" forName="Accent3" refType="h" fact="0.6629"/>
              <dgm:constr type="w" for="ch" forName="Accent3" refType="w" fact="0.2409"/>
              <dgm:constr type="h" for="ch" forName="Accent3" refType="h" fact="0.2344"/>
              <dgm:constr type="l" for="ch" forName="Image2" refType="w" fact="0.4944"/>
              <dgm:constr type="t" for="ch" forName="Image2" refType="h" fact="0"/>
              <dgm:constr type="w" for="ch" forName="Image2" refType="w" fact="0.2205"/>
              <dgm:constr type="h" for="ch" forName="Image2" refType="h" fact="0.3806"/>
              <dgm:constr type="l" for="ch" forName="Accent2" refType="w" fact="0.508"/>
              <dgm:constr type="t" for="ch" forName="Accent2" refType="h" fact="0.0231"/>
              <dgm:constr type="w" for="ch" forName="Accent2" refType="w" fact="0.1932"/>
              <dgm:constr type="h" for="ch" forName="Accent2" refType="h" fact="0.3343"/>
              <dgm:constr type="l" for="ch" forName="Text1" refType="w" fact="0.1774"/>
              <dgm:constr type="t" for="ch" forName="Text1" refType="h" fact="0.8032"/>
              <dgm:constr type="w" for="ch" forName="Text1" refType="w" fact="0.5091"/>
              <dgm:constr type="h" for="ch" forName="Text1" refType="h" fact="0.1499"/>
              <dgm:constr type="l" for="ch" forName="Text2" refType="w" fact="0.5078"/>
              <dgm:constr type="t" for="ch" forName="Text2" refType="h" fact="0.2575"/>
              <dgm:constr type="w" for="ch" forName="Text2" refType="w" fact="0.1932"/>
              <dgm:constr type="h" for="ch" forName="Text2" refType="h" fact="0.0999"/>
              <dgm:constr type="l" for="ch" forName="Text3" refType="w" fact="0.7455"/>
              <dgm:constr type="t" for="ch" forName="Text3" refType="h" fact="0.7974"/>
              <dgm:constr type="w" for="ch" forName="Text3" refType="w" fact="0.2409"/>
              <dgm:constr type="h" for="ch" forName="Text3" refType="h" fact="0.0999"/>
              <dgm:constr type="l" for="ch" forName="Text4" refType="w" fact="0.0136"/>
              <dgm:constr type="t" for="ch" forName="Text4" refType="h" fact="0.8647"/>
              <dgm:constr type="w" for="ch" forName="Text4" refType="w" fact="0.1045"/>
              <dgm:constr type="h" for="ch" forName="Text4" refType="h" fact="0.0999"/>
            </dgm:constrLst>
          </dgm:if>
          <dgm:if name="Name8" axis="ch" ptType="node" func="cnt" op="equ" val="5">
            <dgm:alg type="composite">
              <dgm:param type="ar" val="1.1999"/>
            </dgm:alg>
            <dgm:constrLst>
              <dgm:constr type="primFontSz" for="des" forName="Text1" val="65"/>
              <dgm:constr type="primFontSz" for="des" forName="Text2" refType="primFontSz" refFor="des" refForName="Text1" op="equ"/>
              <dgm:constr type="primFontSz" for="des" forName="Text3" refType="primFontSz" refFor="des" refForName="Text1" op="equ"/>
              <dgm:constr type="primFontSz" for="des" forName="Text4" refType="primFontSz" refFor="des" refForName="Text1" op="equ"/>
              <dgm:constr type="primFontSz" for="des" forName="Text5" refType="primFontSz" refFor="des" refForName="Text1" op="equ"/>
              <dgm:constr type="l" for="ch" forName="Image1" refType="w" fact="0.1498"/>
              <dgm:constr type="t" for="ch" forName="Image1" refType="h" fact="0.2921"/>
              <dgm:constr type="w" for="ch" forName="Image1" refType="w" fact="0.5634"/>
              <dgm:constr type="h" for="ch" forName="Image1" refType="h" fact="0.417"/>
              <dgm:constr type="l" for="ch" forName="Accent1" refType="w" fact="0.1774"/>
              <dgm:constr type="t" for="ch" forName="Accent1" refType="h" fact="0.3236"/>
              <dgm:constr type="w" for="ch" forName="Accent1" refType="w" fact="0.5091"/>
              <dgm:constr type="h" for="ch" forName="Accent1" refType="h" fact="0.3515"/>
              <dgm:constr type="l" for="ch" forName="Image4" refType="w" fact="0"/>
              <dgm:constr type="t" for="ch" forName="Image4" refType="h" fact="0.539"/>
              <dgm:constr type="w" for="ch" forName="Image4" refType="w" fact="0.1316"/>
              <dgm:constr type="h" for="ch" forName="Image4" refType="h" fact="0.1604"/>
              <dgm:constr type="l" for="ch" forName="Accent4" refType="w" fact="0.0136"/>
              <dgm:constr type="t" for="ch" forName="Accent4" refType="h" fact="0.5559"/>
              <dgm:constr type="w" for="ch" forName="Accent4" refType="w" fact="0.1045"/>
              <dgm:constr type="h" for="ch" forName="Accent4" refType="h" fact="0.1281"/>
              <dgm:constr type="l" for="ch" forName="Image5" refType="w" fact="0.6287"/>
              <dgm:constr type="t" for="ch" forName="Image5" refType="h" fact="0.7301"/>
              <dgm:constr type="w" for="ch" forName="Image5" refType="w" fact="0.2318"/>
              <dgm:constr type="h" for="ch" forName="Image5" refType="h" fact="0.2699"/>
              <dgm:constr type="l" for="ch" forName="Accent5" refType="w" fact="0.642"/>
              <dgm:constr type="t" for="ch" forName="Accent5" refType="h" fact="0.7467"/>
              <dgm:constr type="w" for="ch" forName="Accent5" refType="w" fact="0.2045"/>
              <dgm:constr type="h" for="ch" forName="Accent5" refType="h" fact="0.2371"/>
              <dgm:constr type="l" for="ch" forName="Image3" refType="w" fact="0.7318"/>
              <dgm:constr type="t" for="ch" forName="Image3" refType="h" fact="0.4536"/>
              <dgm:constr type="w" for="ch" forName="Image3" refType="w" fact="0.2682"/>
              <dgm:constr type="h" for="ch" forName="Image3" refType="h" fact="0.1989"/>
              <dgm:constr type="l" for="ch" forName="Accent3" refType="w" fact="0.7455"/>
              <dgm:constr type="t" for="ch" forName="Accent3" refType="h" fact="0.4701"/>
              <dgm:constr type="w" for="ch" forName="Accent3" refType="w" fact="0.2409"/>
              <dgm:constr type="h" for="ch" forName="Accent3" refType="h" fact="0.1662"/>
              <dgm:constr type="l" for="ch" forName="Image2" refType="w" fact="0.4944"/>
              <dgm:constr type="t" for="ch" forName="Image2" refType="h" fact="0"/>
              <dgm:constr type="w" for="ch" forName="Image2" refType="w" fact="0.2205"/>
              <dgm:constr type="h" for="ch" forName="Image2" refType="h" fact="0.2699"/>
              <dgm:constr type="l" for="ch" forName="Accent2" refType="w" fact="0.508"/>
              <dgm:constr type="t" for="ch" forName="Accent2" refType="h" fact="0.0164"/>
              <dgm:constr type="w" for="ch" forName="Accent2" refType="w" fact="0.1932"/>
              <dgm:constr type="h" for="ch" forName="Accent2" refType="h" fact="0.2371"/>
              <dgm:constr type="l" for="ch" forName="Text1" refType="w" fact="0.1774"/>
              <dgm:constr type="t" for="ch" forName="Text1" refType="h" fact="0.5695"/>
              <dgm:constr type="w" for="ch" forName="Text1" refType="w" fact="0.5091"/>
              <dgm:constr type="h" for="ch" forName="Text1" refType="h" fact="0.1063"/>
              <dgm:constr type="l" for="ch" forName="Text2" refType="w" fact="0.5078"/>
              <dgm:constr type="t" for="ch" forName="Text2" refType="h" fact="0.1826"/>
              <dgm:constr type="w" for="ch" forName="Text2" refType="w" fact="0.1932"/>
              <dgm:constr type="h" for="ch" forName="Text2" refType="h" fact="0.0709"/>
              <dgm:constr type="l" for="ch" forName="Text3" refType="w" fact="0.7455"/>
              <dgm:constr type="t" for="ch" forName="Text3" refType="h" fact="0.5655"/>
              <dgm:constr type="w" for="ch" forName="Text3" refType="w" fact="0.2409"/>
              <dgm:constr type="h" for="ch" forName="Text3" refType="h" fact="0.0709"/>
              <dgm:constr type="l" for="ch" forName="Text5" refType="w" fact="0.642"/>
              <dgm:constr type="t" for="ch" forName="Text5" refType="h" fact="0.9129"/>
              <dgm:constr type="w" for="ch" forName="Text5" refType="w" fact="0.2045"/>
              <dgm:constr type="h" for="ch" forName="Text5" refType="h" fact="0.0709"/>
              <dgm:constr type="l" for="ch" forName="Text4" refType="w" fact="0.0136"/>
              <dgm:constr type="t" for="ch" forName="Text4" refType="h" fact="0.6132"/>
              <dgm:constr type="w" for="ch" forName="Text4" refType="w" fact="0.1045"/>
              <dgm:constr type="h" for="ch" forName="Text4" refType="h" fact="0.0709"/>
            </dgm:constrLst>
          </dgm:if>
          <dgm:else name="Name9">
            <dgm:alg type="composite">
              <dgm:param type="ar" val="1.1999"/>
            </dgm:alg>
            <dgm:constrLst>
              <dgm:constr type="primFontSz" for="des" forName="Text1" val="65"/>
              <dgm:constr type="primFontSz" for="des" forName="Text2" refType="primFontSz" refFor="des" refForName="Text1" op="equ"/>
              <dgm:constr type="primFontSz" for="des" forName="Text3" refType="primFontSz" refFor="des" refForName="Text1" op="equ"/>
              <dgm:constr type="primFontSz" for="des" forName="Text4" refType="primFontSz" refFor="des" refForName="Text1" op="equ"/>
              <dgm:constr type="primFontSz" for="des" forName="Text5" refType="primFontSz" refFor="des" refForName="Text1" op="equ"/>
              <dgm:constr type="primFontSz" for="des" forName="Text6" refType="primFontSz" refFor="des" refForName="Text1" op="equ"/>
              <dgm:constr type="l" for="ch" forName="Image1" refType="w" fact="0.1498"/>
              <dgm:constr type="t" for="ch" forName="Image1" refType="h" fact="0.2921"/>
              <dgm:constr type="w" for="ch" forName="Image1" refType="w" fact="0.5634"/>
              <dgm:constr type="h" for="ch" forName="Image1" refType="h" fact="0.417"/>
              <dgm:constr type="l" for="ch" forName="Accent1" refType="w" fact="0.1774"/>
              <dgm:constr type="t" for="ch" forName="Accent1" refType="h" fact="0.3236"/>
              <dgm:constr type="w" for="ch" forName="Accent1" refType="w" fact="0.5091"/>
              <dgm:constr type="h" for="ch" forName="Accent1" refType="h" fact="0.3515"/>
              <dgm:constr type="l" for="ch" forName="Image4" refType="w" fact="0"/>
              <dgm:constr type="t" for="ch" forName="Image4" refType="h" fact="0.539"/>
              <dgm:constr type="w" for="ch" forName="Image4" refType="w" fact="0.1316"/>
              <dgm:constr type="h" for="ch" forName="Image4" refType="h" fact="0.1604"/>
              <dgm:constr type="l" for="ch" forName="Accent4" refType="w" fact="0.0136"/>
              <dgm:constr type="t" for="ch" forName="Accent4" refType="h" fact="0.5559"/>
              <dgm:constr type="w" for="ch" forName="Accent4" refType="w" fact="0.1045"/>
              <dgm:constr type="h" for="ch" forName="Accent4" refType="h" fact="0.1281"/>
              <dgm:constr type="l" for="ch" forName="Image5" refType="w" fact="0.6287"/>
              <dgm:constr type="t" for="ch" forName="Image5" refType="h" fact="0.7301"/>
              <dgm:constr type="w" for="ch" forName="Image5" refType="w" fact="0.2318"/>
              <dgm:constr type="h" for="ch" forName="Image5" refType="h" fact="0.2699"/>
              <dgm:constr type="l" for="ch" forName="Accent5" refType="w" fact="0.642"/>
              <dgm:constr type="t" for="ch" forName="Accent5" refType="h" fact="0.7467"/>
              <dgm:constr type="w" for="ch" forName="Accent5" refType="w" fact="0.2045"/>
              <dgm:constr type="h" for="ch" forName="Accent5" refType="h" fact="0.2371"/>
              <dgm:constr type="l" for="ch" forName="Image3" refType="w" fact="0.7318"/>
              <dgm:constr type="t" for="ch" forName="Image3" refType="h" fact="0.4536"/>
              <dgm:constr type="w" for="ch" forName="Image3" refType="w" fact="0.2682"/>
              <dgm:constr type="h" for="ch" forName="Image3" refType="h" fact="0.1989"/>
              <dgm:constr type="l" for="ch" forName="Accent3" refType="w" fact="0.7455"/>
              <dgm:constr type="t" for="ch" forName="Accent3" refType="h" fact="0.4701"/>
              <dgm:constr type="w" for="ch" forName="Accent3" refType="w" fact="0.2409"/>
              <dgm:constr type="h" for="ch" forName="Accent3" refType="h" fact="0.1662"/>
              <dgm:constr type="l" for="ch" forName="Image2" refType="w" fact="0.4944"/>
              <dgm:constr type="t" for="ch" forName="Image2" refType="h" fact="0"/>
              <dgm:constr type="w" for="ch" forName="Image2" refType="w" fact="0.2205"/>
              <dgm:constr type="h" for="ch" forName="Image2" refType="h" fact="0.2699"/>
              <dgm:constr type="l" for="ch" forName="Accent2" refType="w" fact="0.508"/>
              <dgm:constr type="t" for="ch" forName="Accent2" refType="h" fact="0.0164"/>
              <dgm:constr type="w" for="ch" forName="Accent2" refType="w" fact="0.1932"/>
              <dgm:constr type="h" for="ch" forName="Accent2" refType="h" fact="0.2371"/>
              <dgm:constr type="l" for="ch" forName="Text1" refType="w" fact="0.1774"/>
              <dgm:constr type="t" for="ch" forName="Text1" refType="h" fact="0.5695"/>
              <dgm:constr type="w" for="ch" forName="Text1" refType="w" fact="0.5091"/>
              <dgm:constr type="h" for="ch" forName="Text1" refType="h" fact="0.1063"/>
              <dgm:constr type="l" for="ch" forName="Image6" refType="w" fact="0.151"/>
              <dgm:constr type="t" for="ch" forName="Image6" refType="h" fact="0.7301"/>
              <dgm:constr type="w" for="ch" forName="Image6" refType="w" fact="0.2361"/>
              <dgm:constr type="h" for="ch" forName="Image6" refType="h" fact="0.1604"/>
              <dgm:constr type="l" for="ch" forName="Accent6" refType="w" fact="0.1648"/>
              <dgm:constr type="t" for="ch" forName="Accent6" refType="h" fact="0.7467"/>
              <dgm:constr type="w" for="ch" forName="Accent6" refType="w" fact="0.2091"/>
              <dgm:constr type="h" for="ch" forName="Accent6" refType="h" fact="0.1281"/>
              <dgm:constr type="l" for="ch" forName="Text2" refType="w" fact="0.5078"/>
              <dgm:constr type="t" for="ch" forName="Text2" refType="h" fact="0.1826"/>
              <dgm:constr type="w" for="ch" forName="Text2" refType="w" fact="0.1932"/>
              <dgm:constr type="h" for="ch" forName="Text2" refType="h" fact="0.0709"/>
              <dgm:constr type="l" for="ch" forName="Text3" refType="w" fact="0.7455"/>
              <dgm:constr type="t" for="ch" forName="Text3" refType="h" fact="0.5655"/>
              <dgm:constr type="w" for="ch" forName="Text3" refType="w" fact="0.2409"/>
              <dgm:constr type="h" for="ch" forName="Text3" refType="h" fact="0.0709"/>
              <dgm:constr type="l" for="ch" forName="Text5" refType="w" fact="0.642"/>
              <dgm:constr type="t" for="ch" forName="Text5" refType="h" fact="0.9129"/>
              <dgm:constr type="w" for="ch" forName="Text5" refType="w" fact="0.2045"/>
              <dgm:constr type="h" for="ch" forName="Text5" refType="h" fact="0.0709"/>
              <dgm:constr type="l" for="ch" forName="Text6" refType="w" fact="0.1648"/>
              <dgm:constr type="t" for="ch" forName="Text6" refType="h" fact="0.8039"/>
              <dgm:constr type="w" for="ch" forName="Text6" refType="w" fact="0.2091"/>
              <dgm:constr type="h" for="ch" forName="Text6" refType="h" fact="0.0709"/>
              <dgm:constr type="l" for="ch" forName="Text4" refType="w" fact="0.0136"/>
              <dgm:constr type="t" for="ch" forName="Text4" refType="h" fact="0.6132"/>
              <dgm:constr type="w" for="ch" forName="Text4" refType="w" fact="0.1045"/>
              <dgm:constr type="h" for="ch" forName="Text4" refType="h" fact="0.0709"/>
            </dgm:constrLst>
          </dgm:else>
        </dgm:choose>
      </dgm:if>
      <dgm:else name="Name10">
        <dgm:choose name="Name11">
          <dgm:if name="Name12" axis="ch" ptType="node" func="cnt" op="equ" val="1">
            <dgm:alg type="composite">
              <dgm:param type="ar" val="1.62"/>
            </dgm:alg>
            <dgm:constrLst>
              <dgm:constr type="primFontSz" for="des" forName="Text1" val="65"/>
              <dgm:constr type="l" for="ch" forName="Image1" refType="w" fact="0"/>
              <dgm:constr type="t" for="ch" forName="Image1" refType="h" fact="0"/>
              <dgm:constr type="w" for="ch" forName="Image1" refType="w"/>
              <dgm:constr type="h" for="ch" forName="Image1" refType="h"/>
              <dgm:constr type="l" for="ch" forName="Accent1" refType="w" fact="0.0491"/>
              <dgm:constr type="t" for="ch" forName="Accent1" refType="h" fact="0.0756"/>
              <dgm:constr type="w" for="ch" forName="Accent1" refType="w" fact="0.9035"/>
              <dgm:constr type="h" for="ch" forName="Accent1" refType="h" fact="0.8429"/>
              <dgm:constr type="l" for="ch" forName="Text1" refType="w" fact="0.0491"/>
              <dgm:constr type="t" for="ch" forName="Text1" refType="h" fact="0.6654"/>
              <dgm:constr type="w" for="ch" forName="Text1" refType="w" fact="0.9035"/>
              <dgm:constr type="h" for="ch" forName="Text1" refType="h" fact="0.2548"/>
            </dgm:constrLst>
          </dgm:if>
          <dgm:if name="Name13" axis="ch" ptType="node" func="cnt" op="equ" val="2">
            <dgm:alg type="composite">
              <dgm:param type="ar" val="0.9528"/>
            </dgm:alg>
            <dgm:constrLst>
              <dgm:constr type="primFontSz" for="des" forName="Text1" val="65"/>
              <dgm:constr type="primFontSz" for="des" forName="Text2" refType="primFontSz" refFor="des" refForName="Text1" op="equ"/>
              <dgm:constr type="r" for="ch" forName="Image1" refType="w"/>
              <dgm:constr type="t" for="ch" forName="Image1" refType="h" fact="0.4119"/>
              <dgm:constr type="w" for="ch" forName="Image1" refType="w" fact="0.997"/>
              <dgm:constr type="h" for="ch" forName="Image1" refType="h" fact="0.5881"/>
              <dgm:constr type="r" for="ch" forName="Accent1" refType="w" fact="0.951"/>
              <dgm:constr type="t" for="ch" forName="Accent1" refType="h" fact="0.4563"/>
              <dgm:constr type="w" for="ch" forName="Accent1" refType="w" fact="0.9008"/>
              <dgm:constr type="h" for="ch" forName="Accent1" refType="h" fact="0.4958"/>
              <dgm:constr type="r" for="ch" forName="Image2" refType="w" fact="0.3901"/>
              <dgm:constr type="t" for="ch" forName="Image2" refType="h" fact="0"/>
              <dgm:constr type="w" for="ch" forName="Image2" refType="w" fact="0.3901"/>
              <dgm:constr type="h" for="ch" forName="Image2" refType="h" fact="0.3806"/>
              <dgm:constr type="r" for="ch" forName="Accent2" refType="w" fact="0.3662"/>
              <dgm:constr type="t" for="ch" forName="Accent2" refType="h" fact="0.0231"/>
              <dgm:constr type="w" for="ch" forName="Accent2" refType="w" fact="0.3418"/>
              <dgm:constr type="h" for="ch" forName="Accent2" refType="h" fact="0.3343"/>
              <dgm:constr type="r" for="ch" forName="Text1" refType="w" fact="0.951"/>
              <dgm:constr type="t" for="ch" forName="Text1" refType="h" fact="0.8032"/>
              <dgm:constr type="w" for="ch" forName="Text1" refType="w" fact="0.9008"/>
              <dgm:constr type="h" for="ch" forName="Text1" refType="h" fact="0.1499"/>
              <dgm:constr type="r" for="ch" forName="Text2" refType="w" fact="0.3665"/>
              <dgm:constr type="t" for="ch" forName="Text2" refType="h" fact="0.2575"/>
              <dgm:constr type="w" for="ch" forName="Text2" refType="w" fact="0.3418"/>
              <dgm:constr type="h" for="ch" forName="Text2" refType="h" fact="0.0999"/>
            </dgm:constrLst>
          </dgm:if>
          <dgm:if name="Name14" axis="ch" ptType="node" func="cnt" op="equ" val="3">
            <dgm:alg type="composite">
              <dgm:param type="ar" val="1.4351"/>
            </dgm:alg>
            <dgm:constrLst>
              <dgm:constr type="primFontSz" for="des" forName="Text1" val="65"/>
              <dgm:constr type="primFontSz" for="des" forName="Text2" refType="primFontSz" refFor="des" refForName="Text1" op="equ"/>
              <dgm:constr type="primFontSz" for="des" forName="Text3" refType="primFontSz" refFor="des" refForName="Text1" op="equ"/>
              <dgm:constr type="r" for="ch" forName="Image1" refType="w"/>
              <dgm:constr type="t" for="ch" forName="Image1" refType="h" fact="0.4119"/>
              <dgm:constr type="w" for="ch" forName="Image1" refType="w" fact="0.6627"/>
              <dgm:constr type="h" for="ch" forName="Image1" refType="h" fact="0.5881"/>
              <dgm:constr type="r" for="ch" forName="Accent1" refType="w" fact="0.9674"/>
              <dgm:constr type="t" for="ch" forName="Accent1" refType="h" fact="0.4563"/>
              <dgm:constr type="w" for="ch" forName="Accent1" refType="w" fact="0.5988"/>
              <dgm:constr type="h" for="ch" forName="Accent1" refType="h" fact="0.4958"/>
              <dgm:constr type="r" for="ch" forName="Image3" refType="w" fact="0.3154"/>
              <dgm:constr type="t" for="ch" forName="Image3" refType="h" fact="0.6397"/>
              <dgm:constr type="w" for="ch" forName="Image3" refType="w" fact="0.3154"/>
              <dgm:constr type="h" for="ch" forName="Image3" refType="h" fact="0.2805"/>
              <dgm:constr type="r" for="ch" forName="Accent3" refType="w" fact="0.2994"/>
              <dgm:constr type="t" for="ch" forName="Accent3" refType="h" fact="0.6629"/>
              <dgm:constr type="w" for="ch" forName="Accent3" refType="w" fact="0.2833"/>
              <dgm:constr type="h" for="ch" forName="Accent3" refType="h" fact="0.2344"/>
              <dgm:constr type="r" for="ch" forName="Image2" refType="w" fact="0.5946"/>
              <dgm:constr type="t" for="ch" forName="Image2" refType="h" fact="0"/>
              <dgm:constr type="w" for="ch" forName="Image2" refType="w" fact="0.2593"/>
              <dgm:constr type="h" for="ch" forName="Image2" refType="h" fact="0.3806"/>
              <dgm:constr type="r" for="ch" forName="Accent2" refType="w" fact="0.5787"/>
              <dgm:constr type="t" for="ch" forName="Accent2" refType="h" fact="0.0231"/>
              <dgm:constr type="w" for="ch" forName="Accent2" refType="w" fact="0.2272"/>
              <dgm:constr type="h" for="ch" forName="Accent2" refType="h" fact="0.3343"/>
              <dgm:constr type="r" for="ch" forName="Text1" refType="w" fact="0.9674"/>
              <dgm:constr type="t" for="ch" forName="Text1" refType="h" fact="0.8032"/>
              <dgm:constr type="w" for="ch" forName="Text1" refType="w" fact="0.5988"/>
              <dgm:constr type="h" for="ch" forName="Text1" refType="h" fact="0.1499"/>
              <dgm:constr type="r" for="ch" forName="Text2" refType="w" fact="0.5789"/>
              <dgm:constr type="t" for="ch" forName="Text2" refType="h" fact="0.2575"/>
              <dgm:constr type="w" for="ch" forName="Text2" refType="w" fact="0.2272"/>
              <dgm:constr type="h" for="ch" forName="Text2" refType="h" fact="0.0999"/>
              <dgm:constr type="r" for="ch" forName="Text3" refType="w" fact="0.2994"/>
              <dgm:constr type="t" for="ch" forName="Text3" refType="h" fact="0.7974"/>
              <dgm:constr type="w" for="ch" forName="Text3" refType="w" fact="0.2833"/>
              <dgm:constr type="h" for="ch" forName="Text3" refType="h" fact="0.0999"/>
            </dgm:constrLst>
          </dgm:if>
          <dgm:if name="Name15" axis="ch" ptType="node" func="cnt" op="equ" val="4">
            <dgm:alg type="composite">
              <dgm:param type="ar" val="1.6922"/>
            </dgm:alg>
            <dgm:constrLst>
              <dgm:constr type="primFontSz" for="des" forName="Text1" val="65"/>
              <dgm:constr type="primFontSz" for="des" forName="Text2" refType="primFontSz" refFor="des" refForName="Text1" op="equ"/>
              <dgm:constr type="primFontSz" for="des" forName="Text3" refType="primFontSz" refFor="des" refForName="Text1" op="equ"/>
              <dgm:constr type="primFontSz" for="des" forName="Text4" refType="primFontSz" refFor="des" refForName="Text1" op="equ"/>
              <dgm:constr type="r" for="ch" forName="Image1" refType="w" fact="0.8502"/>
              <dgm:constr type="t" for="ch" forName="Image1" refType="h" fact="0.4119"/>
              <dgm:constr type="w" for="ch" forName="Image1" refType="w" fact="0.5634"/>
              <dgm:constr type="h" for="ch" forName="Image1" refType="h" fact="0.5881"/>
              <dgm:constr type="r" for="ch" forName="Accent1" refType="w" fact="0.8226"/>
              <dgm:constr type="t" for="ch" forName="Accent1" refType="h" fact="0.4563"/>
              <dgm:constr type="w" for="ch" forName="Accent1" refType="w" fact="0.5091"/>
              <dgm:constr type="h" for="ch" forName="Accent1" refType="h" fact="0.4958"/>
              <dgm:constr type="r" for="ch" forName="Image4" refType="w"/>
              <dgm:constr type="t" for="ch" forName="Image4" refType="h" fact="0.7601"/>
              <dgm:constr type="w" for="ch" forName="Image4" refType="w" fact="0.1316"/>
              <dgm:constr type="h" for="ch" forName="Image4" refType="h" fact="0.2262"/>
              <dgm:constr type="r" for="ch" forName="Accent4" refType="w" fact="0.9864"/>
              <dgm:constr type="t" for="ch" forName="Accent4" refType="h" fact="0.7839"/>
              <dgm:constr type="w" for="ch" forName="Accent4" refType="w" fact="0.1045"/>
              <dgm:constr type="h" for="ch" forName="Accent4" refType="h" fact="0.1806"/>
              <dgm:constr type="r" for="ch" forName="Image3" refType="w" fact="0.2682"/>
              <dgm:constr type="t" for="ch" forName="Image3" refType="h" fact="0.6397"/>
              <dgm:constr type="w" for="ch" forName="Image3" refType="w" fact="0.2682"/>
              <dgm:constr type="h" for="ch" forName="Image3" refType="h" fact="0.2805"/>
              <dgm:constr type="r" for="ch" forName="Accent3" refType="w" fact="0.2545"/>
              <dgm:constr type="t" for="ch" forName="Accent3" refType="h" fact="0.6629"/>
              <dgm:constr type="w" for="ch" forName="Accent3" refType="w" fact="0.2409"/>
              <dgm:constr type="h" for="ch" forName="Accent3" refType="h" fact="0.2344"/>
              <dgm:constr type="r" for="ch" forName="Image2" refType="w" fact="0.5056"/>
              <dgm:constr type="t" for="ch" forName="Image2" refType="h" fact="0"/>
              <dgm:constr type="w" for="ch" forName="Image2" refType="w" fact="0.2205"/>
              <dgm:constr type="h" for="ch" forName="Image2" refType="h" fact="0.3806"/>
              <dgm:constr type="r" for="ch" forName="Accent2" refType="w" fact="0.492"/>
              <dgm:constr type="t" for="ch" forName="Accent2" refType="h" fact="0.0231"/>
              <dgm:constr type="w" for="ch" forName="Accent2" refType="w" fact="0.1932"/>
              <dgm:constr type="h" for="ch" forName="Accent2" refType="h" fact="0.3343"/>
              <dgm:constr type="r" for="ch" forName="Text1" refType="w" fact="0.8226"/>
              <dgm:constr type="t" for="ch" forName="Text1" refType="h" fact="0.8032"/>
              <dgm:constr type="w" for="ch" forName="Text1" refType="w" fact="0.5091"/>
              <dgm:constr type="h" for="ch" forName="Text1" refType="h" fact="0.1499"/>
              <dgm:constr type="r" for="ch" forName="Text2" refType="w" fact="0.4922"/>
              <dgm:constr type="t" for="ch" forName="Text2" refType="h" fact="0.2575"/>
              <dgm:constr type="w" for="ch" forName="Text2" refType="w" fact="0.1932"/>
              <dgm:constr type="h" for="ch" forName="Text2" refType="h" fact="0.0999"/>
              <dgm:constr type="r" for="ch" forName="Text3" refType="w" fact="0.2545"/>
              <dgm:constr type="t" for="ch" forName="Text3" refType="h" fact="0.7974"/>
              <dgm:constr type="w" for="ch" forName="Text3" refType="w" fact="0.2409"/>
              <dgm:constr type="h" for="ch" forName="Text3" refType="h" fact="0.0999"/>
              <dgm:constr type="r" for="ch" forName="Text4" refType="w" fact="0.9864"/>
              <dgm:constr type="t" for="ch" forName="Text4" refType="h" fact="0.8647"/>
              <dgm:constr type="w" for="ch" forName="Text4" refType="w" fact="0.1045"/>
              <dgm:constr type="h" for="ch" forName="Text4" refType="h" fact="0.0999"/>
            </dgm:constrLst>
          </dgm:if>
          <dgm:if name="Name16" axis="ch" ptType="node" func="cnt" op="equ" val="5">
            <dgm:alg type="composite">
              <dgm:param type="ar" val="1.1999"/>
            </dgm:alg>
            <dgm:constrLst>
              <dgm:constr type="primFontSz" for="des" forName="Text1" val="65"/>
              <dgm:constr type="primFontSz" for="des" forName="Text2" refType="primFontSz" refFor="des" refForName="Text1" op="equ"/>
              <dgm:constr type="primFontSz" for="des" forName="Text3" refType="primFontSz" refFor="des" refForName="Text1" op="equ"/>
              <dgm:constr type="primFontSz" for="des" forName="Text4" refType="primFontSz" refFor="des" refForName="Text1" op="equ"/>
              <dgm:constr type="primFontSz" for="des" forName="Text5" refType="primFontSz" refFor="des" refForName="Text1" op="equ"/>
              <dgm:constr type="r" for="ch" forName="Image1" refType="w" fact="0.8502"/>
              <dgm:constr type="t" for="ch" forName="Image1" refType="h" fact="0.2921"/>
              <dgm:constr type="w" for="ch" forName="Image1" refType="w" fact="0.5634"/>
              <dgm:constr type="h" for="ch" forName="Image1" refType="h" fact="0.417"/>
              <dgm:constr type="r" for="ch" forName="Accent1" refType="w" fact="0.8226"/>
              <dgm:constr type="t" for="ch" forName="Accent1" refType="h" fact="0.3236"/>
              <dgm:constr type="w" for="ch" forName="Accent1" refType="w" fact="0.5091"/>
              <dgm:constr type="h" for="ch" forName="Accent1" refType="h" fact="0.3515"/>
              <dgm:constr type="r" for="ch" forName="Image4" refType="w"/>
              <dgm:constr type="t" for="ch" forName="Image4" refType="h" fact="0.539"/>
              <dgm:constr type="w" for="ch" forName="Image4" refType="w" fact="0.1316"/>
              <dgm:constr type="h" for="ch" forName="Image4" refType="h" fact="0.1604"/>
              <dgm:constr type="r" for="ch" forName="Accent4" refType="w" fact="0.9864"/>
              <dgm:constr type="t" for="ch" forName="Accent4" refType="h" fact="0.5559"/>
              <dgm:constr type="w" for="ch" forName="Accent4" refType="w" fact="0.1045"/>
              <dgm:constr type="h" for="ch" forName="Accent4" refType="h" fact="0.1281"/>
              <dgm:constr type="r" for="ch" forName="Image5" refType="w" fact="0.3723"/>
              <dgm:constr type="t" for="ch" forName="Image5" refType="h" fact="0.7301"/>
              <dgm:constr type="w" for="ch" forName="Image5" refType="w" fact="0.2318"/>
              <dgm:constr type="h" for="ch" forName="Image5" refType="h" fact="0.2699"/>
              <dgm:constr type="r" for="ch" forName="Accent5" refType="w" fact="0.358"/>
              <dgm:constr type="t" for="ch" forName="Accent5" refType="h" fact="0.7467"/>
              <dgm:constr type="w" for="ch" forName="Accent5" refType="w" fact="0.2045"/>
              <dgm:constr type="h" for="ch" forName="Accent5" refType="h" fact="0.2371"/>
              <dgm:constr type="r" for="ch" forName="Image3" refType="w" fact="0.2682"/>
              <dgm:constr type="t" for="ch" forName="Image3" refType="h" fact="0.4536"/>
              <dgm:constr type="w" for="ch" forName="Image3" refType="w" fact="0.2682"/>
              <dgm:constr type="h" for="ch" forName="Image3" refType="h" fact="0.1989"/>
              <dgm:constr type="r" for="ch" forName="Accent3" refType="w" fact="0.2545"/>
              <dgm:constr type="t" for="ch" forName="Accent3" refType="h" fact="0.4701"/>
              <dgm:constr type="w" for="ch" forName="Accent3" refType="w" fact="0.2409"/>
              <dgm:constr type="h" for="ch" forName="Accent3" refType="h" fact="0.1662"/>
              <dgm:constr type="r" for="ch" forName="Image2" refType="w" fact="0.5056"/>
              <dgm:constr type="t" for="ch" forName="Image2" refType="h" fact="0"/>
              <dgm:constr type="w" for="ch" forName="Image2" refType="w" fact="0.2205"/>
              <dgm:constr type="h" for="ch" forName="Image2" refType="h" fact="0.2699"/>
              <dgm:constr type="r" for="ch" forName="Accent2" refType="w" fact="0.492"/>
              <dgm:constr type="t" for="ch" forName="Accent2" refType="h" fact="0.0164"/>
              <dgm:constr type="w" for="ch" forName="Accent2" refType="w" fact="0.1932"/>
              <dgm:constr type="h" for="ch" forName="Accent2" refType="h" fact="0.2371"/>
              <dgm:constr type="r" for="ch" forName="Text1" refType="w" fact="0.8226"/>
              <dgm:constr type="t" for="ch" forName="Text1" refType="h" fact="0.5695"/>
              <dgm:constr type="w" for="ch" forName="Text1" refType="w" fact="0.5091"/>
              <dgm:constr type="h" for="ch" forName="Text1" refType="h" fact="0.1063"/>
              <dgm:constr type="r" for="ch" forName="Text2" refType="w" fact="0.4922"/>
              <dgm:constr type="t" for="ch" forName="Text2" refType="h" fact="0.1826"/>
              <dgm:constr type="w" for="ch" forName="Text2" refType="w" fact="0.1932"/>
              <dgm:constr type="h" for="ch" forName="Text2" refType="h" fact="0.0709"/>
              <dgm:constr type="r" for="ch" forName="Text3" refType="w" fact="0.2545"/>
              <dgm:constr type="t" for="ch" forName="Text3" refType="h" fact="0.5655"/>
              <dgm:constr type="w" for="ch" forName="Text3" refType="w" fact="0.2409"/>
              <dgm:constr type="h" for="ch" forName="Text3" refType="h" fact="0.0709"/>
              <dgm:constr type="r" for="ch" forName="Text5" refType="w" fact="0.358"/>
              <dgm:constr type="t" for="ch" forName="Text5" refType="h" fact="0.9129"/>
              <dgm:constr type="w" for="ch" forName="Text5" refType="w" fact="0.2045"/>
              <dgm:constr type="h" for="ch" forName="Text5" refType="h" fact="0.0709"/>
              <dgm:constr type="r" for="ch" forName="Text4" refType="w" fact="0.9864"/>
              <dgm:constr type="t" for="ch" forName="Text4" refType="h" fact="0.6132"/>
              <dgm:constr type="w" for="ch" forName="Text4" refType="w" fact="0.1045"/>
              <dgm:constr type="h" for="ch" forName="Text4" refType="h" fact="0.0709"/>
            </dgm:constrLst>
          </dgm:if>
          <dgm:else name="Name17">
            <dgm:alg type="composite">
              <dgm:param type="ar" val="1.1999"/>
            </dgm:alg>
            <dgm:constrLst>
              <dgm:constr type="primFontSz" for="des" forName="Text1" val="65"/>
              <dgm:constr type="primFontSz" for="des" forName="Text2" refType="primFontSz" refFor="des" refForName="Text1" op="equ"/>
              <dgm:constr type="primFontSz" for="des" forName="Text3" refType="primFontSz" refFor="des" refForName="Text1" op="equ"/>
              <dgm:constr type="primFontSz" for="des" forName="Text4" refType="primFontSz" refFor="des" refForName="Text1" op="equ"/>
              <dgm:constr type="primFontSz" for="des" forName="Text5" refType="primFontSz" refFor="des" refForName="Text1" op="equ"/>
              <dgm:constr type="primFontSz" for="des" forName="Text6" refType="primFontSz" refFor="des" refForName="Text1" op="equ"/>
              <dgm:constr type="r" for="ch" forName="Image1" refType="w" fact="0.8502"/>
              <dgm:constr type="t" for="ch" forName="Image1" refType="h" fact="0.2921"/>
              <dgm:constr type="w" for="ch" forName="Image1" refType="w" fact="0.5634"/>
              <dgm:constr type="h" for="ch" forName="Image1" refType="h" fact="0.417"/>
              <dgm:constr type="r" for="ch" forName="Accent1" refType="w" fact="0.8226"/>
              <dgm:constr type="t" for="ch" forName="Accent1" refType="h" fact="0.3236"/>
              <dgm:constr type="w" for="ch" forName="Accent1" refType="w" fact="0.5091"/>
              <dgm:constr type="h" for="ch" forName="Accent1" refType="h" fact="0.3515"/>
              <dgm:constr type="r" for="ch" forName="Image4" refType="w"/>
              <dgm:constr type="t" for="ch" forName="Image4" refType="h" fact="0.539"/>
              <dgm:constr type="w" for="ch" forName="Image4" refType="w" fact="0.1316"/>
              <dgm:constr type="h" for="ch" forName="Image4" refType="h" fact="0.1604"/>
              <dgm:constr type="r" for="ch" forName="Accent4" refType="w" fact="0.9864"/>
              <dgm:constr type="t" for="ch" forName="Accent4" refType="h" fact="0.5559"/>
              <dgm:constr type="w" for="ch" forName="Accent4" refType="w" fact="0.1045"/>
              <dgm:constr type="h" for="ch" forName="Accent4" refType="h" fact="0.1281"/>
              <dgm:constr type="r" for="ch" forName="Image5" refType="w" fact="0.3713"/>
              <dgm:constr type="t" for="ch" forName="Image5" refType="h" fact="0.7301"/>
              <dgm:constr type="w" for="ch" forName="Image5" refType="w" fact="0.2318"/>
              <dgm:constr type="h" for="ch" forName="Image5" refType="h" fact="0.2699"/>
              <dgm:constr type="r" for="ch" forName="Accent5" refType="w" fact="0.358"/>
              <dgm:constr type="t" for="ch" forName="Accent5" refType="h" fact="0.7467"/>
              <dgm:constr type="w" for="ch" forName="Accent5" refType="w" fact="0.2045"/>
              <dgm:constr type="h" for="ch" forName="Accent5" refType="h" fact="0.2371"/>
              <dgm:constr type="r" for="ch" forName="Image3" refType="w" fact="0.2682"/>
              <dgm:constr type="t" for="ch" forName="Image3" refType="h" fact="0.4536"/>
              <dgm:constr type="w" for="ch" forName="Image3" refType="w" fact="0.2682"/>
              <dgm:constr type="h" for="ch" forName="Image3" refType="h" fact="0.1989"/>
              <dgm:constr type="r" for="ch" forName="Accent3" refType="w" fact="0.2545"/>
              <dgm:constr type="t" for="ch" forName="Accent3" refType="h" fact="0.4701"/>
              <dgm:constr type="w" for="ch" forName="Accent3" refType="w" fact="0.2409"/>
              <dgm:constr type="h" for="ch" forName="Accent3" refType="h" fact="0.1662"/>
              <dgm:constr type="r" for="ch" forName="Image2" refType="w" fact="0.5056"/>
              <dgm:constr type="t" for="ch" forName="Image2" refType="h" fact="0"/>
              <dgm:constr type="w" for="ch" forName="Image2" refType="w" fact="0.2205"/>
              <dgm:constr type="h" for="ch" forName="Image2" refType="h" fact="0.2699"/>
              <dgm:constr type="r" for="ch" forName="Accent2" refType="w" fact="0.492"/>
              <dgm:constr type="t" for="ch" forName="Accent2" refType="h" fact="0.0164"/>
              <dgm:constr type="w" for="ch" forName="Accent2" refType="w" fact="0.1932"/>
              <dgm:constr type="h" for="ch" forName="Accent2" refType="h" fact="0.2371"/>
              <dgm:constr type="r" for="ch" forName="Text1" refType="w" fact="0.8226"/>
              <dgm:constr type="t" for="ch" forName="Text1" refType="h" fact="0.5695"/>
              <dgm:constr type="w" for="ch" forName="Text1" refType="w" fact="0.5091"/>
              <dgm:constr type="h" for="ch" forName="Text1" refType="h" fact="0.1063"/>
              <dgm:constr type="r" for="ch" forName="Image6" refType="w" fact="0.849"/>
              <dgm:constr type="t" for="ch" forName="Image6" refType="h" fact="0.7301"/>
              <dgm:constr type="w" for="ch" forName="Image6" refType="w" fact="0.2361"/>
              <dgm:constr type="h" for="ch" forName="Image6" refType="h" fact="0.1604"/>
              <dgm:constr type="r" for="ch" forName="Accent6" refType="w" fact="0.8352"/>
              <dgm:constr type="t" for="ch" forName="Accent6" refType="h" fact="0.7467"/>
              <dgm:constr type="w" for="ch" forName="Accent6" refType="w" fact="0.2091"/>
              <dgm:constr type="h" for="ch" forName="Accent6" refType="h" fact="0.1281"/>
              <dgm:constr type="r" for="ch" forName="Text2" refType="w" fact="0.4922"/>
              <dgm:constr type="t" for="ch" forName="Text2" refType="h" fact="0.1826"/>
              <dgm:constr type="w" for="ch" forName="Text2" refType="w" fact="0.1932"/>
              <dgm:constr type="h" for="ch" forName="Text2" refType="h" fact="0.0709"/>
              <dgm:constr type="r" for="ch" forName="Text3" refType="w" fact="0.2545"/>
              <dgm:constr type="t" for="ch" forName="Text3" refType="h" fact="0.5655"/>
              <dgm:constr type="w" for="ch" forName="Text3" refType="w" fact="0.2409"/>
              <dgm:constr type="h" for="ch" forName="Text3" refType="h" fact="0.0709"/>
              <dgm:constr type="r" for="ch" forName="Text5" refType="w" fact="0.358"/>
              <dgm:constr type="t" for="ch" forName="Text5" refType="h" fact="0.9129"/>
              <dgm:constr type="w" for="ch" forName="Text5" refType="w" fact="0.2045"/>
              <dgm:constr type="h" for="ch" forName="Text5" refType="h" fact="0.0709"/>
              <dgm:constr type="r" for="ch" forName="Text6" refType="w" fact="0.8352"/>
              <dgm:constr type="t" for="ch" forName="Text6" refType="h" fact="0.8039"/>
              <dgm:constr type="w" for="ch" forName="Text6" refType="w" fact="0.2091"/>
              <dgm:constr type="h" for="ch" forName="Text6" refType="h" fact="0.0709"/>
              <dgm:constr type="r" for="ch" forName="Text4" refType="w" fact="0.9864"/>
              <dgm:constr type="t" for="ch" forName="Text4" refType="h" fact="0.6132"/>
              <dgm:constr type="w" for="ch" forName="Text4" refType="w" fact="0.1045"/>
              <dgm:constr type="h" for="ch" forName="Text4" refType="h" fact="0.0709"/>
            </dgm:constrLst>
          </dgm:else>
        </dgm:choose>
      </dgm:else>
    </dgm:choose>
    <dgm:forEach name="wrapper" axis="self" ptType="parTrans">
      <dgm:forEach name="ImageRepeat" axis="self">
        <dgm:layoutNode name="Image" styleLbl="alignImgPlace1">
          <dgm:alg type="sp"/>
          <dgm:shape xmlns:r="http://schemas.openxmlformats.org/officeDocument/2006/relationships" type="rect" r:blip="" blipPhldr="1">
            <dgm:adjLst/>
          </dgm:shape>
          <dgm:presOf/>
        </dgm:layoutNode>
      </dgm:forEach>
      <dgm:forEach name="accentRepeat" axis="self">
        <dgm:layoutNode name="Accent" styleLbl="parChTrans1D1">
          <dgm:alg type="sp"/>
          <dgm:shape xmlns:r="http://schemas.openxmlformats.org/officeDocument/2006/relationships" type="rect" r:blip="">
            <dgm:adjLst/>
          </dgm:shape>
          <dgm:presOf/>
        </dgm:layoutNode>
      </dgm:forEach>
    </dgm:forEach>
    <dgm:forEach name="Name18" axis="ch" ptType="node" cnt="1">
      <dgm:layoutNode name="Image1">
        <dgm:alg type="sp"/>
        <dgm:shape xmlns:r="http://schemas.openxmlformats.org/officeDocument/2006/relationships" r:blip="">
          <dgm:adjLst/>
        </dgm:shape>
        <dgm:presOf/>
        <dgm:forEach name="Name19" ref="ImageRepeat"/>
      </dgm:layoutNode>
      <dgm:layoutNode name="Accent1">
        <dgm:alg type="sp"/>
        <dgm:shape xmlns:r="http://schemas.openxmlformats.org/officeDocument/2006/relationships" r:blip="">
          <dgm:adjLst/>
        </dgm:shape>
        <dgm:presOf/>
        <dgm:constrLst/>
        <dgm:forEach name="Name20" ref="accentRepeat"/>
      </dgm:layoutNode>
      <dgm:layoutNode name="Text1" styleLbl="alignImgPlace1">
        <dgm:varLst>
          <dgm:chMax val="0"/>
          <dgm:chPref val="0"/>
          <dgm:bulletEnabled val="1"/>
        </dgm:varLst>
        <dgm:alg type="tx">
          <dgm:param type="parTxLTRAlign" val="r"/>
          <dgm:param type="shpTxLTRAlignCh" val="r"/>
          <dgm:param type="txAnchorVert" val="b"/>
          <dgm:param type="txAnchorVertCh" val="b"/>
          <dgm:param type="lnSpPar" val="100"/>
        </dgm:alg>
        <dgm:shape xmlns:r="http://schemas.openxmlformats.org/officeDocument/2006/relationships" type="rect" r:blip="" hideGeom="1">
          <dgm:adjLst/>
        </dgm:shape>
        <dgm:presOf axis="desOrSelf" ptType="node"/>
        <dgm:constrLst>
          <dgm:constr type="lMarg" refType="primFontSz" fact="0.15"/>
          <dgm:constr type="rMarg" refType="primFontSz" fact="0.15"/>
          <dgm:constr type="tMarg" refType="primFontSz" fact="0.05"/>
          <dgm:constr type="bMarg" refType="primFontSz" fact="0"/>
        </dgm:constrLst>
        <dgm:ruleLst>
          <dgm:rule type="primFontSz" val="5" fact="NaN" max="NaN"/>
        </dgm:ruleLst>
      </dgm:layoutNode>
    </dgm:forEach>
    <dgm:forEach name="Name21" axis="ch" ptType="node" st="2" cnt="1">
      <dgm:layoutNode name="Image2">
        <dgm:alg type="sp"/>
        <dgm:shape xmlns:r="http://schemas.openxmlformats.org/officeDocument/2006/relationships" r:blip="">
          <dgm:adjLst/>
        </dgm:shape>
        <dgm:presOf/>
        <dgm:forEach name="Name22" ref="ImageRepeat"/>
      </dgm:layoutNode>
      <dgm:layoutNode name="Accent2">
        <dgm:alg type="sp"/>
        <dgm:shape xmlns:r="http://schemas.openxmlformats.org/officeDocument/2006/relationships" r:blip="">
          <dgm:adjLst/>
        </dgm:shape>
        <dgm:presOf/>
        <dgm:constrLst/>
        <dgm:forEach name="Name23" ref="accentRepeat"/>
      </dgm:layoutNode>
      <dgm:layoutNode name="Text2" styleLbl="alignImgPlace1">
        <dgm:varLst>
          <dgm:chMax val="0"/>
          <dgm:chPref val="0"/>
          <dgm:bulletEnabled val="1"/>
        </dgm:varLst>
        <dgm:alg type="tx">
          <dgm:param type="parTxLTRAlign" val="r"/>
          <dgm:param type="shpTxLTRAlignCh" val="r"/>
          <dgm:param type="txAnchorVert" val="b"/>
          <dgm:param type="txAnchorVertCh" val="b"/>
        </dgm:alg>
        <dgm:shape xmlns:r="http://schemas.openxmlformats.org/officeDocument/2006/relationships" type="rect" r:blip="" hideGeom="1">
          <dgm:adjLst/>
        </dgm:shape>
        <dgm:presOf axis="desOrSelf" ptType="node"/>
        <dgm:constrLst>
          <dgm:constr type="lMarg" refType="primFontSz" fact="0.15"/>
          <dgm:constr type="rMarg" refType="primFontSz" fact="0.15"/>
          <dgm:constr type="tMarg" refType="primFontSz" fact="0.05"/>
          <dgm:constr type="bMarg" refType="primFontSz" fact="0"/>
        </dgm:constrLst>
        <dgm:ruleLst>
          <dgm:rule type="primFontSz" val="5" fact="NaN" max="NaN"/>
        </dgm:ruleLst>
      </dgm:layoutNode>
    </dgm:forEach>
    <dgm:forEach name="Name24" axis="ch" ptType="node" st="3" cnt="1">
      <dgm:layoutNode name="Image3">
        <dgm:alg type="sp"/>
        <dgm:shape xmlns:r="http://schemas.openxmlformats.org/officeDocument/2006/relationships" r:blip="">
          <dgm:adjLst/>
        </dgm:shape>
        <dgm:presOf/>
        <dgm:forEach name="Name25" ref="ImageRepeat"/>
      </dgm:layoutNode>
      <dgm:layoutNode name="Accent3">
        <dgm:alg type="sp"/>
        <dgm:shape xmlns:r="http://schemas.openxmlformats.org/officeDocument/2006/relationships" r:blip="">
          <dgm:adjLst/>
        </dgm:shape>
        <dgm:presOf/>
        <dgm:constrLst/>
        <dgm:forEach name="Name26" ref="accentRepeat"/>
      </dgm:layoutNode>
      <dgm:layoutNode name="Text3" styleLbl="alignImgPlace1">
        <dgm:varLst>
          <dgm:chMax val="0"/>
          <dgm:chPref val="0"/>
          <dgm:bulletEnabled val="1"/>
        </dgm:varLst>
        <dgm:alg type="tx">
          <dgm:param type="parTxLTRAlign" val="r"/>
          <dgm:param type="shpTxLTRAlignCh" val="r"/>
          <dgm:param type="txAnchorVert" val="b"/>
          <dgm:param type="txAnchorVertCh" val="b"/>
        </dgm:alg>
        <dgm:shape xmlns:r="http://schemas.openxmlformats.org/officeDocument/2006/relationships" type="rect" r:blip="" hideGeom="1">
          <dgm:adjLst/>
        </dgm:shape>
        <dgm:presOf axis="desOrSelf" ptType="node"/>
        <dgm:constrLst>
          <dgm:constr type="lMarg" refType="primFontSz" fact="0.15"/>
          <dgm:constr type="rMarg" refType="primFontSz" fact="0.15"/>
          <dgm:constr type="tMarg" refType="primFontSz" fact="0.05"/>
          <dgm:constr type="bMarg" refType="primFontSz" fact="0"/>
        </dgm:constrLst>
        <dgm:ruleLst>
          <dgm:rule type="primFontSz" val="5" fact="NaN" max="NaN"/>
        </dgm:ruleLst>
      </dgm:layoutNode>
    </dgm:forEach>
    <dgm:forEach name="Name27" axis="ch" ptType="node" st="4" cnt="1">
      <dgm:layoutNode name="Image4">
        <dgm:alg type="sp"/>
        <dgm:shape xmlns:r="http://schemas.openxmlformats.org/officeDocument/2006/relationships" r:blip="">
          <dgm:adjLst/>
        </dgm:shape>
        <dgm:presOf/>
        <dgm:forEach name="Name28" ref="ImageRepeat"/>
      </dgm:layoutNode>
      <dgm:layoutNode name="Accent4">
        <dgm:alg type="sp"/>
        <dgm:shape xmlns:r="http://schemas.openxmlformats.org/officeDocument/2006/relationships" r:blip="">
          <dgm:adjLst/>
        </dgm:shape>
        <dgm:presOf/>
        <dgm:constrLst/>
        <dgm:forEach name="Name29" ref="accentRepeat"/>
      </dgm:layoutNode>
      <dgm:layoutNode name="Text4" styleLbl="alignImgPlace1">
        <dgm:varLst>
          <dgm:chMax val="0"/>
          <dgm:chPref val="0"/>
          <dgm:bulletEnabled val="1"/>
        </dgm:varLst>
        <dgm:alg type="tx">
          <dgm:param type="parTxLTRAlign" val="r"/>
          <dgm:param type="shpTxLTRAlignCh" val="r"/>
          <dgm:param type="txAnchorVert" val="b"/>
          <dgm:param type="txAnchorVertCh" val="b"/>
        </dgm:alg>
        <dgm:shape xmlns:r="http://schemas.openxmlformats.org/officeDocument/2006/relationships" type="rect" r:blip="" hideGeom="1">
          <dgm:adjLst/>
        </dgm:shape>
        <dgm:presOf axis="desOrSelf" ptType="node"/>
        <dgm:constrLst>
          <dgm:constr type="lMarg" refType="primFontSz" fact="0.15"/>
          <dgm:constr type="rMarg" refType="primFontSz" fact="0.15"/>
          <dgm:constr type="tMarg" refType="primFontSz" fact="0.05"/>
          <dgm:constr type="bMarg" refType="primFontSz" fact="0"/>
        </dgm:constrLst>
        <dgm:ruleLst>
          <dgm:rule type="primFontSz" val="5" fact="NaN" max="NaN"/>
        </dgm:ruleLst>
      </dgm:layoutNode>
    </dgm:forEach>
    <dgm:forEach name="Name30" axis="ch" ptType="node" st="5" cnt="1">
      <dgm:layoutNode name="Image5">
        <dgm:alg type="sp"/>
        <dgm:shape xmlns:r="http://schemas.openxmlformats.org/officeDocument/2006/relationships" r:blip="">
          <dgm:adjLst/>
        </dgm:shape>
        <dgm:presOf/>
        <dgm:forEach name="Name31" ref="ImageRepeat"/>
      </dgm:layoutNode>
      <dgm:layoutNode name="Accent5">
        <dgm:alg type="sp"/>
        <dgm:shape xmlns:r="http://schemas.openxmlformats.org/officeDocument/2006/relationships" r:blip="">
          <dgm:adjLst/>
        </dgm:shape>
        <dgm:presOf/>
        <dgm:constrLst/>
        <dgm:forEach name="Name32" ref="accentRepeat"/>
      </dgm:layoutNode>
      <dgm:layoutNode name="Text5" styleLbl="alignImgPlace1">
        <dgm:varLst>
          <dgm:chMax val="0"/>
          <dgm:chPref val="0"/>
          <dgm:bulletEnabled val="1"/>
        </dgm:varLst>
        <dgm:alg type="tx">
          <dgm:param type="parTxLTRAlign" val="r"/>
          <dgm:param type="shpTxLTRAlignCh" val="r"/>
          <dgm:param type="txAnchorVert" val="b"/>
          <dgm:param type="txAnchorVertCh" val="b"/>
        </dgm:alg>
        <dgm:shape xmlns:r="http://schemas.openxmlformats.org/officeDocument/2006/relationships" type="rect" r:blip="" hideGeom="1">
          <dgm:adjLst/>
        </dgm:shape>
        <dgm:presOf axis="desOrSelf" ptType="node"/>
        <dgm:constrLst>
          <dgm:constr type="lMarg" refType="primFontSz" fact="0.15"/>
          <dgm:constr type="rMarg" refType="primFontSz" fact="0.15"/>
          <dgm:constr type="tMarg" refType="primFontSz" fact="0.05"/>
          <dgm:constr type="bMarg" refType="primFontSz" fact="0"/>
        </dgm:constrLst>
        <dgm:ruleLst>
          <dgm:rule type="primFontSz" val="5" fact="NaN" max="NaN"/>
        </dgm:ruleLst>
      </dgm:layoutNode>
    </dgm:forEach>
    <dgm:forEach name="Name33" axis="ch" ptType="node" st="6" cnt="1">
      <dgm:layoutNode name="Image6">
        <dgm:alg type="sp"/>
        <dgm:shape xmlns:r="http://schemas.openxmlformats.org/officeDocument/2006/relationships" r:blip="">
          <dgm:adjLst/>
        </dgm:shape>
        <dgm:presOf/>
        <dgm:forEach name="Name34" ref="ImageRepeat"/>
      </dgm:layoutNode>
      <dgm:layoutNode name="Accent6">
        <dgm:alg type="sp"/>
        <dgm:shape xmlns:r="http://schemas.openxmlformats.org/officeDocument/2006/relationships" r:blip="">
          <dgm:adjLst/>
        </dgm:shape>
        <dgm:presOf/>
        <dgm:constrLst/>
        <dgm:forEach name="Name35" ref="accentRepeat"/>
      </dgm:layoutNode>
      <dgm:layoutNode name="Text6" styleLbl="alignImgPlace1">
        <dgm:varLst>
          <dgm:chMax val="0"/>
          <dgm:chPref val="0"/>
          <dgm:bulletEnabled val="1"/>
        </dgm:varLst>
        <dgm:alg type="tx">
          <dgm:param type="parTxLTRAlign" val="r"/>
          <dgm:param type="shpTxLTRAlignCh" val="r"/>
          <dgm:param type="txAnchorVert" val="b"/>
          <dgm:param type="txAnchorVertCh" val="b"/>
        </dgm:alg>
        <dgm:shape xmlns:r="http://schemas.openxmlformats.org/officeDocument/2006/relationships" type="rect" r:blip="" hideGeom="1">
          <dgm:adjLst/>
        </dgm:shape>
        <dgm:presOf axis="desOrSelf" ptType="node"/>
        <dgm:constrLst>
          <dgm:constr type="lMarg" refType="primFontSz" fact="0.15"/>
          <dgm:constr type="rMarg" refType="primFontSz" fact="0.15"/>
          <dgm:constr type="tMarg" refType="primFontSz" fact="0.05"/>
          <dgm:constr type="bMarg" refType="primFontSz" fact="0"/>
        </dgm:constrLst>
        <dgm:ruleLst>
          <dgm:rule type="primFontSz" val="5" fact="NaN" max="NaN"/>
        </dgm:ruleLst>
      </dgm:layoutNode>
    </dgm:forEach>
  </dgm:layoutNode>
</dgm:layoutDef>
</file>

<file path=ppt/diagrams/layout10.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AEA731-F441-47FB-8AC3-B23CD2AACDD7}" type="datetimeFigureOut">
              <a:rPr lang="en-US" smtClean="0"/>
              <a:t>11/16/2025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DD6E5AA-2C20-4C4E-BE94-E4CD41247A7F}" type="slidenum">
              <a:rPr lang="en-US" smtClean="0"/>
              <a:t>‹#›</a:t>
            </a:fld>
            <a:endParaRPr lang="en-US"/>
          </a:p>
        </p:txBody>
      </p:sp>
    </p:spTree>
    <p:extLst>
      <p:ext uri="{BB962C8B-B14F-4D97-AF65-F5344CB8AC3E}">
        <p14:creationId xmlns:p14="http://schemas.microsoft.com/office/powerpoint/2010/main" val="41385266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 introduction</a:t>
            </a:r>
          </a:p>
          <a:p>
            <a:r>
              <a:rPr lang="en-US" dirty="0"/>
              <a:t>Hello good morning good afternoon and good evening! thank you everyone for joining me here today for my final capstone presentation. My name is Sue Byeon. I am the lead project manager, developer, analyst on this project. I am excited to share with you guys an automated task assignment algorithm for the telecom industry that uniquely emphasis technician’s strengths and </a:t>
            </a:r>
            <a:r>
              <a:rPr lang="en-US" dirty="0" err="1"/>
              <a:t>capablility</a:t>
            </a:r>
            <a:r>
              <a:rPr lang="en-US" dirty="0"/>
              <a:t> that I have been working on for the past 10 weeks.</a:t>
            </a:r>
          </a:p>
        </p:txBody>
      </p:sp>
      <p:sp>
        <p:nvSpPr>
          <p:cNvPr id="4" name="Slide Number Placeholder 3"/>
          <p:cNvSpPr>
            <a:spLocks noGrp="1"/>
          </p:cNvSpPr>
          <p:nvPr>
            <p:ph type="sldNum" sz="quarter" idx="5"/>
          </p:nvPr>
        </p:nvSpPr>
        <p:spPr/>
        <p:txBody>
          <a:bodyPr/>
          <a:lstStyle/>
          <a:p>
            <a:fld id="{2DD6E5AA-2C20-4C4E-BE94-E4CD41247A7F}" type="slidenum">
              <a:rPr lang="en-US" smtClean="0"/>
              <a:t>1</a:t>
            </a:fld>
            <a:endParaRPr lang="en-US"/>
          </a:p>
        </p:txBody>
      </p:sp>
    </p:spTree>
    <p:extLst>
      <p:ext uri="{BB962C8B-B14F-4D97-AF65-F5344CB8AC3E}">
        <p14:creationId xmlns:p14="http://schemas.microsoft.com/office/powerpoint/2010/main" val="15386436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t>
            </a:r>
          </a:p>
          <a:p>
            <a:r>
              <a:rPr lang="en-US" dirty="0"/>
              <a:t>The undeniable desire people have in this modern world is to be connected. Telecom brings people together by providing high speed connectivity because customers rely on fast, reliable connection for work, school, and social life but </a:t>
            </a:r>
            <a:r>
              <a:rPr lang="en-US" sz="1200" kern="1200" dirty="0">
                <a:solidFill>
                  <a:schemeClr val="tx1"/>
                </a:solidFill>
                <a:effectLst/>
                <a:latin typeface="+mn-lt"/>
                <a:ea typeface="+mn-ea"/>
                <a:cs typeface="+mn-cs"/>
              </a:rPr>
              <a:t>many providers struggle to deliver that same quality for field service because they are stuck in their legacy task assignment system. In other words, you have great product but deliver poor experience.</a:t>
            </a:r>
          </a:p>
          <a:p>
            <a:r>
              <a:rPr lang="en-US" sz="1200" kern="1200" dirty="0">
                <a:solidFill>
                  <a:schemeClr val="tx1"/>
                </a:solidFill>
                <a:effectLst/>
                <a:latin typeface="+mn-lt"/>
                <a:ea typeface="+mn-ea"/>
                <a:cs typeface="+mn-cs"/>
              </a:rPr>
              <a:t>To put this in perspective, a company with </a:t>
            </a:r>
            <a:r>
              <a:rPr lang="en-US" dirty="0"/>
              <a:t>100,000 customers, 30% annual churn rate, and ARPU of $69,690, they will lose $2.09 B per year because customers are unhappy with dealing with [poor service].</a:t>
            </a: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2DD6E5AA-2C20-4C4E-BE94-E4CD41247A7F}" type="slidenum">
              <a:rPr lang="en-US" smtClean="0"/>
              <a:t>2</a:t>
            </a:fld>
            <a:endParaRPr lang="en-US"/>
          </a:p>
        </p:txBody>
      </p:sp>
    </p:spTree>
    <p:extLst>
      <p:ext uri="{BB962C8B-B14F-4D97-AF65-F5344CB8AC3E}">
        <p14:creationId xmlns:p14="http://schemas.microsoft.com/office/powerpoint/2010/main" val="12363160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  why problem exists, point out root causes for this metrics</a:t>
            </a:r>
          </a:p>
          <a:p>
            <a:r>
              <a:rPr lang="en-US" dirty="0"/>
              <a:t>In fact, Let me walk you through what the current scheduling process looks like today and why it’s creating measurable inefficiencies across the operation. Right now, dispatch assigns tasks manually, often relying on technician availability or whoever is geographically closest, rather than matching based on skill or expertise. Because of this, only about 58% of incoming task requests end up being matched to a technician who actually has the right capabilities for that </a:t>
            </a:r>
            <a:r>
              <a:rPr lang="en-US" dirty="0" err="1"/>
              <a:t>job.That</a:t>
            </a:r>
            <a:r>
              <a:rPr lang="en-US" dirty="0"/>
              <a:t> mismatch directly affects execution. When technicians receive tasks outside their skill level, we see only a 58% successful completion rate on the first attempt. That means more than 4 out of 10 tasks require a revisit, which increases the workload and disrupts the daily </a:t>
            </a:r>
            <a:r>
              <a:rPr lang="en-US" dirty="0" err="1"/>
              <a:t>schedule.We</a:t>
            </a:r>
            <a:r>
              <a:rPr lang="en-US" dirty="0"/>
              <a:t> also looked at the financial impact of today’s process. So far, the business has already absorbed about $17,000 in penalty-related costs tied specifically to rework. Each failed job requires dispatching another technician, adding additional labor time, travel, and customer follow-up </a:t>
            </a:r>
            <a:r>
              <a:rPr lang="en-US" dirty="0" err="1"/>
              <a:t>costs.From</a:t>
            </a:r>
            <a:r>
              <a:rPr lang="en-US" dirty="0"/>
              <a:t> the technician’s perspective, the current process is causing frustration—many are consistently given tasks they aren’t fully trained for, which lowers morale. And customers are feeling the effects as well. Our current customer satisfaction score averages 3.06 out of 5, which tells us the experience is already being impacted by these </a:t>
            </a:r>
            <a:r>
              <a:rPr lang="en-US" dirty="0" err="1"/>
              <a:t>inefficiencies.So</a:t>
            </a:r>
            <a:r>
              <a:rPr lang="en-US" dirty="0"/>
              <a:t> this is the baseline we’re starting from—manual assignment, low match accuracy, high rework, and strain across the business, employees, and customers.</a:t>
            </a:r>
          </a:p>
        </p:txBody>
      </p:sp>
      <p:sp>
        <p:nvSpPr>
          <p:cNvPr id="4" name="Slide Number Placeholder 3"/>
          <p:cNvSpPr>
            <a:spLocks noGrp="1"/>
          </p:cNvSpPr>
          <p:nvPr>
            <p:ph type="sldNum" sz="quarter" idx="5"/>
          </p:nvPr>
        </p:nvSpPr>
        <p:spPr/>
        <p:txBody>
          <a:bodyPr/>
          <a:lstStyle/>
          <a:p>
            <a:fld id="{2DD6E5AA-2C20-4C4E-BE94-E4CD41247A7F}" type="slidenum">
              <a:rPr lang="en-US" smtClean="0"/>
              <a:t>3</a:t>
            </a:fld>
            <a:endParaRPr lang="en-US"/>
          </a:p>
        </p:txBody>
      </p:sp>
    </p:spTree>
    <p:extLst>
      <p:ext uri="{BB962C8B-B14F-4D97-AF65-F5344CB8AC3E}">
        <p14:creationId xmlns:p14="http://schemas.microsoft.com/office/powerpoint/2010/main" val="12890047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 why it matters</a:t>
            </a:r>
          </a:p>
          <a:p>
            <a:r>
              <a:rPr lang="en-US" dirty="0"/>
              <a:t>Now that we’ve seen the current state, the bigger question is: what happens if nothing changes? The risks actually compound across three areas—financial, operational, and reputational. Financially, the organization will continue absorbing rework-related expenses. Every failed assignment means another truck roll, additional labor time, and sometimes overtime. On top of that, missed SLAs and dissatisfied customers translate directly into lost revenue. Over time, we also lose the ability to scale efficiently, which means missed market opportunities and a weaker competitive position. Operationally, the scheduling process remains inefficient. Tasks will keep going to the wrong technicians, which leaves some people overloaded while others sit idle. That imbalance drives burnout and increases turnover—both expensive issues when you consider the cost of recruiting and training new technicians. And with limited capacity, the organization becomes less able to take on growth without sacrificing service quality. And finally, reputational risk grows. Customer satisfaction is already strained, and continued failures can erode trust, lead to negative reviews, or even attract regulatory attention or union pressure if working conditions don’t improve. So the risk of inaction isn’t just maintaining the status quo—it's allowing these financial, operational, and reputational issues to escalate over time</a:t>
            </a:r>
          </a:p>
        </p:txBody>
      </p:sp>
      <p:sp>
        <p:nvSpPr>
          <p:cNvPr id="4" name="Slide Number Placeholder 3"/>
          <p:cNvSpPr>
            <a:spLocks noGrp="1"/>
          </p:cNvSpPr>
          <p:nvPr>
            <p:ph type="sldNum" sz="quarter" idx="5"/>
          </p:nvPr>
        </p:nvSpPr>
        <p:spPr/>
        <p:txBody>
          <a:bodyPr/>
          <a:lstStyle/>
          <a:p>
            <a:fld id="{2DD6E5AA-2C20-4C4E-BE94-E4CD41247A7F}" type="slidenum">
              <a:rPr lang="en-US" smtClean="0"/>
              <a:t>4</a:t>
            </a:fld>
            <a:endParaRPr lang="en-US"/>
          </a:p>
        </p:txBody>
      </p:sp>
    </p:spTree>
    <p:extLst>
      <p:ext uri="{BB962C8B-B14F-4D97-AF65-F5344CB8AC3E}">
        <p14:creationId xmlns:p14="http://schemas.microsoft.com/office/powerpoint/2010/main" val="30097296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a:t>
            </a:r>
          </a:p>
          <a:p>
            <a:r>
              <a:rPr lang="en-US" dirty="0"/>
              <a:t>To address these challenges, the proposed solution is an automated technician task-matching system that improves accuracy, efficiency, and overall service quality. The first component is a robust database and data pipeline that continuously feeds clean, structured task and technician data into the system. This ensures the model always has reliable information to work </a:t>
            </a:r>
            <a:r>
              <a:rPr lang="en-US" dirty="0" err="1"/>
              <a:t>with.Second</a:t>
            </a:r>
            <a:r>
              <a:rPr lang="en-US" dirty="0"/>
              <a:t>, at the core of the solution is a machine learning matching algorithm. It leverages historical performance, technician expertise, and task characteristics to predict which technician is most likely to successfully complete each job. This shifts assignments from being manual or intuition-based to truly data-</a:t>
            </a:r>
            <a:r>
              <a:rPr lang="en-US" dirty="0" err="1"/>
              <a:t>driven.Third</a:t>
            </a:r>
            <a:r>
              <a:rPr lang="en-US" dirty="0"/>
              <a:t>, we redesigned the user interface to be much more intuitive and seamless for dispatch and field teams. The goal is to make it easy to view technicians, review unassigned tasks, and understand why certain matches are </a:t>
            </a:r>
            <a:r>
              <a:rPr lang="en-US" dirty="0" err="1"/>
              <a:t>recommended.And</a:t>
            </a:r>
            <a:r>
              <a:rPr lang="en-US" dirty="0"/>
              <a:t> finally, we introduce automation. Instead of dispatch manually reviewing long lists of technicians, the system automatically recommends—or even directly assigns—the best-fit technician in real time. This reduces decision time, decreases human error, and ensures jobs move forward without </a:t>
            </a:r>
            <a:r>
              <a:rPr lang="en-US" dirty="0" err="1"/>
              <a:t>delays.Together</a:t>
            </a:r>
            <a:r>
              <a:rPr lang="en-US" dirty="0"/>
              <a:t>, these components lead to one key outcome: faster and smarter decisions when assigning technicians</a:t>
            </a:r>
          </a:p>
        </p:txBody>
      </p:sp>
      <p:sp>
        <p:nvSpPr>
          <p:cNvPr id="4" name="Slide Number Placeholder 3"/>
          <p:cNvSpPr>
            <a:spLocks noGrp="1"/>
          </p:cNvSpPr>
          <p:nvPr>
            <p:ph type="sldNum" sz="quarter" idx="5"/>
          </p:nvPr>
        </p:nvSpPr>
        <p:spPr/>
        <p:txBody>
          <a:bodyPr/>
          <a:lstStyle/>
          <a:p>
            <a:fld id="{2DD6E5AA-2C20-4C4E-BE94-E4CD41247A7F}" type="slidenum">
              <a:rPr lang="en-US" smtClean="0"/>
              <a:t>5</a:t>
            </a:fld>
            <a:endParaRPr lang="en-US"/>
          </a:p>
        </p:txBody>
      </p:sp>
    </p:spTree>
    <p:extLst>
      <p:ext uri="{BB962C8B-B14F-4D97-AF65-F5344CB8AC3E}">
        <p14:creationId xmlns:p14="http://schemas.microsoft.com/office/powerpoint/2010/main" val="3636323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min</a:t>
            </a:r>
          </a:p>
          <a:p>
            <a:r>
              <a:rPr lang="en-US" dirty="0"/>
              <a:t>I started with two datasets sourced from Kaggle. The first contains task assignments and completion records for field technicians, where each row represents a unique task and captures key attributes about the task itself and the technician’s suitability. The second provides detailed information on completed assignments and their outcomes, including operational logistics, task requirements, and customer-perceived results. From these raw datasets, I transformed the information into a clean relational structure with three tables: Technicians, Historical Tasks, and Unassigned Tasks, as shown in the ERD. Each technician has a one-to-many relationship with both completed and incoming tasks, meaning one technician could have worked multiple tasks and can be assigned multiple tasks. This relationship allows the system to connect past performance with future assignments while keeping the data organized for predictive modeling. I also want to highlight some of the engineered fields that became key drivers in the project—such as Customer Rating, Penalty Cost, and Expertise Match. These features were necessary because the original datasets, while rich in task and technician attributes, lacked broader contextual or operational variables. This absence limited the depth of insights we could directly draw and could restrict the model’s ability to capture real-world relationships. Creating these engineered fields helped provide meaningful signals to the model and laid the foundation for the predictive steps that follow.</a:t>
            </a:r>
          </a:p>
        </p:txBody>
      </p:sp>
      <p:sp>
        <p:nvSpPr>
          <p:cNvPr id="4" name="Slide Number Placeholder 3"/>
          <p:cNvSpPr>
            <a:spLocks noGrp="1"/>
          </p:cNvSpPr>
          <p:nvPr>
            <p:ph type="sldNum" sz="quarter" idx="5"/>
          </p:nvPr>
        </p:nvSpPr>
        <p:spPr/>
        <p:txBody>
          <a:bodyPr/>
          <a:lstStyle/>
          <a:p>
            <a:fld id="{2DD6E5AA-2C20-4C4E-BE94-E4CD41247A7F}" type="slidenum">
              <a:rPr lang="en-US" smtClean="0"/>
              <a:t>6</a:t>
            </a:fld>
            <a:endParaRPr lang="en-US"/>
          </a:p>
        </p:txBody>
      </p:sp>
    </p:spTree>
    <p:extLst>
      <p:ext uri="{BB962C8B-B14F-4D97-AF65-F5344CB8AC3E}">
        <p14:creationId xmlns:p14="http://schemas.microsoft.com/office/powerpoint/2010/main" val="26874988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a:t>1 min</a:t>
            </a:r>
          </a:p>
          <a:p>
            <a:r>
              <a:rPr lang="en-US" dirty="0"/>
              <a:t>“For the data preparation phase, I focused on three major steps to get the datasets ready for modeling: </a:t>
            </a:r>
            <a:r>
              <a:rPr lang="en-US" b="1" dirty="0"/>
              <a:t>joining the tables, imputing missing values, and engineering new features</a:t>
            </a:r>
            <a:r>
              <a:rPr lang="en-US" dirty="0"/>
              <a:t>.</a:t>
            </a:r>
          </a:p>
          <a:p>
            <a:r>
              <a:rPr lang="en-US" b="1" dirty="0"/>
              <a:t>First, joining the datasets:</a:t>
            </a:r>
            <a:br>
              <a:rPr lang="en-US" dirty="0"/>
            </a:br>
            <a:r>
              <a:rPr lang="en-US" dirty="0"/>
              <a:t>The two original Kaggle tables each captured different parts of the story. One focused on technician task assignments, while the other detailed completed task outcomes. To give the model a fuller picture, I merged them using shared fields—specifically </a:t>
            </a:r>
            <a:r>
              <a:rPr lang="en-US" b="1" dirty="0"/>
              <a:t>task priority</a:t>
            </a:r>
            <a:r>
              <a:rPr lang="en-US" dirty="0"/>
              <a:t> and </a:t>
            </a:r>
            <a:r>
              <a:rPr lang="en-US" b="1" dirty="0"/>
              <a:t>distance to task</a:t>
            </a:r>
            <a:r>
              <a:rPr lang="en-US" dirty="0"/>
              <a:t>—which allowed me to bring in important fields like </a:t>
            </a:r>
            <a:r>
              <a:rPr lang="en-US" b="1" dirty="0"/>
              <a:t>task complexity, equipment required, and customer rating</a:t>
            </a:r>
            <a:r>
              <a:rPr lang="en-US" dirty="0"/>
              <a:t> that weren’t available in both tables.</a:t>
            </a:r>
          </a:p>
          <a:p>
            <a:r>
              <a:rPr lang="en-US" b="1" dirty="0"/>
              <a:t>Second, imputation:</a:t>
            </a:r>
            <a:br>
              <a:rPr lang="en-US" dirty="0"/>
            </a:br>
            <a:r>
              <a:rPr lang="en-US" dirty="0"/>
              <a:t>One key variable—</a:t>
            </a:r>
            <a:r>
              <a:rPr lang="en-US" b="1" dirty="0"/>
              <a:t>Penalty Cost</a:t>
            </a:r>
            <a:r>
              <a:rPr lang="en-US" dirty="0"/>
              <a:t>—was missing entirely from the historical tasks table, but it’s important for understanding technician performance and the business impact of delays. The dataset description notes that penalty cost is calculated based on task priority, and during exploratory analysis I found consistent value ranges for each priority level. Using those patterns, I </a:t>
            </a:r>
            <a:r>
              <a:rPr lang="en-US" b="1" dirty="0"/>
              <a:t>reconstructed penalty cost</a:t>
            </a:r>
            <a:r>
              <a:rPr lang="en-US" dirty="0"/>
              <a:t> values so the model could learn from realistic performance signals.</a:t>
            </a:r>
          </a:p>
          <a:p>
            <a:r>
              <a:rPr lang="en-US" b="1" dirty="0"/>
              <a:t>Finally, feature engineering:</a:t>
            </a:r>
            <a:br>
              <a:rPr lang="en-US" dirty="0"/>
            </a:br>
            <a:r>
              <a:rPr lang="en-US" dirty="0"/>
              <a:t>Because both datasets lacked contextual information about technician skill levels, I engineered two new fields—</a:t>
            </a:r>
            <a:r>
              <a:rPr lang="en-US" b="1" dirty="0"/>
              <a:t>Equipment Trained</a:t>
            </a:r>
            <a:r>
              <a:rPr lang="en-US" dirty="0"/>
              <a:t> and </a:t>
            </a:r>
            <a:r>
              <a:rPr lang="en-US" b="1" dirty="0"/>
              <a:t>Technician Complexity</a:t>
            </a:r>
            <a:r>
              <a:rPr lang="en-US" dirty="0"/>
              <a:t>—to help interpret technician capability. These were then used to create a more meaningful version of the original </a:t>
            </a:r>
            <a:r>
              <a:rPr lang="en-US" b="1" dirty="0"/>
              <a:t>Expertise Match</a:t>
            </a:r>
            <a:r>
              <a:rPr lang="en-US" dirty="0"/>
              <a:t> field. The new logic evaluates whether a technician is truly qualified for a task by considering equipment requirements and how the task’s complexity compares to the technician’s demonstrated complexity level.</a:t>
            </a:r>
            <a:br>
              <a:rPr lang="en-US" dirty="0"/>
            </a:br>
            <a:r>
              <a:rPr lang="en-US" dirty="0"/>
              <a:t>This was important because it adds real-world intelligence into the dataset—allowing the model to understand not just </a:t>
            </a:r>
            <a:r>
              <a:rPr lang="en-US" i="1" dirty="0"/>
              <a:t>what</a:t>
            </a:r>
            <a:r>
              <a:rPr lang="en-US" dirty="0"/>
              <a:t> was assigned, but </a:t>
            </a:r>
            <a:r>
              <a:rPr lang="en-US" i="1" dirty="0"/>
              <a:t>why</a:t>
            </a:r>
            <a:r>
              <a:rPr lang="en-US" dirty="0"/>
              <a:t> certain assignments succeed or fail.”</a:t>
            </a:r>
          </a:p>
          <a:p>
            <a:endParaRPr lang="en-US" dirty="0"/>
          </a:p>
        </p:txBody>
      </p:sp>
      <p:sp>
        <p:nvSpPr>
          <p:cNvPr id="4" name="Slide Number Placeholder 3"/>
          <p:cNvSpPr>
            <a:spLocks noGrp="1"/>
          </p:cNvSpPr>
          <p:nvPr>
            <p:ph type="sldNum" sz="quarter" idx="5"/>
          </p:nvPr>
        </p:nvSpPr>
        <p:spPr/>
        <p:txBody>
          <a:bodyPr/>
          <a:lstStyle/>
          <a:p>
            <a:fld id="{2DD6E5AA-2C20-4C4E-BE94-E4CD41247A7F}" type="slidenum">
              <a:rPr lang="en-US" smtClean="0"/>
              <a:t>7</a:t>
            </a:fld>
            <a:endParaRPr lang="en-US"/>
          </a:p>
        </p:txBody>
      </p:sp>
    </p:spTree>
    <p:extLst>
      <p:ext uri="{BB962C8B-B14F-4D97-AF65-F5344CB8AC3E}">
        <p14:creationId xmlns:p14="http://schemas.microsoft.com/office/powerpoint/2010/main" val="5247678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a:t>1 min</a:t>
            </a:r>
          </a:p>
          <a:p>
            <a:r>
              <a:rPr lang="en-US" dirty="0"/>
              <a:t>For the modeling approach, the name of the game is who has the best chance of completing the task. To do that, the workflow is structured into three cascading steps: </a:t>
            </a:r>
            <a:r>
              <a:rPr lang="en-US" b="1" dirty="0"/>
              <a:t>train the model, predict outcomes, and select the best technician. First, training the model:</a:t>
            </a:r>
            <a:br>
              <a:rPr lang="en-US" dirty="0"/>
            </a:br>
            <a:r>
              <a:rPr lang="en-US" dirty="0"/>
              <a:t>I used an </a:t>
            </a:r>
            <a:r>
              <a:rPr lang="en-US" b="1" dirty="0" err="1"/>
              <a:t>XGBoost</a:t>
            </a:r>
            <a:r>
              <a:rPr lang="en-US" b="1" dirty="0"/>
              <a:t> classifier</a:t>
            </a:r>
            <a:r>
              <a:rPr lang="en-US" dirty="0"/>
              <a:t>, with the feature inputs combining </a:t>
            </a:r>
            <a:r>
              <a:rPr lang="en-US" b="1" dirty="0"/>
              <a:t>task attributes</a:t>
            </a:r>
            <a:r>
              <a:rPr lang="en-US" dirty="0"/>
              <a:t>—such as priority, complexity, and equipment requirements—and </a:t>
            </a:r>
            <a:r>
              <a:rPr lang="en-US" b="1" dirty="0"/>
              <a:t>technician stats</a:t>
            </a:r>
            <a:r>
              <a:rPr lang="en-US" dirty="0"/>
              <a:t>, like whether they are eqpt trained and average customer rating from previous tasks.</a:t>
            </a:r>
            <a:br>
              <a:rPr lang="en-US" dirty="0"/>
            </a:br>
            <a:r>
              <a:rPr lang="en-US" dirty="0"/>
              <a:t>The target variable was simply whether the task was completed or not.</a:t>
            </a:r>
            <a:br>
              <a:rPr lang="en-US" dirty="0"/>
            </a:br>
            <a:r>
              <a:rPr lang="en-US" dirty="0"/>
              <a:t>The model was trained on an </a:t>
            </a:r>
            <a:r>
              <a:rPr lang="en-US" b="1" dirty="0"/>
              <a:t>80/20 train–test split</a:t>
            </a:r>
            <a:r>
              <a:rPr lang="en-US" dirty="0"/>
              <a:t>, and it delivered an </a:t>
            </a:r>
            <a:r>
              <a:rPr lang="en-US" b="1" dirty="0"/>
              <a:t>ROC-AUC of 0.667</a:t>
            </a:r>
            <a:r>
              <a:rPr lang="en-US" dirty="0"/>
              <a:t> and an </a:t>
            </a:r>
            <a:r>
              <a:rPr lang="en-US" b="1" dirty="0"/>
              <a:t>accuracy of 83.3%</a:t>
            </a:r>
            <a:r>
              <a:rPr lang="en-US" dirty="0"/>
              <a:t>, which indicates that the model is moderately good at distinguishing successful versus unsuccessful assignments, while maintaining a strong overall correctness rate.</a:t>
            </a:r>
          </a:p>
          <a:p>
            <a:r>
              <a:rPr lang="en-US" b="1" dirty="0"/>
              <a:t>Then </a:t>
            </a:r>
            <a:r>
              <a:rPr lang="en-US" dirty="0"/>
              <a:t>the model was applied to all </a:t>
            </a:r>
            <a:r>
              <a:rPr lang="en-US" b="1" dirty="0"/>
              <a:t>possible technician–task pairs</a:t>
            </a:r>
            <a:r>
              <a:rPr lang="en-US" dirty="0"/>
              <a:t>. For every unassigned task, I generated a prediction for every technician, estimating the </a:t>
            </a:r>
            <a:r>
              <a:rPr lang="en-US" b="1" dirty="0"/>
              <a:t>probability that each technician would successfully complete that task</a:t>
            </a:r>
            <a:r>
              <a:rPr lang="en-US" dirty="0"/>
              <a:t>.</a:t>
            </a:r>
          </a:p>
          <a:p>
            <a:r>
              <a:rPr lang="en-US" b="1" dirty="0"/>
              <a:t>Finally, </a:t>
            </a:r>
            <a:r>
              <a:rPr lang="en-US" dirty="0"/>
              <a:t>To make the assignment decision, I applied a </a:t>
            </a:r>
            <a:r>
              <a:rPr lang="en-US" b="1" dirty="0" err="1"/>
              <a:t>softmax</a:t>
            </a:r>
            <a:r>
              <a:rPr lang="en-US" b="1" dirty="0"/>
              <a:t>-based approach</a:t>
            </a:r>
            <a:r>
              <a:rPr lang="en-US" dirty="0"/>
              <a:t>, which converts all predicted probabilities for a given task into weighted random choices. This ensures the model selects the technician with the highest probability </a:t>
            </a:r>
            <a:r>
              <a:rPr lang="en-US" b="1" dirty="0"/>
              <a:t>without introducing bias</a:t>
            </a:r>
            <a:r>
              <a:rPr lang="en-US" dirty="0"/>
              <a:t> toward technicians who naturally score higher across all tasks.</a:t>
            </a:r>
          </a:p>
          <a:p>
            <a:r>
              <a:rPr lang="en-US" dirty="0"/>
              <a:t>Overall, this framework allows us to systematically compare technicians and assign each task to the individual with the strongest likelihood of success.”</a:t>
            </a:r>
          </a:p>
          <a:p>
            <a:pPr marL="0" indent="0">
              <a:buNone/>
            </a:pPr>
            <a:endParaRPr lang="en-US" dirty="0"/>
          </a:p>
        </p:txBody>
      </p:sp>
      <p:sp>
        <p:nvSpPr>
          <p:cNvPr id="4" name="Slide Number Placeholder 3"/>
          <p:cNvSpPr>
            <a:spLocks noGrp="1"/>
          </p:cNvSpPr>
          <p:nvPr>
            <p:ph type="sldNum" sz="quarter" idx="5"/>
          </p:nvPr>
        </p:nvSpPr>
        <p:spPr/>
        <p:txBody>
          <a:bodyPr/>
          <a:lstStyle/>
          <a:p>
            <a:fld id="{2DD6E5AA-2C20-4C4E-BE94-E4CD41247A7F}" type="slidenum">
              <a:rPr lang="en-US" smtClean="0"/>
              <a:t>8</a:t>
            </a:fld>
            <a:endParaRPr lang="en-US"/>
          </a:p>
        </p:txBody>
      </p:sp>
    </p:spTree>
    <p:extLst>
      <p:ext uri="{BB962C8B-B14F-4D97-AF65-F5344CB8AC3E}">
        <p14:creationId xmlns:p14="http://schemas.microsoft.com/office/powerpoint/2010/main" val="1649465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 min</a:t>
            </a:r>
          </a:p>
          <a:p>
            <a:r>
              <a:rPr lang="en-US" b="1" dirty="0"/>
              <a:t>System Architecture Overview</a:t>
            </a:r>
          </a:p>
          <a:p>
            <a:r>
              <a:rPr lang="en-US" dirty="0"/>
              <a:t>Now that we’ve covered how the model makes predictions, I want to show how the overall system brings everything together.</a:t>
            </a:r>
            <a:br>
              <a:rPr lang="en-US" dirty="0"/>
            </a:br>
            <a:r>
              <a:rPr lang="en-US" dirty="0"/>
              <a:t>The application is structured with a </a:t>
            </a:r>
            <a:r>
              <a:rPr lang="en-US" b="1" dirty="0" err="1"/>
              <a:t>FastAPI</a:t>
            </a:r>
            <a:r>
              <a:rPr lang="en-US" b="1" dirty="0"/>
              <a:t> backend</a:t>
            </a:r>
            <a:r>
              <a:rPr lang="en-US" dirty="0"/>
              <a:t>, which handles the core logic—serving the ML model, managing data flow, and running all the Python-based transformations.</a:t>
            </a:r>
            <a:br>
              <a:rPr lang="en-US" dirty="0"/>
            </a:br>
            <a:r>
              <a:rPr lang="en-US" dirty="0"/>
              <a:t>On the front end, I built a </a:t>
            </a:r>
            <a:r>
              <a:rPr lang="en-US" b="1" dirty="0"/>
              <a:t>React interface</a:t>
            </a:r>
            <a:r>
              <a:rPr lang="en-US" dirty="0"/>
              <a:t> that allows users to seamlessly interact with the system and request technician assignments in real time.</a:t>
            </a:r>
            <a:br>
              <a:rPr lang="en-US" dirty="0"/>
            </a:br>
            <a:r>
              <a:rPr lang="en-US" dirty="0"/>
              <a:t>These two layers communicate through a fully </a:t>
            </a:r>
            <a:r>
              <a:rPr lang="en-US" b="1" dirty="0"/>
              <a:t>API-driven architecture</a:t>
            </a:r>
            <a:r>
              <a:rPr lang="en-US" dirty="0"/>
              <a:t>, ensuring that the model’s predictions, task updates, and technician data flow smoothly between the backend and the UI. Let me show you how it looks like and how it works.</a:t>
            </a:r>
          </a:p>
          <a:p>
            <a:r>
              <a:rPr lang="en-US" b="1" dirty="0"/>
              <a:t>12. Application Demo (Screenshots or Live Demo)</a:t>
            </a:r>
          </a:p>
          <a:p>
            <a:r>
              <a:rPr lang="en-US" dirty="0"/>
              <a:t>Homepage</a:t>
            </a:r>
          </a:p>
          <a:p>
            <a:r>
              <a:rPr lang="en-US" dirty="0"/>
              <a:t>Technician profile</a:t>
            </a:r>
          </a:p>
          <a:p>
            <a:r>
              <a:rPr lang="en-US" dirty="0"/>
              <a:t>Unassigned tasks list</a:t>
            </a:r>
          </a:p>
          <a:p>
            <a:r>
              <a:rPr lang="en-US" dirty="0"/>
              <a:t>Automated assignment workflow</a:t>
            </a:r>
          </a:p>
          <a:p>
            <a:r>
              <a:rPr lang="en-US" dirty="0"/>
              <a:t>“Assigned” confirmation and logs</a:t>
            </a:r>
          </a:p>
          <a:p>
            <a:endParaRPr lang="en-US" dirty="0"/>
          </a:p>
        </p:txBody>
      </p:sp>
      <p:sp>
        <p:nvSpPr>
          <p:cNvPr id="4" name="Slide Number Placeholder 3"/>
          <p:cNvSpPr>
            <a:spLocks noGrp="1"/>
          </p:cNvSpPr>
          <p:nvPr>
            <p:ph type="sldNum" sz="quarter" idx="5"/>
          </p:nvPr>
        </p:nvSpPr>
        <p:spPr/>
        <p:txBody>
          <a:bodyPr/>
          <a:lstStyle/>
          <a:p>
            <a:fld id="{2DD6E5AA-2C20-4C4E-BE94-E4CD41247A7F}" type="slidenum">
              <a:rPr lang="en-US" smtClean="0"/>
              <a:t>9</a:t>
            </a:fld>
            <a:endParaRPr lang="en-US"/>
          </a:p>
        </p:txBody>
      </p:sp>
    </p:spTree>
    <p:extLst>
      <p:ext uri="{BB962C8B-B14F-4D97-AF65-F5344CB8AC3E}">
        <p14:creationId xmlns:p14="http://schemas.microsoft.com/office/powerpoint/2010/main" val="11318466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Again because of the missing success metrics </a:t>
            </a:r>
            <a:r>
              <a:rPr lang="en-US" dirty="0" err="1"/>
              <a:t>colums</a:t>
            </a:r>
            <a:r>
              <a:rPr lang="en-US" dirty="0"/>
              <a:t>, I had to calculate these columns :Customer Rating, Penalty Cost, Expertise Match</a:t>
            </a:r>
          </a:p>
          <a:p>
            <a:endParaRPr lang="en-US" dirty="0"/>
          </a:p>
        </p:txBody>
      </p:sp>
      <p:sp>
        <p:nvSpPr>
          <p:cNvPr id="4" name="Slide Number Placeholder 3"/>
          <p:cNvSpPr>
            <a:spLocks noGrp="1"/>
          </p:cNvSpPr>
          <p:nvPr>
            <p:ph type="sldNum" sz="quarter" idx="5"/>
          </p:nvPr>
        </p:nvSpPr>
        <p:spPr/>
        <p:txBody>
          <a:bodyPr/>
          <a:lstStyle/>
          <a:p>
            <a:fld id="{2DD6E5AA-2C20-4C4E-BE94-E4CD41247A7F}" type="slidenum">
              <a:rPr lang="en-US" smtClean="0"/>
              <a:t>10</a:t>
            </a:fld>
            <a:endParaRPr lang="en-US"/>
          </a:p>
        </p:txBody>
      </p:sp>
    </p:spTree>
    <p:extLst>
      <p:ext uri="{BB962C8B-B14F-4D97-AF65-F5344CB8AC3E}">
        <p14:creationId xmlns:p14="http://schemas.microsoft.com/office/powerpoint/2010/main" val="17502737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a:t>
            </a:r>
          </a:p>
        </p:txBody>
      </p:sp>
      <p:sp>
        <p:nvSpPr>
          <p:cNvPr id="4" name="Slide Number Placeholder 3"/>
          <p:cNvSpPr>
            <a:spLocks noGrp="1"/>
          </p:cNvSpPr>
          <p:nvPr>
            <p:ph type="sldNum" sz="quarter" idx="5"/>
          </p:nvPr>
        </p:nvSpPr>
        <p:spPr/>
        <p:txBody>
          <a:bodyPr/>
          <a:lstStyle/>
          <a:p>
            <a:fld id="{2DD6E5AA-2C20-4C4E-BE94-E4CD41247A7F}" type="slidenum">
              <a:rPr lang="en-US" smtClean="0"/>
              <a:t>13</a:t>
            </a:fld>
            <a:endParaRPr lang="en-US"/>
          </a:p>
        </p:txBody>
      </p:sp>
    </p:spTree>
    <p:extLst>
      <p:ext uri="{BB962C8B-B14F-4D97-AF65-F5344CB8AC3E}">
        <p14:creationId xmlns:p14="http://schemas.microsoft.com/office/powerpoint/2010/main" val="204805688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a:t>
            </a:r>
          </a:p>
          <a:p>
            <a:r>
              <a:rPr lang="en-US" dirty="0"/>
              <a:t>Thank audience</a:t>
            </a:r>
          </a:p>
        </p:txBody>
      </p:sp>
      <p:sp>
        <p:nvSpPr>
          <p:cNvPr id="4" name="Slide Number Placeholder 3"/>
          <p:cNvSpPr>
            <a:spLocks noGrp="1"/>
          </p:cNvSpPr>
          <p:nvPr>
            <p:ph type="sldNum" sz="quarter" idx="5"/>
          </p:nvPr>
        </p:nvSpPr>
        <p:spPr/>
        <p:txBody>
          <a:bodyPr/>
          <a:lstStyle/>
          <a:p>
            <a:fld id="{2DD6E5AA-2C20-4C4E-BE94-E4CD41247A7F}" type="slidenum">
              <a:rPr lang="en-US" smtClean="0"/>
              <a:t>14</a:t>
            </a:fld>
            <a:endParaRPr lang="en-US"/>
          </a:p>
        </p:txBody>
      </p:sp>
    </p:spTree>
    <p:extLst>
      <p:ext uri="{BB962C8B-B14F-4D97-AF65-F5344CB8AC3E}">
        <p14:creationId xmlns:p14="http://schemas.microsoft.com/office/powerpoint/2010/main" val="206743982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26CC6C37-217C-4E3F-A720-649A358A3115}" type="datetimeFigureOut">
              <a:rPr lang="en-US" smtClean="0"/>
              <a:t>11/16/2025</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14639295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CC6C37-217C-4E3F-A720-649A358A3115}" type="datetimeFigureOut">
              <a:rPr lang="en-US" smtClean="0"/>
              <a:t>11/16/2025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9609720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6CC6C37-217C-4E3F-A720-649A358A3115}" type="datetimeFigureOut">
              <a:rPr lang="en-US" smtClean="0"/>
              <a:t>11/16/2025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931134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6CC6C37-217C-4E3F-A720-649A358A3115}" type="datetimeFigureOut">
              <a:rPr lang="en-US" smtClean="0"/>
              <a:t>11/16/2025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3283566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6CC6C37-217C-4E3F-A720-649A358A3115}" type="datetimeFigureOut">
              <a:rPr lang="en-US" smtClean="0"/>
              <a:t>11/16/2025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7397574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6CC6C37-217C-4E3F-A720-649A358A3115}" type="datetimeFigureOut">
              <a:rPr lang="en-US" smtClean="0"/>
              <a:t>11/16/2025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8983470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6CC6C37-217C-4E3F-A720-649A358A3115}" type="datetimeFigureOut">
              <a:rPr lang="en-US" smtClean="0"/>
              <a:t>11/16/2025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9150006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CC6C37-217C-4E3F-A720-649A358A3115}" type="datetimeFigureOut">
              <a:rPr lang="en-US" smtClean="0"/>
              <a:t>11/16/2025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20368251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CC6C37-217C-4E3F-A720-649A358A3115}" type="datetimeFigureOut">
              <a:rPr lang="en-US" smtClean="0"/>
              <a:t>11/16/2025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12477405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CC6C37-217C-4E3F-A720-649A358A3115}" type="datetimeFigureOut">
              <a:rPr lang="en-US" smtClean="0"/>
              <a:t>11/16/2025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33221617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CC6C37-217C-4E3F-A720-649A358A3115}" type="datetimeFigureOut">
              <a:rPr lang="en-US" smtClean="0"/>
              <a:t>11/16/2025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8277386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CC6C37-217C-4E3F-A720-649A358A3115}" type="datetimeFigureOut">
              <a:rPr lang="en-US" smtClean="0"/>
              <a:t>11/16/2025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BB29862-F48E-4F54-913B-BAA21766EC4A}"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87390983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CC6C37-217C-4E3F-A720-649A358A3115}" type="datetimeFigureOut">
              <a:rPr lang="en-US" smtClean="0"/>
              <a:t>11/16/2025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4029669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26CC6C37-217C-4E3F-A720-649A358A3115}" type="datetimeFigureOut">
              <a:rPr lang="en-US" smtClean="0"/>
              <a:t>11/16/2025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7807672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26CC6C37-217C-4E3F-A720-649A358A3115}" type="datetimeFigureOut">
              <a:rPr lang="en-US" smtClean="0"/>
              <a:t>11/16/2025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250952927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CC6C37-217C-4E3F-A720-649A358A3115}" type="datetimeFigureOut">
              <a:rPr lang="en-US" smtClean="0"/>
              <a:t>11/16/2025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168167594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CC6C37-217C-4E3F-A720-649A358A3115}" type="datetimeFigureOut">
              <a:rPr lang="en-US" smtClean="0"/>
              <a:t>11/16/2025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BB29862-F48E-4F54-913B-BAA21766EC4A}" type="slidenum">
              <a:rPr lang="en-US" smtClean="0"/>
              <a:t>‹#›</a:t>
            </a:fld>
            <a:endParaRPr lang="en-US"/>
          </a:p>
        </p:txBody>
      </p:sp>
    </p:spTree>
    <p:extLst>
      <p:ext uri="{BB962C8B-B14F-4D97-AF65-F5344CB8AC3E}">
        <p14:creationId xmlns:p14="http://schemas.microsoft.com/office/powerpoint/2010/main" val="4230155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en-US"/>
              </a:p>
            </p:txBody>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txBody>
              <a:bodyPr/>
              <a:lstStyle/>
              <a:p>
                <a:endParaRPr lang="en-US"/>
              </a:p>
            </p:txBody>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p>
            </p:txBody>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26CC6C37-217C-4E3F-A720-649A358A3115}" type="datetimeFigureOut">
              <a:rPr lang="en-US" smtClean="0"/>
              <a:t>11/16/2025</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ABB29862-F48E-4F54-913B-BAA21766EC4A}" type="slidenum">
              <a:rPr lang="en-US" smtClean="0"/>
              <a:t>‹#›</a:t>
            </a:fld>
            <a:endParaRPr lang="en-US"/>
          </a:p>
        </p:txBody>
      </p:sp>
    </p:spTree>
    <p:extLst>
      <p:ext uri="{BB962C8B-B14F-4D97-AF65-F5344CB8AC3E}">
        <p14:creationId xmlns:p14="http://schemas.microsoft.com/office/powerpoint/2010/main" val="236677890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8" Type="http://schemas.openxmlformats.org/officeDocument/2006/relationships/diagramData" Target="../diagrams/data3.xml"/><Relationship Id="rId3" Type="http://schemas.openxmlformats.org/officeDocument/2006/relationships/diagramData" Target="../diagrams/data2.xml"/><Relationship Id="rId7" Type="http://schemas.microsoft.com/office/2007/relationships/diagramDrawing" Target="../diagrams/drawing2.xml"/><Relationship Id="rId12" Type="http://schemas.microsoft.com/office/2007/relationships/diagramDrawing" Target="../diagrams/drawing3.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11" Type="http://schemas.openxmlformats.org/officeDocument/2006/relationships/diagramColors" Target="../diagrams/colors3.xml"/><Relationship Id="rId5" Type="http://schemas.openxmlformats.org/officeDocument/2006/relationships/diagramQuickStyle" Target="../diagrams/quickStyle2.xml"/><Relationship Id="rId10" Type="http://schemas.openxmlformats.org/officeDocument/2006/relationships/diagramQuickStyle" Target="../diagrams/quickStyle3.xml"/><Relationship Id="rId4" Type="http://schemas.openxmlformats.org/officeDocument/2006/relationships/diagramLayout" Target="../diagrams/layout2.xml"/><Relationship Id="rId9" Type="http://schemas.openxmlformats.org/officeDocument/2006/relationships/diagramLayout" Target="../diagrams/layout3.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diagramColors" Target="../diagrams/colors6.xml"/><Relationship Id="rId3" Type="http://schemas.openxmlformats.org/officeDocument/2006/relationships/image" Target="../media/image1.jpeg"/><Relationship Id="rId7" Type="http://schemas.openxmlformats.org/officeDocument/2006/relationships/diagramQuickStyle" Target="../diagrams/quickStyle6.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Layout" Target="../diagrams/layout6.xml"/><Relationship Id="rId5" Type="http://schemas.openxmlformats.org/officeDocument/2006/relationships/diagramData" Target="../diagrams/data6.xml"/><Relationship Id="rId4" Type="http://schemas.openxmlformats.org/officeDocument/2006/relationships/image" Target="../media/image2.png"/><Relationship Id="rId9" Type="http://schemas.microsoft.com/office/2007/relationships/diagramDrawing" Target="../diagrams/drawing6.xml"/></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 Id="rId9"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diagramData" Target="../diagrams/data10.xml"/><Relationship Id="rId3" Type="http://schemas.openxmlformats.org/officeDocument/2006/relationships/diagramData" Target="../diagrams/data9.xml"/><Relationship Id="rId7" Type="http://schemas.microsoft.com/office/2007/relationships/diagramDrawing" Target="../diagrams/drawing9.xml"/><Relationship Id="rId12" Type="http://schemas.microsoft.com/office/2007/relationships/diagramDrawing" Target="../diagrams/drawing10.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Colors" Target="../diagrams/colors9.xml"/><Relationship Id="rId11" Type="http://schemas.openxmlformats.org/officeDocument/2006/relationships/diagramColors" Target="../diagrams/colors10.xml"/><Relationship Id="rId5" Type="http://schemas.openxmlformats.org/officeDocument/2006/relationships/diagramQuickStyle" Target="../diagrams/quickStyle9.xml"/><Relationship Id="rId10" Type="http://schemas.openxmlformats.org/officeDocument/2006/relationships/diagramQuickStyle" Target="../diagrams/quickStyle10.xml"/><Relationship Id="rId4" Type="http://schemas.openxmlformats.org/officeDocument/2006/relationships/diagramLayout" Target="../diagrams/layout9.xml"/><Relationship Id="rId9" Type="http://schemas.openxmlformats.org/officeDocument/2006/relationships/diagramLayout" Target="../diagrams/layout10.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8000"/>
                <a:hueMod val="94000"/>
                <a:satMod val="148000"/>
                <a:lumMod val="150000"/>
              </a:schemeClr>
            </a:gs>
            <a:gs pos="100000">
              <a:schemeClr val="bg2">
                <a:shade val="92000"/>
                <a:hueMod val="104000"/>
                <a:satMod val="140000"/>
                <a:lumMod val="68000"/>
              </a:schemeClr>
            </a:gs>
          </a:gsLst>
          <a:lin ang="5040000" scaled="0"/>
        </a:gra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7D4B16D-600A-41A1-8B1B-3727C56C0C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DE7C35E0-BD19-4AFC-81BF-7A7507E9C94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2305051" cy="6858001"/>
            <a:chOff x="0" y="0"/>
            <a:chExt cx="2305051" cy="6858001"/>
          </a:xfrm>
          <a:solidFill>
            <a:schemeClr val="tx1">
              <a:alpha val="60000"/>
            </a:schemeClr>
          </a:solidFill>
          <a:effectLst/>
        </p:grpSpPr>
        <p:sp>
          <p:nvSpPr>
            <p:cNvPr id="11" name="Rectangle 5">
              <a:extLst>
                <a:ext uri="{FF2B5EF4-FFF2-40B4-BE49-F238E27FC236}">
                  <a16:creationId xmlns:a16="http://schemas.microsoft.com/office/drawing/2014/main" id="{1E08D20A-3975-4596-85C6-D4679958628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en-US"/>
            </a:p>
          </p:txBody>
        </p:sp>
        <p:sp>
          <p:nvSpPr>
            <p:cNvPr id="12" name="Freeform 6">
              <a:extLst>
                <a:ext uri="{FF2B5EF4-FFF2-40B4-BE49-F238E27FC236}">
                  <a16:creationId xmlns:a16="http://schemas.microsoft.com/office/drawing/2014/main" id="{630A9349-BFE4-4720-A229-98DCD3B69F3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13" name="Freeform 7">
              <a:extLst>
                <a:ext uri="{FF2B5EF4-FFF2-40B4-BE49-F238E27FC236}">
                  <a16:creationId xmlns:a16="http://schemas.microsoft.com/office/drawing/2014/main" id="{28487744-BBC9-4D40-85B3-0D45003C339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14" name="Rectangle 8">
              <a:extLst>
                <a:ext uri="{FF2B5EF4-FFF2-40B4-BE49-F238E27FC236}">
                  <a16:creationId xmlns:a16="http://schemas.microsoft.com/office/drawing/2014/main" id="{FAD6EF4D-97BD-46B4-9B5B-CD70971DD55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en-US"/>
            </a:p>
          </p:txBody>
        </p:sp>
        <p:sp>
          <p:nvSpPr>
            <p:cNvPr id="15" name="Freeform 9">
              <a:extLst>
                <a:ext uri="{FF2B5EF4-FFF2-40B4-BE49-F238E27FC236}">
                  <a16:creationId xmlns:a16="http://schemas.microsoft.com/office/drawing/2014/main" id="{210DCC42-11D2-4162-B47A-869B3F66948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16" name="Freeform 10">
              <a:extLst>
                <a:ext uri="{FF2B5EF4-FFF2-40B4-BE49-F238E27FC236}">
                  <a16:creationId xmlns:a16="http://schemas.microsoft.com/office/drawing/2014/main" id="{DE4880D6-6ECE-4F1B-B474-FE3940D043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17" name="Freeform 11">
              <a:extLst>
                <a:ext uri="{FF2B5EF4-FFF2-40B4-BE49-F238E27FC236}">
                  <a16:creationId xmlns:a16="http://schemas.microsoft.com/office/drawing/2014/main" id="{A1A39307-F675-49D2-9E45-28DA2AB5C9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18" name="Freeform 12">
              <a:extLst>
                <a:ext uri="{FF2B5EF4-FFF2-40B4-BE49-F238E27FC236}">
                  <a16:creationId xmlns:a16="http://schemas.microsoft.com/office/drawing/2014/main" id="{AC5E23C5-C5D6-4BC3-9531-C0B2D7D29F9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19" name="Freeform 13">
              <a:extLst>
                <a:ext uri="{FF2B5EF4-FFF2-40B4-BE49-F238E27FC236}">
                  <a16:creationId xmlns:a16="http://schemas.microsoft.com/office/drawing/2014/main" id="{4D3FC0A7-9672-4B19-8D54-71C3B39F7A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0" name="Freeform 14">
              <a:extLst>
                <a:ext uri="{FF2B5EF4-FFF2-40B4-BE49-F238E27FC236}">
                  <a16:creationId xmlns:a16="http://schemas.microsoft.com/office/drawing/2014/main" id="{9911D04C-3FFB-4D1E-8F59-5C02692E3E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1" name="Freeform 15">
              <a:extLst>
                <a:ext uri="{FF2B5EF4-FFF2-40B4-BE49-F238E27FC236}">
                  <a16:creationId xmlns:a16="http://schemas.microsoft.com/office/drawing/2014/main" id="{A0178C8F-EF32-4F3D-B022-60A7DE1367B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2" name="Freeform 16">
              <a:extLst>
                <a:ext uri="{FF2B5EF4-FFF2-40B4-BE49-F238E27FC236}">
                  <a16:creationId xmlns:a16="http://schemas.microsoft.com/office/drawing/2014/main" id="{EEB2DD25-DE0D-48CE-8218-E4EF12273A2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3" name="Freeform 17">
              <a:extLst>
                <a:ext uri="{FF2B5EF4-FFF2-40B4-BE49-F238E27FC236}">
                  <a16:creationId xmlns:a16="http://schemas.microsoft.com/office/drawing/2014/main" id="{13C92E55-66CB-48F7-BF28-5D8ED146BB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4" name="Freeform 18">
              <a:extLst>
                <a:ext uri="{FF2B5EF4-FFF2-40B4-BE49-F238E27FC236}">
                  <a16:creationId xmlns:a16="http://schemas.microsoft.com/office/drawing/2014/main" id="{CB0B6C7B-4820-48AB-92AF-896559F0093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5" name="Freeform 19">
              <a:extLst>
                <a:ext uri="{FF2B5EF4-FFF2-40B4-BE49-F238E27FC236}">
                  <a16:creationId xmlns:a16="http://schemas.microsoft.com/office/drawing/2014/main" id="{2018EECD-4518-458F-989E-6FCAE5AE04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6" name="Freeform 20">
              <a:extLst>
                <a:ext uri="{FF2B5EF4-FFF2-40B4-BE49-F238E27FC236}">
                  <a16:creationId xmlns:a16="http://schemas.microsoft.com/office/drawing/2014/main" id="{1FB0915F-3C52-468A-87E7-F3EE381DA3E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7" name="Freeform 21">
              <a:extLst>
                <a:ext uri="{FF2B5EF4-FFF2-40B4-BE49-F238E27FC236}">
                  <a16:creationId xmlns:a16="http://schemas.microsoft.com/office/drawing/2014/main" id="{7B184771-5A8E-4ED5-9179-24B19F26C32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8" name="Freeform 22">
              <a:extLst>
                <a:ext uri="{FF2B5EF4-FFF2-40B4-BE49-F238E27FC236}">
                  <a16:creationId xmlns:a16="http://schemas.microsoft.com/office/drawing/2014/main" id="{BC5162D1-D64C-4FBA-BE86-11B27A7432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9" name="Freeform 23">
              <a:extLst>
                <a:ext uri="{FF2B5EF4-FFF2-40B4-BE49-F238E27FC236}">
                  <a16:creationId xmlns:a16="http://schemas.microsoft.com/office/drawing/2014/main" id="{9EFF345C-6A58-4123-B2D1-2ED9E369124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0" name="Freeform 24">
              <a:extLst>
                <a:ext uri="{FF2B5EF4-FFF2-40B4-BE49-F238E27FC236}">
                  <a16:creationId xmlns:a16="http://schemas.microsoft.com/office/drawing/2014/main" id="{03CE89F7-AE1C-4370-920E-EE04C4124FF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1" name="Freeform 25">
              <a:extLst>
                <a:ext uri="{FF2B5EF4-FFF2-40B4-BE49-F238E27FC236}">
                  <a16:creationId xmlns:a16="http://schemas.microsoft.com/office/drawing/2014/main" id="{D6E298F6-F99D-49EF-B614-24D2179C23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2" name="Freeform 26">
              <a:extLst>
                <a:ext uri="{FF2B5EF4-FFF2-40B4-BE49-F238E27FC236}">
                  <a16:creationId xmlns:a16="http://schemas.microsoft.com/office/drawing/2014/main" id="{2424FD35-451D-468C-9EB2-8DA350C1247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3" name="Freeform 27">
              <a:extLst>
                <a:ext uri="{FF2B5EF4-FFF2-40B4-BE49-F238E27FC236}">
                  <a16:creationId xmlns:a16="http://schemas.microsoft.com/office/drawing/2014/main" id="{45BC0C6F-B91F-42CC-9046-522FE8223C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4" name="Freeform 28">
              <a:extLst>
                <a:ext uri="{FF2B5EF4-FFF2-40B4-BE49-F238E27FC236}">
                  <a16:creationId xmlns:a16="http://schemas.microsoft.com/office/drawing/2014/main" id="{F88AFBEE-A8B5-4B18-B834-5269F6C13C0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5" name="Freeform 29">
              <a:extLst>
                <a:ext uri="{FF2B5EF4-FFF2-40B4-BE49-F238E27FC236}">
                  <a16:creationId xmlns:a16="http://schemas.microsoft.com/office/drawing/2014/main" id="{64B0F493-EC69-4C85-87D4-2876282311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6" name="Freeform 30">
              <a:extLst>
                <a:ext uri="{FF2B5EF4-FFF2-40B4-BE49-F238E27FC236}">
                  <a16:creationId xmlns:a16="http://schemas.microsoft.com/office/drawing/2014/main" id="{09920E7F-979C-40F6-8FB1-791325A4A44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7" name="Freeform 31">
              <a:extLst>
                <a:ext uri="{FF2B5EF4-FFF2-40B4-BE49-F238E27FC236}">
                  <a16:creationId xmlns:a16="http://schemas.microsoft.com/office/drawing/2014/main" id="{1387BCC3-D7BF-443E-B18C-87B696E644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8" name="Freeform 32">
              <a:extLst>
                <a:ext uri="{FF2B5EF4-FFF2-40B4-BE49-F238E27FC236}">
                  <a16:creationId xmlns:a16="http://schemas.microsoft.com/office/drawing/2014/main" id="{F1C0670D-9FA2-48D7-AFDB-4438ECC3EE1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9" name="Rectangle 33">
              <a:extLst>
                <a:ext uri="{FF2B5EF4-FFF2-40B4-BE49-F238E27FC236}">
                  <a16:creationId xmlns:a16="http://schemas.microsoft.com/office/drawing/2014/main" id="{34088C0C-CAD1-4E66-A162-1D7020365B6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en-US"/>
            </a:p>
          </p:txBody>
        </p:sp>
        <p:sp>
          <p:nvSpPr>
            <p:cNvPr id="40" name="Freeform 34">
              <a:extLst>
                <a:ext uri="{FF2B5EF4-FFF2-40B4-BE49-F238E27FC236}">
                  <a16:creationId xmlns:a16="http://schemas.microsoft.com/office/drawing/2014/main" id="{B8C224A6-72B4-4763-B708-65A321D0D61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41" name="Freeform 35">
              <a:extLst>
                <a:ext uri="{FF2B5EF4-FFF2-40B4-BE49-F238E27FC236}">
                  <a16:creationId xmlns:a16="http://schemas.microsoft.com/office/drawing/2014/main" id="{2EE3A964-523C-470B-8B10-09053452C5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42" name="Freeform 36">
              <a:extLst>
                <a:ext uri="{FF2B5EF4-FFF2-40B4-BE49-F238E27FC236}">
                  <a16:creationId xmlns:a16="http://schemas.microsoft.com/office/drawing/2014/main" id="{1B87487E-C0EA-4E2A-8FC0-3D4C4F0177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43" name="Freeform 37">
              <a:extLst>
                <a:ext uri="{FF2B5EF4-FFF2-40B4-BE49-F238E27FC236}">
                  <a16:creationId xmlns:a16="http://schemas.microsoft.com/office/drawing/2014/main" id="{D8B57E7E-D885-4A0B-BBA0-E3BC3A68CDE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44" name="Freeform 38">
              <a:extLst>
                <a:ext uri="{FF2B5EF4-FFF2-40B4-BE49-F238E27FC236}">
                  <a16:creationId xmlns:a16="http://schemas.microsoft.com/office/drawing/2014/main" id="{6FB84573-B84B-4571-A6E5-91CD308E7D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45" name="Freeform 39">
              <a:extLst>
                <a:ext uri="{FF2B5EF4-FFF2-40B4-BE49-F238E27FC236}">
                  <a16:creationId xmlns:a16="http://schemas.microsoft.com/office/drawing/2014/main" id="{7EE5EE00-E139-4AB9-ACFC-5E39CFA951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46" name="Freeform 40">
              <a:extLst>
                <a:ext uri="{FF2B5EF4-FFF2-40B4-BE49-F238E27FC236}">
                  <a16:creationId xmlns:a16="http://schemas.microsoft.com/office/drawing/2014/main" id="{5A38A6AA-6753-4EFE-94BB-96DF739758C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47" name="Freeform 41">
              <a:extLst>
                <a:ext uri="{FF2B5EF4-FFF2-40B4-BE49-F238E27FC236}">
                  <a16:creationId xmlns:a16="http://schemas.microsoft.com/office/drawing/2014/main" id="{506AB599-570B-4547-97F4-F2C672301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48" name="Freeform 42">
              <a:extLst>
                <a:ext uri="{FF2B5EF4-FFF2-40B4-BE49-F238E27FC236}">
                  <a16:creationId xmlns:a16="http://schemas.microsoft.com/office/drawing/2014/main" id="{9AFDEA1E-DBAB-4507-8D36-786F19A85BA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49" name="Freeform 43">
              <a:extLst>
                <a:ext uri="{FF2B5EF4-FFF2-40B4-BE49-F238E27FC236}">
                  <a16:creationId xmlns:a16="http://schemas.microsoft.com/office/drawing/2014/main" id="{C824D6F7-0BDF-4C8C-869D-BDDEB07641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50" name="Freeform 44">
              <a:extLst>
                <a:ext uri="{FF2B5EF4-FFF2-40B4-BE49-F238E27FC236}">
                  <a16:creationId xmlns:a16="http://schemas.microsoft.com/office/drawing/2014/main" id="{6953C491-AE0F-4D2B-9474-18D5E8B5DC9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51" name="Rectangle 45">
              <a:extLst>
                <a:ext uri="{FF2B5EF4-FFF2-40B4-BE49-F238E27FC236}">
                  <a16:creationId xmlns:a16="http://schemas.microsoft.com/office/drawing/2014/main" id="{5B956350-9BDD-4090-B2B6-12C13D1CE27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en-US"/>
            </a:p>
          </p:txBody>
        </p:sp>
        <p:sp>
          <p:nvSpPr>
            <p:cNvPr id="52" name="Freeform 46">
              <a:extLst>
                <a:ext uri="{FF2B5EF4-FFF2-40B4-BE49-F238E27FC236}">
                  <a16:creationId xmlns:a16="http://schemas.microsoft.com/office/drawing/2014/main" id="{ECE31E80-E354-44C3-81E0-4E3E41DDF6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53" name="Freeform 47">
              <a:extLst>
                <a:ext uri="{FF2B5EF4-FFF2-40B4-BE49-F238E27FC236}">
                  <a16:creationId xmlns:a16="http://schemas.microsoft.com/office/drawing/2014/main" id="{9DFA35DB-5360-405A-A7EB-064E51FBC0A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54" name="Freeform 48">
              <a:extLst>
                <a:ext uri="{FF2B5EF4-FFF2-40B4-BE49-F238E27FC236}">
                  <a16:creationId xmlns:a16="http://schemas.microsoft.com/office/drawing/2014/main" id="{2DA499BD-4313-4AD1-BE87-4BEF50FECB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55" name="Freeform 49">
              <a:extLst>
                <a:ext uri="{FF2B5EF4-FFF2-40B4-BE49-F238E27FC236}">
                  <a16:creationId xmlns:a16="http://schemas.microsoft.com/office/drawing/2014/main" id="{680E4C6D-12D1-417A-A709-EC416D98FA0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56" name="Freeform 50">
              <a:extLst>
                <a:ext uri="{FF2B5EF4-FFF2-40B4-BE49-F238E27FC236}">
                  <a16:creationId xmlns:a16="http://schemas.microsoft.com/office/drawing/2014/main" id="{C93537B4-09B6-4CC6-92DE-3D3BDAC7ABB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57" name="Freeform 51">
              <a:extLst>
                <a:ext uri="{FF2B5EF4-FFF2-40B4-BE49-F238E27FC236}">
                  <a16:creationId xmlns:a16="http://schemas.microsoft.com/office/drawing/2014/main" id="{5D100FC5-9EA8-4DA7-AFA4-BC60831FD8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58" name="Freeform 52">
              <a:extLst>
                <a:ext uri="{FF2B5EF4-FFF2-40B4-BE49-F238E27FC236}">
                  <a16:creationId xmlns:a16="http://schemas.microsoft.com/office/drawing/2014/main" id="{3F10D757-6A3B-4314-9755-419B3738E4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59" name="Freeform 53">
              <a:extLst>
                <a:ext uri="{FF2B5EF4-FFF2-40B4-BE49-F238E27FC236}">
                  <a16:creationId xmlns:a16="http://schemas.microsoft.com/office/drawing/2014/main" id="{28A4D881-D08B-4AAF-866D-7C31601126D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60" name="Freeform 54">
              <a:extLst>
                <a:ext uri="{FF2B5EF4-FFF2-40B4-BE49-F238E27FC236}">
                  <a16:creationId xmlns:a16="http://schemas.microsoft.com/office/drawing/2014/main" id="{A666F3F8-571E-483F-9B9F-31EDB91A9C6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61" name="Freeform 55">
              <a:extLst>
                <a:ext uri="{FF2B5EF4-FFF2-40B4-BE49-F238E27FC236}">
                  <a16:creationId xmlns:a16="http://schemas.microsoft.com/office/drawing/2014/main" id="{18305C0F-0A00-450D-92A1-313C724398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62" name="Freeform 56">
              <a:extLst>
                <a:ext uri="{FF2B5EF4-FFF2-40B4-BE49-F238E27FC236}">
                  <a16:creationId xmlns:a16="http://schemas.microsoft.com/office/drawing/2014/main" id="{9A5635D8-CCB7-4D16-BB87-B1BC1AC97DC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63" name="Freeform 57">
              <a:extLst>
                <a:ext uri="{FF2B5EF4-FFF2-40B4-BE49-F238E27FC236}">
                  <a16:creationId xmlns:a16="http://schemas.microsoft.com/office/drawing/2014/main" id="{7C10A784-B5EE-4486-96E7-3CC72B93AE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64" name="Freeform 58">
              <a:extLst>
                <a:ext uri="{FF2B5EF4-FFF2-40B4-BE49-F238E27FC236}">
                  <a16:creationId xmlns:a16="http://schemas.microsoft.com/office/drawing/2014/main" id="{AE5FA7CA-916C-4A34-A727-E0289D891AB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grpSp>
      <p:pic>
        <p:nvPicPr>
          <p:cNvPr id="66" name="Picture 2">
            <a:extLst>
              <a:ext uri="{FF2B5EF4-FFF2-40B4-BE49-F238E27FC236}">
                <a16:creationId xmlns:a16="http://schemas.microsoft.com/office/drawing/2014/main" id="{51039561-92F9-40EE-900B-6AA0F58042A4}"/>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3" y="9525"/>
            <a:ext cx="12192003" cy="6858001"/>
          </a:xfrm>
          <a:prstGeom prst="rect">
            <a:avLst/>
          </a:prstGeom>
          <a:noFill/>
          <a:extLst>
            <a:ext uri="{909E8E84-426E-40dd-AFC4-6F175D3DCCD1}">
              <a14:hiddenFill xmlns="" xmlns:a16="http://schemas.microsoft.com/office/drawing/2014/main" xmlns:p14="http://schemas.microsoft.com/office/powerpoint/2010/main"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AA2DA2F2-1054-DB29-D32C-D0D8291480A7}"/>
              </a:ext>
            </a:extLst>
          </p:cNvPr>
          <p:cNvSpPr>
            <a:spLocks noGrp="1"/>
          </p:cNvSpPr>
          <p:nvPr>
            <p:ph type="ctrTitle"/>
          </p:nvPr>
        </p:nvSpPr>
        <p:spPr>
          <a:xfrm>
            <a:off x="2043113" y="1122363"/>
            <a:ext cx="4527929" cy="4287836"/>
          </a:xfrm>
        </p:spPr>
        <p:txBody>
          <a:bodyPr anchor="ctr">
            <a:normAutofit/>
          </a:bodyPr>
          <a:lstStyle/>
          <a:p>
            <a:pPr algn="r"/>
            <a:r>
              <a:rPr lang="en-US" sz="4700" dirty="0"/>
              <a:t>Executive summary presentation</a:t>
            </a:r>
          </a:p>
        </p:txBody>
      </p:sp>
      <p:sp>
        <p:nvSpPr>
          <p:cNvPr id="3" name="Subtitle 2">
            <a:extLst>
              <a:ext uri="{FF2B5EF4-FFF2-40B4-BE49-F238E27FC236}">
                <a16:creationId xmlns:a16="http://schemas.microsoft.com/office/drawing/2014/main" id="{D13A2BED-F95B-318A-3D69-FE25FE159D04}"/>
              </a:ext>
            </a:extLst>
          </p:cNvPr>
          <p:cNvSpPr>
            <a:spLocks noGrp="1"/>
          </p:cNvSpPr>
          <p:nvPr>
            <p:ph type="subTitle" idx="1"/>
          </p:nvPr>
        </p:nvSpPr>
        <p:spPr>
          <a:xfrm>
            <a:off x="7851631" y="1122363"/>
            <a:ext cx="2816368" cy="4287834"/>
          </a:xfrm>
        </p:spPr>
        <p:txBody>
          <a:bodyPr anchor="ctr">
            <a:normAutofit/>
          </a:bodyPr>
          <a:lstStyle/>
          <a:p>
            <a:r>
              <a:rPr lang="en-US" sz="2400" dirty="0"/>
              <a:t>Sue </a:t>
            </a:r>
            <a:r>
              <a:rPr lang="en-US" sz="2400" dirty="0" err="1"/>
              <a:t>Byeon</a:t>
            </a:r>
            <a:endParaRPr lang="en-US" sz="2400" dirty="0"/>
          </a:p>
        </p:txBody>
      </p:sp>
      <p:cxnSp>
        <p:nvCxnSpPr>
          <p:cNvPr id="68" name="Straight Connector 67">
            <a:extLst>
              <a:ext uri="{FF2B5EF4-FFF2-40B4-BE49-F238E27FC236}">
                <a16:creationId xmlns:a16="http://schemas.microsoft.com/office/drawing/2014/main" id="{D902DA06-324A-48CE-8C20-94535480A63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211336" y="1454684"/>
            <a:ext cx="0" cy="3649129"/>
          </a:xfrm>
          <a:prstGeom prst="line">
            <a:avLst/>
          </a:prstGeom>
          <a:ln w="25400">
            <a:solidFill>
              <a:schemeClr val="tx1">
                <a:alpha val="7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434293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CCBCD-4140-8102-A874-94783DD8090D}"/>
              </a:ext>
            </a:extLst>
          </p:cNvPr>
          <p:cNvSpPr>
            <a:spLocks noGrp="1"/>
          </p:cNvSpPr>
          <p:nvPr>
            <p:ph type="title"/>
          </p:nvPr>
        </p:nvSpPr>
        <p:spPr/>
        <p:txBody>
          <a:bodyPr/>
          <a:lstStyle/>
          <a:p>
            <a:r>
              <a:rPr lang="en-US" dirty="0"/>
              <a:t>Problem Statement</a:t>
            </a:r>
          </a:p>
        </p:txBody>
      </p:sp>
      <p:sp>
        <p:nvSpPr>
          <p:cNvPr id="3" name="Content Placeholder 2">
            <a:extLst>
              <a:ext uri="{FF2B5EF4-FFF2-40B4-BE49-F238E27FC236}">
                <a16:creationId xmlns:a16="http://schemas.microsoft.com/office/drawing/2014/main" id="{FF652F99-8841-41C3-747A-9A2C60DDDB4E}"/>
              </a:ext>
            </a:extLst>
          </p:cNvPr>
          <p:cNvSpPr>
            <a:spLocks noGrp="1"/>
          </p:cNvSpPr>
          <p:nvPr>
            <p:ph idx="1"/>
          </p:nvPr>
        </p:nvSpPr>
        <p:spPr>
          <a:xfrm>
            <a:off x="1405143" y="1857471"/>
            <a:ext cx="4207994" cy="3717162"/>
          </a:xfrm>
        </p:spPr>
        <p:txBody>
          <a:bodyPr>
            <a:noAutofit/>
          </a:bodyPr>
          <a:lstStyle/>
          <a:p>
            <a:pPr marL="0" indent="0">
              <a:buNone/>
            </a:pPr>
            <a:r>
              <a:rPr lang="en-US" dirty="0"/>
              <a:t>Customers rely on fast, reliable connections for work, school, and social life. </a:t>
            </a:r>
            <a:endParaRPr lang="en-US" b="1" dirty="0"/>
          </a:p>
          <a:p>
            <a:pPr marL="0" indent="0">
              <a:buNone/>
            </a:pPr>
            <a:br>
              <a:rPr lang="en-US" b="1" dirty="0"/>
            </a:br>
            <a:endParaRPr lang="en-US" b="1" dirty="0"/>
          </a:p>
          <a:p>
            <a:pPr marL="0" indent="0">
              <a:buNone/>
            </a:pPr>
            <a:endParaRPr lang="en-US" b="1" dirty="0"/>
          </a:p>
          <a:p>
            <a:pPr marL="0" indent="0">
              <a:buNone/>
            </a:pPr>
            <a:r>
              <a:rPr lang="en-US" b="1" dirty="0"/>
              <a:t>Great Product, Poor Experience</a:t>
            </a:r>
          </a:p>
        </p:txBody>
      </p:sp>
      <p:graphicFrame>
        <p:nvGraphicFramePr>
          <p:cNvPr id="4" name="Diagram 3">
            <a:extLst>
              <a:ext uri="{FF2B5EF4-FFF2-40B4-BE49-F238E27FC236}">
                <a16:creationId xmlns:a16="http://schemas.microsoft.com/office/drawing/2014/main" id="{1DC6CA4C-0467-1B86-95A3-4B848E36E58C}"/>
              </a:ext>
            </a:extLst>
          </p:cNvPr>
          <p:cNvGraphicFramePr/>
          <p:nvPr>
            <p:extLst>
              <p:ext uri="{D42A27DB-BD31-4B8C-83A1-F6EECF244321}">
                <p14:modId xmlns:p14="http://schemas.microsoft.com/office/powerpoint/2010/main" val="1293279095"/>
              </p:ext>
            </p:extLst>
          </p:nvPr>
        </p:nvGraphicFramePr>
        <p:xfrm>
          <a:off x="5613137" y="1697676"/>
          <a:ext cx="5900352" cy="371716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TextBox 4">
            <a:extLst>
              <a:ext uri="{FF2B5EF4-FFF2-40B4-BE49-F238E27FC236}">
                <a16:creationId xmlns:a16="http://schemas.microsoft.com/office/drawing/2014/main" id="{CD1FFE96-47BC-DBA7-118C-FF8308D844DC}"/>
              </a:ext>
            </a:extLst>
          </p:cNvPr>
          <p:cNvSpPr txBox="1"/>
          <p:nvPr/>
        </p:nvSpPr>
        <p:spPr>
          <a:xfrm>
            <a:off x="1921475" y="6309330"/>
            <a:ext cx="8345874" cy="369332"/>
          </a:xfrm>
          <a:prstGeom prst="rect">
            <a:avLst/>
          </a:prstGeom>
          <a:noFill/>
        </p:spPr>
        <p:txBody>
          <a:bodyPr wrap="none" rtlCol="0">
            <a:spAutoFit/>
          </a:bodyPr>
          <a:lstStyle/>
          <a:p>
            <a:r>
              <a:rPr lang="en-US" dirty="0"/>
              <a:t>* For a company with 100,000 customers, 30% annual churn rate, and ARPU of $69,690</a:t>
            </a:r>
          </a:p>
        </p:txBody>
      </p:sp>
    </p:spTree>
    <p:extLst>
      <p:ext uri="{BB962C8B-B14F-4D97-AF65-F5344CB8AC3E}">
        <p14:creationId xmlns:p14="http://schemas.microsoft.com/office/powerpoint/2010/main" val="1656300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32FB5-1B38-36DC-023D-FCFDF15A99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3F0589-597F-E741-EE06-AD760ED2041C}"/>
              </a:ext>
            </a:extLst>
          </p:cNvPr>
          <p:cNvSpPr>
            <a:spLocks noGrp="1"/>
          </p:cNvSpPr>
          <p:nvPr>
            <p:ph type="title"/>
          </p:nvPr>
        </p:nvSpPr>
        <p:spPr/>
        <p:txBody>
          <a:bodyPr/>
          <a:lstStyle/>
          <a:p>
            <a:r>
              <a:rPr lang="en-US" dirty="0"/>
              <a:t>Current State Analysis &amp; Metrics</a:t>
            </a:r>
          </a:p>
        </p:txBody>
      </p:sp>
      <p:graphicFrame>
        <p:nvGraphicFramePr>
          <p:cNvPr id="4" name="Diagram 3">
            <a:extLst>
              <a:ext uri="{FF2B5EF4-FFF2-40B4-BE49-F238E27FC236}">
                <a16:creationId xmlns:a16="http://schemas.microsoft.com/office/drawing/2014/main" id="{11F95E2E-0ADF-7A2B-E284-1A0F8DFA6E37}"/>
              </a:ext>
            </a:extLst>
          </p:cNvPr>
          <p:cNvGraphicFramePr/>
          <p:nvPr>
            <p:extLst>
              <p:ext uri="{D42A27DB-BD31-4B8C-83A1-F6EECF244321}">
                <p14:modId xmlns:p14="http://schemas.microsoft.com/office/powerpoint/2010/main" val="3974465043"/>
              </p:ext>
            </p:extLst>
          </p:nvPr>
        </p:nvGraphicFramePr>
        <p:xfrm>
          <a:off x="1026882" y="1612948"/>
          <a:ext cx="10135060" cy="27838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5" name="Diagram 4">
            <a:extLst>
              <a:ext uri="{FF2B5EF4-FFF2-40B4-BE49-F238E27FC236}">
                <a16:creationId xmlns:a16="http://schemas.microsoft.com/office/drawing/2014/main" id="{E3CA2015-24ED-73B5-8A5E-6994BBAF3282}"/>
              </a:ext>
            </a:extLst>
          </p:cNvPr>
          <p:cNvGraphicFramePr/>
          <p:nvPr>
            <p:extLst>
              <p:ext uri="{D42A27DB-BD31-4B8C-83A1-F6EECF244321}">
                <p14:modId xmlns:p14="http://schemas.microsoft.com/office/powerpoint/2010/main" val="1313497594"/>
              </p:ext>
            </p:extLst>
          </p:nvPr>
        </p:nvGraphicFramePr>
        <p:xfrm>
          <a:off x="1877359" y="4249271"/>
          <a:ext cx="8128000" cy="1869141"/>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26477139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53C9C-2FBC-29BD-DF1D-9B43758FF8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8C227D-3954-7A23-7DEA-176D2D7F89DF}"/>
              </a:ext>
            </a:extLst>
          </p:cNvPr>
          <p:cNvSpPr>
            <a:spLocks noGrp="1"/>
          </p:cNvSpPr>
          <p:nvPr>
            <p:ph type="title"/>
          </p:nvPr>
        </p:nvSpPr>
        <p:spPr/>
        <p:txBody>
          <a:bodyPr>
            <a:normAutofit/>
          </a:bodyPr>
          <a:lstStyle/>
          <a:p>
            <a:r>
              <a:rPr lang="en-US" dirty="0"/>
              <a:t>Risks of Inaction</a:t>
            </a:r>
          </a:p>
        </p:txBody>
      </p:sp>
      <p:graphicFrame>
        <p:nvGraphicFramePr>
          <p:cNvPr id="3" name="Diagram 2">
            <a:extLst>
              <a:ext uri="{FF2B5EF4-FFF2-40B4-BE49-F238E27FC236}">
                <a16:creationId xmlns:a16="http://schemas.microsoft.com/office/drawing/2014/main" id="{FF3B29F8-45D4-792C-17A4-EFFF571F1442}"/>
              </a:ext>
            </a:extLst>
          </p:cNvPr>
          <p:cNvGraphicFramePr/>
          <p:nvPr/>
        </p:nvGraphicFramePr>
        <p:xfrm>
          <a:off x="1544750" y="1814490"/>
          <a:ext cx="9359442" cy="453122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276901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E2DF91-2DEA-C746-D16D-9BE7104558B9}"/>
              </a:ext>
            </a:extLst>
          </p:cNvPr>
          <p:cNvSpPr>
            <a:spLocks noGrp="1"/>
          </p:cNvSpPr>
          <p:nvPr>
            <p:ph type="title"/>
          </p:nvPr>
        </p:nvSpPr>
        <p:spPr/>
        <p:txBody>
          <a:bodyPr/>
          <a:lstStyle/>
          <a:p>
            <a:r>
              <a:rPr lang="en-US" dirty="0"/>
              <a:t>Technical Solution Overview</a:t>
            </a:r>
          </a:p>
        </p:txBody>
      </p:sp>
      <p:graphicFrame>
        <p:nvGraphicFramePr>
          <p:cNvPr id="5" name="Diagram 4">
            <a:extLst>
              <a:ext uri="{FF2B5EF4-FFF2-40B4-BE49-F238E27FC236}">
                <a16:creationId xmlns:a16="http://schemas.microsoft.com/office/drawing/2014/main" id="{BB366090-4732-1BA2-414A-110E9905AAA3}"/>
              </a:ext>
            </a:extLst>
          </p:cNvPr>
          <p:cNvGraphicFramePr/>
          <p:nvPr>
            <p:extLst>
              <p:ext uri="{D42A27DB-BD31-4B8C-83A1-F6EECF244321}">
                <p14:modId xmlns:p14="http://schemas.microsoft.com/office/powerpoint/2010/main" val="425642627"/>
              </p:ext>
            </p:extLst>
          </p:nvPr>
        </p:nvGraphicFramePr>
        <p:xfrm>
          <a:off x="1072402" y="1708377"/>
          <a:ext cx="7892859" cy="477644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8" name="Arrow: Right 7">
            <a:extLst>
              <a:ext uri="{FF2B5EF4-FFF2-40B4-BE49-F238E27FC236}">
                <a16:creationId xmlns:a16="http://schemas.microsoft.com/office/drawing/2014/main" id="{2EB73F8C-61BD-4B43-3CF6-0E628F02F03D}"/>
              </a:ext>
            </a:extLst>
          </p:cNvPr>
          <p:cNvSpPr/>
          <p:nvPr/>
        </p:nvSpPr>
        <p:spPr>
          <a:xfrm>
            <a:off x="6335617" y="3521228"/>
            <a:ext cx="1640988" cy="960120"/>
          </a:xfrm>
          <a:prstGeom prst="rightArrow">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1D42E4E0-2952-12EE-7D2C-201F6A2C5C61}"/>
              </a:ext>
            </a:extLst>
          </p:cNvPr>
          <p:cNvSpPr txBox="1"/>
          <p:nvPr/>
        </p:nvSpPr>
        <p:spPr>
          <a:xfrm>
            <a:off x="8311735" y="2695525"/>
            <a:ext cx="2538374" cy="2611526"/>
          </a:xfrm>
          <a:prstGeom prst="rect">
            <a:avLst/>
          </a:prstGeom>
          <a:noFill/>
        </p:spPr>
        <p:txBody>
          <a:bodyPr wrap="square" rtlCol="0">
            <a:spAutoFit/>
          </a:bodyPr>
          <a:lstStyle/>
          <a:p>
            <a:pPr algn="ctr"/>
            <a:r>
              <a:rPr lang="en-US" sz="3200" b="1" dirty="0"/>
              <a:t>Faster</a:t>
            </a:r>
            <a:r>
              <a:rPr lang="en-US" sz="3200" dirty="0"/>
              <a:t> &amp; </a:t>
            </a:r>
            <a:r>
              <a:rPr lang="en-US" sz="3200" b="1" dirty="0"/>
              <a:t>Smarter</a:t>
            </a:r>
            <a:r>
              <a:rPr lang="en-US" sz="3200" dirty="0"/>
              <a:t> Decisions on Assigning Technicians</a:t>
            </a:r>
          </a:p>
        </p:txBody>
      </p:sp>
      <p:sp>
        <p:nvSpPr>
          <p:cNvPr id="10" name="Rectangle: Rounded Corners 9">
            <a:extLst>
              <a:ext uri="{FF2B5EF4-FFF2-40B4-BE49-F238E27FC236}">
                <a16:creationId xmlns:a16="http://schemas.microsoft.com/office/drawing/2014/main" id="{46DD515E-1F3E-DF39-EB52-087362F28A16}"/>
              </a:ext>
            </a:extLst>
          </p:cNvPr>
          <p:cNvSpPr/>
          <p:nvPr/>
        </p:nvSpPr>
        <p:spPr>
          <a:xfrm>
            <a:off x="8275159" y="2602257"/>
            <a:ext cx="2611526" cy="2798062"/>
          </a:xfrm>
          <a:prstGeom prst="roundRect">
            <a:avLst/>
          </a:prstGeom>
          <a:noFill/>
          <a:ln w="28575">
            <a:solidFill>
              <a:schemeClr val="tx2">
                <a:lumMod val="60000"/>
                <a:lumOff val="4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33468907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8B4B075-8E18-8EE8-88B4-B9A7AB9676B9}"/>
              </a:ext>
            </a:extLst>
          </p:cNvPr>
          <p:cNvSpPr txBox="1">
            <a:spLocks/>
          </p:cNvSpPr>
          <p:nvPr/>
        </p:nvSpPr>
        <p:spPr>
          <a:xfrm>
            <a:off x="1141413" y="618518"/>
            <a:ext cx="4459286" cy="14785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a:lstStyle>
          <a:p>
            <a:r>
              <a:rPr lang="en-US" sz="3200"/>
              <a:t>Data overview</a:t>
            </a:r>
          </a:p>
        </p:txBody>
      </p:sp>
      <p:graphicFrame>
        <p:nvGraphicFramePr>
          <p:cNvPr id="72" name="Table 71">
            <a:extLst>
              <a:ext uri="{FF2B5EF4-FFF2-40B4-BE49-F238E27FC236}">
                <a16:creationId xmlns:a16="http://schemas.microsoft.com/office/drawing/2014/main" id="{6A8D2136-86E8-7981-602E-E92ED77C3FE0}"/>
              </a:ext>
            </a:extLst>
          </p:cNvPr>
          <p:cNvGraphicFramePr>
            <a:graphicFrameLocks noGrp="1"/>
          </p:cNvGraphicFramePr>
          <p:nvPr>
            <p:extLst>
              <p:ext uri="{D42A27DB-BD31-4B8C-83A1-F6EECF244321}">
                <p14:modId xmlns:p14="http://schemas.microsoft.com/office/powerpoint/2010/main" val="3178474176"/>
              </p:ext>
            </p:extLst>
          </p:nvPr>
        </p:nvGraphicFramePr>
        <p:xfrm>
          <a:off x="5220780" y="3199511"/>
          <a:ext cx="2006638" cy="1544906"/>
        </p:xfrm>
        <a:graphic>
          <a:graphicData uri="http://schemas.openxmlformats.org/drawingml/2006/table">
            <a:tbl>
              <a:tblPr firstRow="1" bandRow="1"/>
              <a:tblGrid>
                <a:gridCol w="2006638">
                  <a:extLst>
                    <a:ext uri="{9D8B030D-6E8A-4147-A177-3AD203B41FA5}">
                      <a16:colId xmlns:a16="http://schemas.microsoft.com/office/drawing/2014/main" val="1416298577"/>
                    </a:ext>
                  </a:extLst>
                </a:gridCol>
              </a:tblGrid>
              <a:tr h="332592">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r>
                        <a:rPr lang="en-US" dirty="0"/>
                        <a:t>technicians</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solidFill>
                  </a:tcPr>
                </a:tc>
                <a:extLst>
                  <a:ext uri="{0D108BD9-81ED-4DB2-BD59-A6C34878D82A}">
                    <a16:rowId xmlns:a16="http://schemas.microsoft.com/office/drawing/2014/main" val="3406696577"/>
                  </a:ext>
                </a:extLst>
              </a:tr>
              <a:tr h="406693">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Technician ID (PK)</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2038744142"/>
                  </a:ext>
                </a:extLst>
              </a:tr>
              <a:tr h="332592">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Eqpt Trained</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20000"/>
                      </a:srgbClr>
                    </a:solidFill>
                  </a:tcPr>
                </a:tc>
                <a:extLst>
                  <a:ext uri="{0D108BD9-81ED-4DB2-BD59-A6C34878D82A}">
                    <a16:rowId xmlns:a16="http://schemas.microsoft.com/office/drawing/2014/main" val="2800181273"/>
                  </a:ext>
                </a:extLst>
              </a:tr>
              <a:tr h="406693">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Tech Complexity</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1980150034"/>
                  </a:ext>
                </a:extLst>
              </a:tr>
            </a:tbl>
          </a:graphicData>
        </a:graphic>
      </p:graphicFrame>
      <p:graphicFrame>
        <p:nvGraphicFramePr>
          <p:cNvPr id="73" name="Table 72">
            <a:extLst>
              <a:ext uri="{FF2B5EF4-FFF2-40B4-BE49-F238E27FC236}">
                <a16:creationId xmlns:a16="http://schemas.microsoft.com/office/drawing/2014/main" id="{1354C730-794A-9829-18B7-4137C0D09AD2}"/>
              </a:ext>
            </a:extLst>
          </p:cNvPr>
          <p:cNvGraphicFramePr>
            <a:graphicFrameLocks noGrp="1"/>
          </p:cNvGraphicFramePr>
          <p:nvPr>
            <p:extLst>
              <p:ext uri="{D42A27DB-BD31-4B8C-83A1-F6EECF244321}">
                <p14:modId xmlns:p14="http://schemas.microsoft.com/office/powerpoint/2010/main" val="2554820165"/>
              </p:ext>
            </p:extLst>
          </p:nvPr>
        </p:nvGraphicFramePr>
        <p:xfrm>
          <a:off x="824629" y="1916415"/>
          <a:ext cx="2296317" cy="4409634"/>
        </p:xfrm>
        <a:graphic>
          <a:graphicData uri="http://schemas.openxmlformats.org/drawingml/2006/table">
            <a:tbl>
              <a:tblPr firstRow="1" bandRow="1"/>
              <a:tblGrid>
                <a:gridCol w="2296317">
                  <a:extLst>
                    <a:ext uri="{9D8B030D-6E8A-4147-A177-3AD203B41FA5}">
                      <a16:colId xmlns:a16="http://schemas.microsoft.com/office/drawing/2014/main" val="1416298577"/>
                    </a:ext>
                  </a:extLst>
                </a:gridCol>
              </a:tblGrid>
              <a:tr h="234748">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r>
                        <a:rPr lang="en-US" dirty="0" err="1"/>
                        <a:t>historical_tasks</a:t>
                      </a:r>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solidFill>
                  </a:tcPr>
                </a:tc>
                <a:extLst>
                  <a:ext uri="{0D108BD9-81ED-4DB2-BD59-A6C34878D82A}">
                    <a16:rowId xmlns:a16="http://schemas.microsoft.com/office/drawing/2014/main" val="3406696577"/>
                  </a:ext>
                </a:extLst>
              </a:tr>
              <a:tr h="393475">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Task ID (PK)</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2038744142"/>
                  </a:ext>
                </a:extLst>
              </a:tr>
              <a:tr h="393475">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Technician ID (FK)</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20000"/>
                      </a:srgbClr>
                    </a:solidFill>
                  </a:tcPr>
                </a:tc>
                <a:extLst>
                  <a:ext uri="{0D108BD9-81ED-4DB2-BD59-A6C34878D82A}">
                    <a16:rowId xmlns:a16="http://schemas.microsoft.com/office/drawing/2014/main" val="668341566"/>
                  </a:ext>
                </a:extLst>
              </a:tr>
              <a:tr h="393475">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Task Distance</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3641407113"/>
                  </a:ext>
                </a:extLst>
              </a:tr>
              <a:tr h="393475">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Task Priority</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20000"/>
                      </a:srgbClr>
                    </a:solidFill>
                  </a:tcPr>
                </a:tc>
                <a:extLst>
                  <a:ext uri="{0D108BD9-81ED-4DB2-BD59-A6C34878D82A}">
                    <a16:rowId xmlns:a16="http://schemas.microsoft.com/office/drawing/2014/main" val="922825623"/>
                  </a:ext>
                </a:extLst>
              </a:tr>
              <a:tr h="393475">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Task Complexity</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2800181273"/>
                  </a:ext>
                </a:extLst>
              </a:tr>
              <a:tr h="502599">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Equipment Required</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20000"/>
                      </a:srgbClr>
                    </a:solidFill>
                  </a:tcPr>
                </a:tc>
                <a:extLst>
                  <a:ext uri="{0D108BD9-81ED-4DB2-BD59-A6C34878D82A}">
                    <a16:rowId xmlns:a16="http://schemas.microsoft.com/office/drawing/2014/main" val="2487443458"/>
                  </a:ext>
                </a:extLst>
              </a:tr>
              <a:tr h="393475">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Customer Rating</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2721740457"/>
                  </a:ext>
                </a:extLst>
              </a:tr>
              <a:tr h="393475">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Penalty Cost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20000"/>
                      </a:srgbClr>
                    </a:solidFill>
                  </a:tcPr>
                </a:tc>
                <a:extLst>
                  <a:ext uri="{0D108BD9-81ED-4DB2-BD59-A6C34878D82A}">
                    <a16:rowId xmlns:a16="http://schemas.microsoft.com/office/drawing/2014/main" val="1980150034"/>
                  </a:ext>
                </a:extLst>
              </a:tr>
              <a:tr h="393475">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Expertise Match</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1386597123"/>
                  </a:ext>
                </a:extLst>
              </a:tr>
              <a:tr h="393475">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Task Completed</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20000"/>
                      </a:srgbClr>
                    </a:solidFill>
                  </a:tcPr>
                </a:tc>
                <a:extLst>
                  <a:ext uri="{0D108BD9-81ED-4DB2-BD59-A6C34878D82A}">
                    <a16:rowId xmlns:a16="http://schemas.microsoft.com/office/drawing/2014/main" val="926633953"/>
                  </a:ext>
                </a:extLst>
              </a:tr>
            </a:tbl>
          </a:graphicData>
        </a:graphic>
      </p:graphicFrame>
      <p:graphicFrame>
        <p:nvGraphicFramePr>
          <p:cNvPr id="74" name="Table 73">
            <a:extLst>
              <a:ext uri="{FF2B5EF4-FFF2-40B4-BE49-F238E27FC236}">
                <a16:creationId xmlns:a16="http://schemas.microsoft.com/office/drawing/2014/main" id="{454FAF5F-E4FF-429E-E784-97694301549A}"/>
              </a:ext>
            </a:extLst>
          </p:cNvPr>
          <p:cNvGraphicFramePr>
            <a:graphicFrameLocks noGrp="1"/>
          </p:cNvGraphicFramePr>
          <p:nvPr>
            <p:extLst>
              <p:ext uri="{D42A27DB-BD31-4B8C-83A1-F6EECF244321}">
                <p14:modId xmlns:p14="http://schemas.microsoft.com/office/powerpoint/2010/main" val="4118550360"/>
              </p:ext>
            </p:extLst>
          </p:nvPr>
        </p:nvGraphicFramePr>
        <p:xfrm>
          <a:off x="9374411" y="2005615"/>
          <a:ext cx="2123698" cy="3286290"/>
        </p:xfrm>
        <a:graphic>
          <a:graphicData uri="http://schemas.openxmlformats.org/drawingml/2006/table">
            <a:tbl>
              <a:tblPr firstRow="1" bandRow="1"/>
              <a:tblGrid>
                <a:gridCol w="2123698">
                  <a:extLst>
                    <a:ext uri="{9D8B030D-6E8A-4147-A177-3AD203B41FA5}">
                      <a16:colId xmlns:a16="http://schemas.microsoft.com/office/drawing/2014/main" val="1416298577"/>
                    </a:ext>
                  </a:extLst>
                </a:gridCol>
              </a:tblGrid>
              <a:tr h="378030">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r>
                        <a:rPr lang="en-US" dirty="0" err="1"/>
                        <a:t>unassigned_tasks</a:t>
                      </a:r>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solidFill>
                  </a:tcPr>
                </a:tc>
                <a:extLst>
                  <a:ext uri="{0D108BD9-81ED-4DB2-BD59-A6C34878D82A}">
                    <a16:rowId xmlns:a16="http://schemas.microsoft.com/office/drawing/2014/main" val="3406696577"/>
                  </a:ext>
                </a:extLst>
              </a:tr>
              <a:tr h="37803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Task ID (PK)</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2526629112"/>
                  </a:ext>
                </a:extLst>
              </a:tr>
              <a:tr h="37803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Task Distance</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20000"/>
                      </a:srgbClr>
                    </a:solidFill>
                  </a:tcPr>
                </a:tc>
                <a:extLst>
                  <a:ext uri="{0D108BD9-81ED-4DB2-BD59-A6C34878D82A}">
                    <a16:rowId xmlns:a16="http://schemas.microsoft.com/office/drawing/2014/main" val="2038744142"/>
                  </a:ext>
                </a:extLst>
              </a:tr>
              <a:tr h="37803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Task Priority</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2800181273"/>
                  </a:ext>
                </a:extLst>
              </a:tr>
              <a:tr h="37803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Task Complexity</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20000"/>
                      </a:srgbClr>
                    </a:solidFill>
                  </a:tcPr>
                </a:tc>
                <a:extLst>
                  <a:ext uri="{0D108BD9-81ED-4DB2-BD59-A6C34878D82A}">
                    <a16:rowId xmlns:a16="http://schemas.microsoft.com/office/drawing/2014/main" val="1980150034"/>
                  </a:ext>
                </a:extLst>
              </a:tr>
              <a:tr h="473641">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Equipment Required</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1386597123"/>
                  </a:ext>
                </a:extLst>
              </a:tr>
              <a:tr h="37803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Customer Rating</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20000"/>
                      </a:srgbClr>
                    </a:solidFill>
                  </a:tcPr>
                </a:tc>
                <a:extLst>
                  <a:ext uri="{0D108BD9-81ED-4DB2-BD59-A6C34878D82A}">
                    <a16:rowId xmlns:a16="http://schemas.microsoft.com/office/drawing/2014/main" val="926633953"/>
                  </a:ext>
                </a:extLst>
              </a:tr>
              <a:tr h="37803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n-US" dirty="0"/>
                        <a:t>Penalty Cost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156082">
                        <a:tint val="40000"/>
                      </a:srgbClr>
                    </a:solidFill>
                  </a:tcPr>
                </a:tc>
                <a:extLst>
                  <a:ext uri="{0D108BD9-81ED-4DB2-BD59-A6C34878D82A}">
                    <a16:rowId xmlns:a16="http://schemas.microsoft.com/office/drawing/2014/main" val="3720962924"/>
                  </a:ext>
                </a:extLst>
              </a:tr>
            </a:tbl>
          </a:graphicData>
        </a:graphic>
      </p:graphicFrame>
      <p:sp>
        <p:nvSpPr>
          <p:cNvPr id="75" name="Flowchart: Decision 74">
            <a:extLst>
              <a:ext uri="{FF2B5EF4-FFF2-40B4-BE49-F238E27FC236}">
                <a16:creationId xmlns:a16="http://schemas.microsoft.com/office/drawing/2014/main" id="{69E78330-B4FF-8F93-346A-3AE8CCFF59BB}"/>
              </a:ext>
            </a:extLst>
          </p:cNvPr>
          <p:cNvSpPr/>
          <p:nvPr/>
        </p:nvSpPr>
        <p:spPr>
          <a:xfrm>
            <a:off x="3565908" y="2400727"/>
            <a:ext cx="1368044" cy="684466"/>
          </a:xfrm>
          <a:prstGeom prst="flowChartDecision">
            <a:avLst/>
          </a:prstGeom>
          <a:solidFill>
            <a:srgbClr val="156082"/>
          </a:solidFill>
          <a:ln w="19050" cap="flat" cmpd="sng" algn="ctr">
            <a:solidFill>
              <a:srgbClr val="156082">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100" b="0" i="0" u="none" strike="noStrike" kern="0" cap="none" spc="0" normalizeH="0" baseline="0" noProof="0" dirty="0">
                <a:ln>
                  <a:noFill/>
                </a:ln>
                <a:solidFill>
                  <a:prstClr val="white"/>
                </a:solidFill>
                <a:effectLst/>
                <a:uLnTx/>
                <a:uFillTx/>
                <a:latin typeface="Aptos" panose="02110004020202020204"/>
                <a:ea typeface="+mn-ea"/>
                <a:cs typeface="+mn-cs"/>
              </a:rPr>
              <a:t>Worked</a:t>
            </a:r>
            <a:endParaRPr kumimoji="0" lang="en-US" sz="7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sp>
        <p:nvSpPr>
          <p:cNvPr id="76" name="Flowchart: Decision 75">
            <a:extLst>
              <a:ext uri="{FF2B5EF4-FFF2-40B4-BE49-F238E27FC236}">
                <a16:creationId xmlns:a16="http://schemas.microsoft.com/office/drawing/2014/main" id="{1F894117-548E-E8DB-81AD-91F260C6DBE7}"/>
              </a:ext>
            </a:extLst>
          </p:cNvPr>
          <p:cNvSpPr/>
          <p:nvPr/>
        </p:nvSpPr>
        <p:spPr>
          <a:xfrm>
            <a:off x="7679651" y="2427652"/>
            <a:ext cx="1219279" cy="611771"/>
          </a:xfrm>
          <a:prstGeom prst="flowChartDecision">
            <a:avLst/>
          </a:prstGeom>
          <a:solidFill>
            <a:srgbClr val="156082"/>
          </a:solidFill>
          <a:ln w="19050" cap="flat" cmpd="sng" algn="ctr">
            <a:solidFill>
              <a:srgbClr val="156082">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100" b="0" i="0" u="none" strike="noStrike" kern="0" cap="none" spc="0" normalizeH="0" baseline="0" noProof="0" dirty="0">
                <a:ln>
                  <a:noFill/>
                </a:ln>
                <a:solidFill>
                  <a:prstClr val="white"/>
                </a:solidFill>
                <a:effectLst/>
                <a:uLnTx/>
                <a:uFillTx/>
                <a:latin typeface="Aptos" panose="02110004020202020204"/>
                <a:ea typeface="+mn-ea"/>
                <a:cs typeface="+mn-cs"/>
              </a:rPr>
              <a:t>Assign</a:t>
            </a:r>
          </a:p>
        </p:txBody>
      </p:sp>
      <p:cxnSp>
        <p:nvCxnSpPr>
          <p:cNvPr id="77" name="Connector: Elbow 76">
            <a:extLst>
              <a:ext uri="{FF2B5EF4-FFF2-40B4-BE49-F238E27FC236}">
                <a16:creationId xmlns:a16="http://schemas.microsoft.com/office/drawing/2014/main" id="{5CAF0E8C-D6D5-5BC7-32BB-F6BBE3FFC36F}"/>
              </a:ext>
            </a:extLst>
          </p:cNvPr>
          <p:cNvCxnSpPr>
            <a:cxnSpLocks/>
          </p:cNvCxnSpPr>
          <p:nvPr/>
        </p:nvCxnSpPr>
        <p:spPr>
          <a:xfrm>
            <a:off x="3120946" y="2186814"/>
            <a:ext cx="726246" cy="556146"/>
          </a:xfrm>
          <a:prstGeom prst="bentConnector3">
            <a:avLst/>
          </a:prstGeom>
          <a:noFill/>
          <a:ln w="19050" cap="flat" cmpd="sng" algn="ctr">
            <a:solidFill>
              <a:srgbClr val="156082"/>
            </a:solidFill>
            <a:prstDash val="solid"/>
            <a:miter lim="800000"/>
          </a:ln>
          <a:effectLst/>
        </p:spPr>
      </p:cxnSp>
      <p:cxnSp>
        <p:nvCxnSpPr>
          <p:cNvPr id="78" name="Connector: Elbow 77">
            <a:extLst>
              <a:ext uri="{FF2B5EF4-FFF2-40B4-BE49-F238E27FC236}">
                <a16:creationId xmlns:a16="http://schemas.microsoft.com/office/drawing/2014/main" id="{611E8C98-E80A-2A89-F0A6-5D461F68ACD8}"/>
              </a:ext>
            </a:extLst>
          </p:cNvPr>
          <p:cNvCxnSpPr>
            <a:cxnSpLocks/>
          </p:cNvCxnSpPr>
          <p:nvPr/>
        </p:nvCxnSpPr>
        <p:spPr>
          <a:xfrm flipV="1">
            <a:off x="8811140" y="2190335"/>
            <a:ext cx="563271" cy="552625"/>
          </a:xfrm>
          <a:prstGeom prst="bentConnector3">
            <a:avLst/>
          </a:prstGeom>
          <a:noFill/>
          <a:ln w="19050" cap="flat" cmpd="sng" algn="ctr">
            <a:solidFill>
              <a:srgbClr val="156082"/>
            </a:solidFill>
            <a:prstDash val="solid"/>
            <a:miter lim="800000"/>
          </a:ln>
          <a:effectLst/>
        </p:spPr>
      </p:cxnSp>
      <p:cxnSp>
        <p:nvCxnSpPr>
          <p:cNvPr id="79" name="Connector: Elbow 78">
            <a:extLst>
              <a:ext uri="{FF2B5EF4-FFF2-40B4-BE49-F238E27FC236}">
                <a16:creationId xmlns:a16="http://schemas.microsoft.com/office/drawing/2014/main" id="{C956FB0E-7E25-7120-F294-5DB9F2F2409E}"/>
              </a:ext>
            </a:extLst>
          </p:cNvPr>
          <p:cNvCxnSpPr>
            <a:cxnSpLocks/>
          </p:cNvCxnSpPr>
          <p:nvPr/>
        </p:nvCxnSpPr>
        <p:spPr>
          <a:xfrm flipV="1">
            <a:off x="7135283" y="2742960"/>
            <a:ext cx="794725" cy="592927"/>
          </a:xfrm>
          <a:prstGeom prst="bentConnector3">
            <a:avLst/>
          </a:prstGeom>
          <a:noFill/>
          <a:ln w="19050" cap="flat" cmpd="sng" algn="ctr">
            <a:solidFill>
              <a:srgbClr val="156082"/>
            </a:solidFill>
            <a:prstDash val="solid"/>
            <a:miter lim="800000"/>
          </a:ln>
          <a:effectLst/>
        </p:spPr>
      </p:cxnSp>
      <p:cxnSp>
        <p:nvCxnSpPr>
          <p:cNvPr id="80" name="Connector: Elbow 79">
            <a:extLst>
              <a:ext uri="{FF2B5EF4-FFF2-40B4-BE49-F238E27FC236}">
                <a16:creationId xmlns:a16="http://schemas.microsoft.com/office/drawing/2014/main" id="{3C5CB924-795D-2FB2-ACC6-BDAB598B2237}"/>
              </a:ext>
            </a:extLst>
          </p:cNvPr>
          <p:cNvCxnSpPr>
            <a:cxnSpLocks/>
            <a:stCxn id="75" idx="3"/>
          </p:cNvCxnSpPr>
          <p:nvPr/>
        </p:nvCxnSpPr>
        <p:spPr>
          <a:xfrm>
            <a:off x="4933952" y="2742960"/>
            <a:ext cx="383040" cy="592927"/>
          </a:xfrm>
          <a:prstGeom prst="bentConnector2">
            <a:avLst/>
          </a:prstGeom>
          <a:noFill/>
          <a:ln w="19050" cap="flat" cmpd="sng" algn="ctr">
            <a:solidFill>
              <a:srgbClr val="156082"/>
            </a:solidFill>
            <a:prstDash val="solid"/>
            <a:miter lim="800000"/>
          </a:ln>
          <a:effectLst/>
        </p:spPr>
      </p:cxnSp>
      <p:sp>
        <p:nvSpPr>
          <p:cNvPr id="81" name="TextBox 80">
            <a:extLst>
              <a:ext uri="{FF2B5EF4-FFF2-40B4-BE49-F238E27FC236}">
                <a16:creationId xmlns:a16="http://schemas.microsoft.com/office/drawing/2014/main" id="{CFFDD6F6-55BF-0E8F-67C8-7824CEA78A2D}"/>
              </a:ext>
            </a:extLst>
          </p:cNvPr>
          <p:cNvSpPr txBox="1"/>
          <p:nvPr/>
        </p:nvSpPr>
        <p:spPr>
          <a:xfrm>
            <a:off x="3154745" y="1879037"/>
            <a:ext cx="277505" cy="307777"/>
          </a:xfrm>
          <a:prstGeom prst="rect">
            <a:avLst/>
          </a:prstGeom>
          <a:noFill/>
        </p:spPr>
        <p:txBody>
          <a:bodyPr wrap="square" rtlCol="0">
            <a:spAutoFit/>
          </a:bodyPr>
          <a:lstStyle/>
          <a:p>
            <a:pPr defTabSz="914400"/>
            <a:r>
              <a:rPr lang="en-US" sz="1400" dirty="0">
                <a:solidFill>
                  <a:prstClr val="black"/>
                </a:solidFill>
                <a:latin typeface="Aptos" panose="02110004020202020204"/>
              </a:rPr>
              <a:t>N</a:t>
            </a:r>
          </a:p>
        </p:txBody>
      </p:sp>
      <p:sp>
        <p:nvSpPr>
          <p:cNvPr id="82" name="TextBox 81">
            <a:extLst>
              <a:ext uri="{FF2B5EF4-FFF2-40B4-BE49-F238E27FC236}">
                <a16:creationId xmlns:a16="http://schemas.microsoft.com/office/drawing/2014/main" id="{00451EC5-582E-562E-E8E1-24972DCCF4E0}"/>
              </a:ext>
            </a:extLst>
          </p:cNvPr>
          <p:cNvSpPr txBox="1"/>
          <p:nvPr/>
        </p:nvSpPr>
        <p:spPr>
          <a:xfrm>
            <a:off x="5316992" y="2817347"/>
            <a:ext cx="280846" cy="307777"/>
          </a:xfrm>
          <a:prstGeom prst="rect">
            <a:avLst/>
          </a:prstGeom>
          <a:noFill/>
        </p:spPr>
        <p:txBody>
          <a:bodyPr wrap="square" rtlCol="0">
            <a:spAutoFit/>
          </a:bodyPr>
          <a:lstStyle/>
          <a:p>
            <a:pPr defTabSz="914400"/>
            <a:r>
              <a:rPr lang="en-US" sz="1400" dirty="0">
                <a:solidFill>
                  <a:prstClr val="black"/>
                </a:solidFill>
                <a:latin typeface="Aptos" panose="02110004020202020204"/>
              </a:rPr>
              <a:t>1</a:t>
            </a:r>
          </a:p>
        </p:txBody>
      </p:sp>
      <p:sp>
        <p:nvSpPr>
          <p:cNvPr id="83" name="TextBox 82">
            <a:extLst>
              <a:ext uri="{FF2B5EF4-FFF2-40B4-BE49-F238E27FC236}">
                <a16:creationId xmlns:a16="http://schemas.microsoft.com/office/drawing/2014/main" id="{94924872-1D77-AC6C-33FD-0F00BC538259}"/>
              </a:ext>
            </a:extLst>
          </p:cNvPr>
          <p:cNvSpPr txBox="1"/>
          <p:nvPr/>
        </p:nvSpPr>
        <p:spPr>
          <a:xfrm>
            <a:off x="9063107" y="1851726"/>
            <a:ext cx="311304" cy="307777"/>
          </a:xfrm>
          <a:prstGeom prst="rect">
            <a:avLst/>
          </a:prstGeom>
          <a:noFill/>
        </p:spPr>
        <p:txBody>
          <a:bodyPr wrap="square" rtlCol="0">
            <a:spAutoFit/>
          </a:bodyPr>
          <a:lstStyle/>
          <a:p>
            <a:pPr defTabSz="914400"/>
            <a:r>
              <a:rPr lang="en-US" sz="1400" dirty="0">
                <a:solidFill>
                  <a:prstClr val="black"/>
                </a:solidFill>
                <a:latin typeface="Aptos" panose="02110004020202020204"/>
              </a:rPr>
              <a:t>N</a:t>
            </a:r>
            <a:endParaRPr lang="en-US" dirty="0">
              <a:solidFill>
                <a:prstClr val="black"/>
              </a:solidFill>
              <a:latin typeface="Aptos" panose="02110004020202020204"/>
            </a:endParaRPr>
          </a:p>
        </p:txBody>
      </p:sp>
      <p:sp>
        <p:nvSpPr>
          <p:cNvPr id="84" name="TextBox 83">
            <a:extLst>
              <a:ext uri="{FF2B5EF4-FFF2-40B4-BE49-F238E27FC236}">
                <a16:creationId xmlns:a16="http://schemas.microsoft.com/office/drawing/2014/main" id="{78CBCB3B-4A60-9253-1014-3E221AD448C3}"/>
              </a:ext>
            </a:extLst>
          </p:cNvPr>
          <p:cNvSpPr txBox="1"/>
          <p:nvPr/>
        </p:nvSpPr>
        <p:spPr>
          <a:xfrm>
            <a:off x="7218801" y="3005492"/>
            <a:ext cx="280846" cy="307777"/>
          </a:xfrm>
          <a:prstGeom prst="rect">
            <a:avLst/>
          </a:prstGeom>
          <a:noFill/>
        </p:spPr>
        <p:txBody>
          <a:bodyPr wrap="square" rtlCol="0">
            <a:spAutoFit/>
          </a:bodyPr>
          <a:lstStyle/>
          <a:p>
            <a:pPr defTabSz="914400"/>
            <a:r>
              <a:rPr lang="en-US" sz="1400" dirty="0">
                <a:solidFill>
                  <a:prstClr val="black"/>
                </a:solidFill>
                <a:latin typeface="Aptos" panose="02110004020202020204"/>
              </a:rPr>
              <a:t>1</a:t>
            </a:r>
          </a:p>
        </p:txBody>
      </p:sp>
    </p:spTree>
    <p:extLst>
      <p:ext uri="{BB962C8B-B14F-4D97-AF65-F5344CB8AC3E}">
        <p14:creationId xmlns:p14="http://schemas.microsoft.com/office/powerpoint/2010/main" val="15627986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C2E4E997-8672-4FFD-B8EC-9932A8E471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pic>
        <p:nvPicPr>
          <p:cNvPr id="11" name="Picture 2">
            <a:extLst>
              <a:ext uri="{FF2B5EF4-FFF2-40B4-BE49-F238E27FC236}">
                <a16:creationId xmlns:a16="http://schemas.microsoft.com/office/drawing/2014/main" id="{FE6BA9E6-1D9E-4D30-B528-D49FA1342E4E}"/>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alphaModFix amt="30000"/>
            <a:extLst>
              <a:ext uri="{28A0092B-C50C-407E-A947-70E740481C1C}">
                <a14:useLocalDpi xmlns:a14="http://schemas.microsoft.com/office/drawing/2010/main" val="0"/>
              </a:ext>
            </a:extLst>
          </a:blip>
          <a:srcRect/>
          <a:stretch>
            <a:fillRect/>
          </a:stretch>
        </p:blipFill>
        <p:spPr bwMode="auto">
          <a:xfrm>
            <a:off x="0" y="0"/>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sp>
        <p:nvSpPr>
          <p:cNvPr id="2" name="Title 1">
            <a:extLst>
              <a:ext uri="{FF2B5EF4-FFF2-40B4-BE49-F238E27FC236}">
                <a16:creationId xmlns:a16="http://schemas.microsoft.com/office/drawing/2014/main" id="{F8B4B075-8E18-8EE8-88B4-B9A7AB9676B9}"/>
              </a:ext>
            </a:extLst>
          </p:cNvPr>
          <p:cNvSpPr>
            <a:spLocks noGrp="1"/>
          </p:cNvSpPr>
          <p:nvPr>
            <p:ph type="title"/>
          </p:nvPr>
        </p:nvSpPr>
        <p:spPr>
          <a:xfrm>
            <a:off x="1141413" y="618518"/>
            <a:ext cx="4459286" cy="1478570"/>
          </a:xfrm>
        </p:spPr>
        <p:txBody>
          <a:bodyPr>
            <a:normAutofit/>
          </a:bodyPr>
          <a:lstStyle/>
          <a:p>
            <a:r>
              <a:rPr lang="en-US" sz="3200" dirty="0"/>
              <a:t>Data Preparation</a:t>
            </a:r>
          </a:p>
        </p:txBody>
      </p:sp>
      <p:grpSp>
        <p:nvGrpSpPr>
          <p:cNvPr id="13" name="Group 12">
            <a:extLst>
              <a:ext uri="{FF2B5EF4-FFF2-40B4-BE49-F238E27FC236}">
                <a16:creationId xmlns:a16="http://schemas.microsoft.com/office/drawing/2014/main" id="{453E4DEE-E996-40F8-8635-0FF43D7348F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14" name="Rectangle 5">
              <a:extLst>
                <a:ext uri="{FF2B5EF4-FFF2-40B4-BE49-F238E27FC236}">
                  <a16:creationId xmlns:a16="http://schemas.microsoft.com/office/drawing/2014/main" id="{08BD1D3E-43CE-49EB-A424-0738950C642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15" name="Freeform 6">
              <a:extLst>
                <a:ext uri="{FF2B5EF4-FFF2-40B4-BE49-F238E27FC236}">
                  <a16:creationId xmlns:a16="http://schemas.microsoft.com/office/drawing/2014/main" id="{E9182037-E3FA-489A-95D5-29E4248420D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6" name="Freeform 7">
              <a:extLst>
                <a:ext uri="{FF2B5EF4-FFF2-40B4-BE49-F238E27FC236}">
                  <a16:creationId xmlns:a16="http://schemas.microsoft.com/office/drawing/2014/main" id="{E8864E76-AD7F-4BEE-B3F6-A78FA42AEFA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7" name="Freeform 8">
              <a:extLst>
                <a:ext uri="{FF2B5EF4-FFF2-40B4-BE49-F238E27FC236}">
                  <a16:creationId xmlns:a16="http://schemas.microsoft.com/office/drawing/2014/main" id="{8AD071B3-046D-4479-91FE-01E9AD7C8A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8" name="Freeform 9">
              <a:extLst>
                <a:ext uri="{FF2B5EF4-FFF2-40B4-BE49-F238E27FC236}">
                  <a16:creationId xmlns:a16="http://schemas.microsoft.com/office/drawing/2014/main" id="{91D776F5-E902-4A4D-A75D-A46E063C9F3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19" name="Freeform 10">
              <a:extLst>
                <a:ext uri="{FF2B5EF4-FFF2-40B4-BE49-F238E27FC236}">
                  <a16:creationId xmlns:a16="http://schemas.microsoft.com/office/drawing/2014/main" id="{EBED8F24-A998-4952-AB68-E2074F0746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0" name="Freeform 11">
              <a:extLst>
                <a:ext uri="{FF2B5EF4-FFF2-40B4-BE49-F238E27FC236}">
                  <a16:creationId xmlns:a16="http://schemas.microsoft.com/office/drawing/2014/main" id="{74D7A646-8CDC-49B3-9C44-3EF38DB426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1" name="Freeform 12">
              <a:extLst>
                <a:ext uri="{FF2B5EF4-FFF2-40B4-BE49-F238E27FC236}">
                  <a16:creationId xmlns:a16="http://schemas.microsoft.com/office/drawing/2014/main" id="{D4E99D14-E4F4-419B-9AAF-8D1CEAB28A2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2" name="Freeform 13">
              <a:extLst>
                <a:ext uri="{FF2B5EF4-FFF2-40B4-BE49-F238E27FC236}">
                  <a16:creationId xmlns:a16="http://schemas.microsoft.com/office/drawing/2014/main" id="{377E106C-5445-4A52-9F7E-DA173874429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3" name="Freeform 14">
              <a:extLst>
                <a:ext uri="{FF2B5EF4-FFF2-40B4-BE49-F238E27FC236}">
                  <a16:creationId xmlns:a16="http://schemas.microsoft.com/office/drawing/2014/main" id="{752BFE96-D378-4BAE-A64B-F851A34C4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4" name="Freeform 15">
              <a:extLst>
                <a:ext uri="{FF2B5EF4-FFF2-40B4-BE49-F238E27FC236}">
                  <a16:creationId xmlns:a16="http://schemas.microsoft.com/office/drawing/2014/main" id="{B88FFB19-5A5E-4078-B467-9D4ABD21BD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5" name="Line 16">
              <a:extLst>
                <a:ext uri="{FF2B5EF4-FFF2-40B4-BE49-F238E27FC236}">
                  <a16:creationId xmlns:a16="http://schemas.microsoft.com/office/drawing/2014/main" id="{11042975-3D19-4728-BCDA-D3F5CD633ED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en-US"/>
            </a:p>
          </p:txBody>
        </p:sp>
        <p:sp>
          <p:nvSpPr>
            <p:cNvPr id="26" name="Freeform 17">
              <a:extLst>
                <a:ext uri="{FF2B5EF4-FFF2-40B4-BE49-F238E27FC236}">
                  <a16:creationId xmlns:a16="http://schemas.microsoft.com/office/drawing/2014/main" id="{A28972BD-D2E1-4DCA-A907-2E3B6F6066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7" name="Freeform 18">
              <a:extLst>
                <a:ext uri="{FF2B5EF4-FFF2-40B4-BE49-F238E27FC236}">
                  <a16:creationId xmlns:a16="http://schemas.microsoft.com/office/drawing/2014/main" id="{1C806824-5C2D-4747-B038-69EE4074B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8" name="Freeform 19">
              <a:extLst>
                <a:ext uri="{FF2B5EF4-FFF2-40B4-BE49-F238E27FC236}">
                  <a16:creationId xmlns:a16="http://schemas.microsoft.com/office/drawing/2014/main" id="{3B33F710-16D7-4F48-BFCA-66C9CA2352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29" name="Freeform 20">
              <a:extLst>
                <a:ext uri="{FF2B5EF4-FFF2-40B4-BE49-F238E27FC236}">
                  <a16:creationId xmlns:a16="http://schemas.microsoft.com/office/drawing/2014/main" id="{6C8C8ED4-90FA-4E97-AAF0-D5D51E6A935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0" name="Rectangle 21">
              <a:extLst>
                <a:ext uri="{FF2B5EF4-FFF2-40B4-BE49-F238E27FC236}">
                  <a16:creationId xmlns:a16="http://schemas.microsoft.com/office/drawing/2014/main" id="{6C5EB9C1-B25F-4172-8A96-5950ECC828F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en-US"/>
            </a:p>
          </p:txBody>
        </p:sp>
        <p:sp>
          <p:nvSpPr>
            <p:cNvPr id="31" name="Freeform 22">
              <a:extLst>
                <a:ext uri="{FF2B5EF4-FFF2-40B4-BE49-F238E27FC236}">
                  <a16:creationId xmlns:a16="http://schemas.microsoft.com/office/drawing/2014/main" id="{097E6E8A-9373-4655-882B-21715CCE97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2" name="Freeform 23">
              <a:extLst>
                <a:ext uri="{FF2B5EF4-FFF2-40B4-BE49-F238E27FC236}">
                  <a16:creationId xmlns:a16="http://schemas.microsoft.com/office/drawing/2014/main" id="{EB8CC766-1206-4372-ACAF-8230AF4D542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3" name="Freeform 24">
              <a:extLst>
                <a:ext uri="{FF2B5EF4-FFF2-40B4-BE49-F238E27FC236}">
                  <a16:creationId xmlns:a16="http://schemas.microsoft.com/office/drawing/2014/main" id="{1C8E2511-2489-47B2-9C19-C410910DD9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4" name="Freeform 25">
              <a:extLst>
                <a:ext uri="{FF2B5EF4-FFF2-40B4-BE49-F238E27FC236}">
                  <a16:creationId xmlns:a16="http://schemas.microsoft.com/office/drawing/2014/main" id="{D7820196-0A47-47EF-832C-A688E8977D6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5" name="Freeform 26">
              <a:extLst>
                <a:ext uri="{FF2B5EF4-FFF2-40B4-BE49-F238E27FC236}">
                  <a16:creationId xmlns:a16="http://schemas.microsoft.com/office/drawing/2014/main" id="{4982E0BF-34AE-48A3-AD6B-E0F3CD05DB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6" name="Freeform 27">
              <a:extLst>
                <a:ext uri="{FF2B5EF4-FFF2-40B4-BE49-F238E27FC236}">
                  <a16:creationId xmlns:a16="http://schemas.microsoft.com/office/drawing/2014/main" id="{CD34643B-9DF2-4310-8868-48252C339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7" name="Freeform 28">
              <a:extLst>
                <a:ext uri="{FF2B5EF4-FFF2-40B4-BE49-F238E27FC236}">
                  <a16:creationId xmlns:a16="http://schemas.microsoft.com/office/drawing/2014/main" id="{4E020C4E-AF64-44A8-B830-779541D8D54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8" name="Freeform 29">
              <a:extLst>
                <a:ext uri="{FF2B5EF4-FFF2-40B4-BE49-F238E27FC236}">
                  <a16:creationId xmlns:a16="http://schemas.microsoft.com/office/drawing/2014/main" id="{D97BC3D3-B1B3-4825-9169-BBEF1DBCF05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39" name="Freeform 30">
              <a:extLst>
                <a:ext uri="{FF2B5EF4-FFF2-40B4-BE49-F238E27FC236}">
                  <a16:creationId xmlns:a16="http://schemas.microsoft.com/office/drawing/2014/main" id="{A750DC4F-1DAF-470E-98C6-6C68DEB933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sp>
          <p:nvSpPr>
            <p:cNvPr id="40" name="Freeform 31">
              <a:extLst>
                <a:ext uri="{FF2B5EF4-FFF2-40B4-BE49-F238E27FC236}">
                  <a16:creationId xmlns:a16="http://schemas.microsoft.com/office/drawing/2014/main" id="{2F99594A-5BBD-4E10-A818-8BE52B7D952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en-US"/>
            </a:p>
          </p:txBody>
        </p:sp>
      </p:grpSp>
      <p:graphicFrame>
        <p:nvGraphicFramePr>
          <p:cNvPr id="12" name="Content Placeholder 11">
            <a:extLst>
              <a:ext uri="{FF2B5EF4-FFF2-40B4-BE49-F238E27FC236}">
                <a16:creationId xmlns:a16="http://schemas.microsoft.com/office/drawing/2014/main" id="{E2F1D61A-5A17-AEF9-76C5-8DB8672E91EE}"/>
              </a:ext>
            </a:extLst>
          </p:cNvPr>
          <p:cNvGraphicFramePr>
            <a:graphicFrameLocks noGrp="1"/>
          </p:cNvGraphicFramePr>
          <p:nvPr>
            <p:ph idx="1"/>
            <p:extLst>
              <p:ext uri="{D42A27DB-BD31-4B8C-83A1-F6EECF244321}">
                <p14:modId xmlns:p14="http://schemas.microsoft.com/office/powerpoint/2010/main" val="2885538835"/>
              </p:ext>
            </p:extLst>
          </p:nvPr>
        </p:nvGraphicFramePr>
        <p:xfrm>
          <a:off x="1474789" y="1765138"/>
          <a:ext cx="9385294" cy="4565812"/>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extLst>
      <p:ext uri="{BB962C8B-B14F-4D97-AF65-F5344CB8AC3E}">
        <p14:creationId xmlns:p14="http://schemas.microsoft.com/office/powerpoint/2010/main" val="12061397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C7497B-49E7-CA0E-BF52-F3940D8156FA}"/>
              </a:ext>
            </a:extLst>
          </p:cNvPr>
          <p:cNvSpPr>
            <a:spLocks noGrp="1"/>
          </p:cNvSpPr>
          <p:nvPr>
            <p:ph type="title"/>
          </p:nvPr>
        </p:nvSpPr>
        <p:spPr/>
        <p:txBody>
          <a:bodyPr/>
          <a:lstStyle/>
          <a:p>
            <a:r>
              <a:rPr lang="en-US" dirty="0"/>
              <a:t>Modeling approach</a:t>
            </a:r>
          </a:p>
        </p:txBody>
      </p:sp>
      <p:graphicFrame>
        <p:nvGraphicFramePr>
          <p:cNvPr id="10" name="Content Placeholder 9">
            <a:extLst>
              <a:ext uri="{FF2B5EF4-FFF2-40B4-BE49-F238E27FC236}">
                <a16:creationId xmlns:a16="http://schemas.microsoft.com/office/drawing/2014/main" id="{BF4CE731-C552-B114-B005-E6D9A7D0A8DB}"/>
              </a:ext>
            </a:extLst>
          </p:cNvPr>
          <p:cNvGraphicFramePr>
            <a:graphicFrameLocks noGrp="1"/>
          </p:cNvGraphicFramePr>
          <p:nvPr>
            <p:ph idx="1"/>
            <p:extLst>
              <p:ext uri="{D42A27DB-BD31-4B8C-83A1-F6EECF244321}">
                <p14:modId xmlns:p14="http://schemas.microsoft.com/office/powerpoint/2010/main" val="1235957620"/>
              </p:ext>
            </p:extLst>
          </p:nvPr>
        </p:nvGraphicFramePr>
        <p:xfrm>
          <a:off x="5954952" y="1084922"/>
          <a:ext cx="5630323" cy="49621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1" name="TextBox 10">
            <a:extLst>
              <a:ext uri="{FF2B5EF4-FFF2-40B4-BE49-F238E27FC236}">
                <a16:creationId xmlns:a16="http://schemas.microsoft.com/office/drawing/2014/main" id="{AB4CC724-959C-59EC-6B27-D74A10EE09B1}"/>
              </a:ext>
            </a:extLst>
          </p:cNvPr>
          <p:cNvSpPr txBox="1"/>
          <p:nvPr/>
        </p:nvSpPr>
        <p:spPr>
          <a:xfrm>
            <a:off x="1889185" y="2594775"/>
            <a:ext cx="3485072" cy="1477328"/>
          </a:xfrm>
          <a:prstGeom prst="rect">
            <a:avLst/>
          </a:prstGeom>
          <a:noFill/>
        </p:spPr>
        <p:txBody>
          <a:bodyPr wrap="square" rtlCol="0">
            <a:spAutoFit/>
          </a:bodyPr>
          <a:lstStyle/>
          <a:p>
            <a:r>
              <a:rPr lang="en-US" sz="3000" dirty="0"/>
              <a:t>Who has the best chance of completing the task?</a:t>
            </a:r>
          </a:p>
        </p:txBody>
      </p:sp>
      <p:pic>
        <p:nvPicPr>
          <p:cNvPr id="13" name="Graphic 12" descr="Warning with solid fill">
            <a:extLst>
              <a:ext uri="{FF2B5EF4-FFF2-40B4-BE49-F238E27FC236}">
                <a16:creationId xmlns:a16="http://schemas.microsoft.com/office/drawing/2014/main" id="{D01BD81E-94AE-34EE-4781-84BAC369A1A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80685" y="2873031"/>
            <a:ext cx="758690" cy="758690"/>
          </a:xfrm>
          <a:prstGeom prst="rect">
            <a:avLst/>
          </a:prstGeom>
        </p:spPr>
      </p:pic>
    </p:spTree>
    <p:extLst>
      <p:ext uri="{BB962C8B-B14F-4D97-AF65-F5344CB8AC3E}">
        <p14:creationId xmlns:p14="http://schemas.microsoft.com/office/powerpoint/2010/main" val="31001785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00EE9C-C817-1843-D08C-D7634A8F0B9A}"/>
              </a:ext>
            </a:extLst>
          </p:cNvPr>
          <p:cNvSpPr>
            <a:spLocks noGrp="1"/>
          </p:cNvSpPr>
          <p:nvPr>
            <p:ph type="title"/>
          </p:nvPr>
        </p:nvSpPr>
        <p:spPr/>
        <p:txBody>
          <a:bodyPr/>
          <a:lstStyle/>
          <a:p>
            <a:r>
              <a:rPr lang="en-US" dirty="0"/>
              <a:t>Application Demo</a:t>
            </a:r>
          </a:p>
        </p:txBody>
      </p:sp>
      <p:graphicFrame>
        <p:nvGraphicFramePr>
          <p:cNvPr id="12" name="Content Placeholder 11">
            <a:extLst>
              <a:ext uri="{FF2B5EF4-FFF2-40B4-BE49-F238E27FC236}">
                <a16:creationId xmlns:a16="http://schemas.microsoft.com/office/drawing/2014/main" id="{CF5122C5-F1E7-2631-EF92-43788F1CB12D}"/>
              </a:ext>
            </a:extLst>
          </p:cNvPr>
          <p:cNvGraphicFramePr>
            <a:graphicFrameLocks noGrp="1"/>
          </p:cNvGraphicFramePr>
          <p:nvPr>
            <p:ph idx="1"/>
            <p:extLst>
              <p:ext uri="{D42A27DB-BD31-4B8C-83A1-F6EECF244321}">
                <p14:modId xmlns:p14="http://schemas.microsoft.com/office/powerpoint/2010/main" val="474182118"/>
              </p:ext>
            </p:extLst>
          </p:nvPr>
        </p:nvGraphicFramePr>
        <p:xfrm>
          <a:off x="960438" y="2278063"/>
          <a:ext cx="9906000" cy="354171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8723742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06A1F-CDA9-6815-0BFA-813FD5A428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96D9F1-3AD1-AE0B-404A-30433963A687}"/>
              </a:ext>
            </a:extLst>
          </p:cNvPr>
          <p:cNvSpPr>
            <a:spLocks noGrp="1"/>
          </p:cNvSpPr>
          <p:nvPr>
            <p:ph type="title"/>
          </p:nvPr>
        </p:nvSpPr>
        <p:spPr/>
        <p:txBody>
          <a:bodyPr/>
          <a:lstStyle/>
          <a:p>
            <a:r>
              <a:rPr lang="en-US" dirty="0"/>
              <a:t>Financial Results &amp; impact</a:t>
            </a:r>
          </a:p>
        </p:txBody>
      </p:sp>
      <p:pic>
        <p:nvPicPr>
          <p:cNvPr id="6" name="Picture 5" descr="A colorful pie chart with numbers&#10;&#10;AI-generated content may be incorrect.">
            <a:extLst>
              <a:ext uri="{FF2B5EF4-FFF2-40B4-BE49-F238E27FC236}">
                <a16:creationId xmlns:a16="http://schemas.microsoft.com/office/drawing/2014/main" id="{29C36D57-71C8-C9EB-55AE-71B3363D4379}"/>
              </a:ext>
            </a:extLst>
          </p:cNvPr>
          <p:cNvPicPr>
            <a:picLocks noChangeAspect="1"/>
          </p:cNvPicPr>
          <p:nvPr/>
        </p:nvPicPr>
        <p:blipFill rotWithShape="1">
          <a:blip r:embed="rId3"/>
          <a:srcRect l="4501" r="2321" b="7362"/>
          <a:stretch>
            <a:fillRect/>
          </a:stretch>
        </p:blipFill>
        <p:spPr bwMode="auto">
          <a:xfrm>
            <a:off x="4279043" y="2007636"/>
            <a:ext cx="7508765" cy="3856451"/>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8597355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570726-DE3D-DC7E-BCCC-A4FD33506433}"/>
              </a:ext>
            </a:extLst>
          </p:cNvPr>
          <p:cNvSpPr>
            <a:spLocks noGrp="1"/>
          </p:cNvSpPr>
          <p:nvPr>
            <p:ph type="title"/>
          </p:nvPr>
        </p:nvSpPr>
        <p:spPr/>
        <p:txBody>
          <a:bodyPr/>
          <a:lstStyle/>
          <a:p>
            <a:r>
              <a:rPr lang="en-US" dirty="0"/>
              <a:t>Operational results &amp; impact</a:t>
            </a:r>
          </a:p>
        </p:txBody>
      </p:sp>
      <p:pic>
        <p:nvPicPr>
          <p:cNvPr id="4" name="Content Placeholder 3" descr="A screenshot of a graph&#10;&#10;AI-generated content may be incorrect.">
            <a:extLst>
              <a:ext uri="{FF2B5EF4-FFF2-40B4-BE49-F238E27FC236}">
                <a16:creationId xmlns:a16="http://schemas.microsoft.com/office/drawing/2014/main" id="{B7548B65-5314-C0EC-9688-3E5B11BC355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883795" y="3965783"/>
            <a:ext cx="3934094" cy="2094777"/>
          </a:xfrm>
          <a:prstGeom prst="rect">
            <a:avLst/>
          </a:prstGeom>
        </p:spPr>
      </p:pic>
      <p:pic>
        <p:nvPicPr>
          <p:cNvPr id="5" name="Picture 4" descr="A screenshot of a game&#10;&#10;AI-generated content may be incorrect.">
            <a:extLst>
              <a:ext uri="{FF2B5EF4-FFF2-40B4-BE49-F238E27FC236}">
                <a16:creationId xmlns:a16="http://schemas.microsoft.com/office/drawing/2014/main" id="{14EF558A-54CD-356C-71C4-FC11D1D898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38272" y="3965783"/>
            <a:ext cx="4010109" cy="2142747"/>
          </a:xfrm>
          <a:prstGeom prst="rect">
            <a:avLst/>
          </a:prstGeom>
        </p:spPr>
      </p:pic>
    </p:spTree>
    <p:extLst>
      <p:ext uri="{BB962C8B-B14F-4D97-AF65-F5344CB8AC3E}">
        <p14:creationId xmlns:p14="http://schemas.microsoft.com/office/powerpoint/2010/main" val="41068145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5BE25A-4BA2-2525-011B-5B3AFDA9408B}"/>
              </a:ext>
            </a:extLst>
          </p:cNvPr>
          <p:cNvSpPr>
            <a:spLocks noGrp="1"/>
          </p:cNvSpPr>
          <p:nvPr>
            <p:ph type="title"/>
          </p:nvPr>
        </p:nvSpPr>
        <p:spPr/>
        <p:txBody>
          <a:bodyPr/>
          <a:lstStyle/>
          <a:p>
            <a:r>
              <a:rPr lang="en-US" dirty="0"/>
              <a:t>Reputational results &amp; impact</a:t>
            </a:r>
          </a:p>
        </p:txBody>
      </p:sp>
      <p:pic>
        <p:nvPicPr>
          <p:cNvPr id="4" name="Content Placeholder 3" descr="A graph with numbers and a number of tasks per customer rating&#10;&#10;AI-generated content may be incorrect.">
            <a:extLst>
              <a:ext uri="{FF2B5EF4-FFF2-40B4-BE49-F238E27FC236}">
                <a16:creationId xmlns:a16="http://schemas.microsoft.com/office/drawing/2014/main" id="{B1F5A73B-5337-83AE-E36A-35CDC857B71D}"/>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6965663" y="1988022"/>
            <a:ext cx="4682998" cy="3791446"/>
          </a:xfrm>
          <a:prstGeom prst="rect">
            <a:avLst/>
          </a:prstGeom>
        </p:spPr>
      </p:pic>
    </p:spTree>
    <p:extLst>
      <p:ext uri="{BB962C8B-B14F-4D97-AF65-F5344CB8AC3E}">
        <p14:creationId xmlns:p14="http://schemas.microsoft.com/office/powerpoint/2010/main" val="113013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9C91D9-37E6-6D09-9AF4-0A7930C9E8D0}"/>
              </a:ext>
            </a:extLst>
          </p:cNvPr>
          <p:cNvSpPr>
            <a:spLocks noGrp="1"/>
          </p:cNvSpPr>
          <p:nvPr>
            <p:ph type="title"/>
          </p:nvPr>
        </p:nvSpPr>
        <p:spPr/>
        <p:txBody>
          <a:bodyPr/>
          <a:lstStyle/>
          <a:p>
            <a:r>
              <a:rPr lang="en-US" dirty="0"/>
              <a:t>Limitations &amp; future work</a:t>
            </a:r>
          </a:p>
        </p:txBody>
      </p:sp>
      <p:graphicFrame>
        <p:nvGraphicFramePr>
          <p:cNvPr id="4" name="Diagram 3">
            <a:extLst>
              <a:ext uri="{FF2B5EF4-FFF2-40B4-BE49-F238E27FC236}">
                <a16:creationId xmlns:a16="http://schemas.microsoft.com/office/drawing/2014/main" id="{5560F3DC-FCB9-CEAB-8A9C-DECEE78BC50E}"/>
              </a:ext>
            </a:extLst>
          </p:cNvPr>
          <p:cNvGraphicFramePr/>
          <p:nvPr>
            <p:extLst>
              <p:ext uri="{D42A27DB-BD31-4B8C-83A1-F6EECF244321}">
                <p14:modId xmlns:p14="http://schemas.microsoft.com/office/powerpoint/2010/main" val="250804707"/>
              </p:ext>
            </p:extLst>
          </p:nvPr>
        </p:nvGraphicFramePr>
        <p:xfrm>
          <a:off x="4914347" y="1066799"/>
          <a:ext cx="7814366" cy="495713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5" name="Diagram 4">
            <a:extLst>
              <a:ext uri="{FF2B5EF4-FFF2-40B4-BE49-F238E27FC236}">
                <a16:creationId xmlns:a16="http://schemas.microsoft.com/office/drawing/2014/main" id="{515E41B3-7A1D-6306-582E-DD6072C4A3ED}"/>
              </a:ext>
            </a:extLst>
          </p:cNvPr>
          <p:cNvGraphicFramePr/>
          <p:nvPr>
            <p:extLst>
              <p:ext uri="{D42A27DB-BD31-4B8C-83A1-F6EECF244321}">
                <p14:modId xmlns:p14="http://schemas.microsoft.com/office/powerpoint/2010/main" val="2810702632"/>
              </p:ext>
            </p:extLst>
          </p:nvPr>
        </p:nvGraphicFramePr>
        <p:xfrm>
          <a:off x="833541" y="2270170"/>
          <a:ext cx="3738459" cy="2788847"/>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39492081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5500C-5373-1726-D88A-4109F8254B2D}"/>
              </a:ext>
            </a:extLst>
          </p:cNvPr>
          <p:cNvSpPr>
            <a:spLocks noGrp="1"/>
          </p:cNvSpPr>
          <p:nvPr>
            <p:ph type="title"/>
          </p:nvPr>
        </p:nvSpPr>
        <p:spPr/>
        <p:txBody>
          <a:bodyPr/>
          <a:lstStyle/>
          <a:p>
            <a:r>
              <a:rPr lang="en-US" dirty="0"/>
              <a:t>Business recommendation</a:t>
            </a:r>
          </a:p>
        </p:txBody>
      </p:sp>
      <p:sp>
        <p:nvSpPr>
          <p:cNvPr id="4" name="Rectangle 1">
            <a:extLst>
              <a:ext uri="{FF2B5EF4-FFF2-40B4-BE49-F238E27FC236}">
                <a16:creationId xmlns:a16="http://schemas.microsoft.com/office/drawing/2014/main" id="{2345BF5A-A401-824F-416E-8C86F13F80E9}"/>
              </a:ext>
            </a:extLst>
          </p:cNvPr>
          <p:cNvSpPr>
            <a:spLocks noGrp="1" noChangeArrowheads="1"/>
          </p:cNvSpPr>
          <p:nvPr>
            <p:ph idx="1"/>
          </p:nvPr>
        </p:nvSpPr>
        <p:spPr bwMode="auto">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Why this system is viable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Roadmap for implementation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Training &amp; change management needs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Expected ROI and scalable benefits</a:t>
            </a:r>
          </a:p>
        </p:txBody>
      </p:sp>
    </p:spTree>
    <p:extLst>
      <p:ext uri="{BB962C8B-B14F-4D97-AF65-F5344CB8AC3E}">
        <p14:creationId xmlns:p14="http://schemas.microsoft.com/office/powerpoint/2010/main" val="415292175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Red">
      <a:dk1>
        <a:sysClr val="windowText" lastClr="000000"/>
      </a:dk1>
      <a:lt1>
        <a:sysClr val="window" lastClr="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TM04033919[[fn=Circuit]]</Template>
  <TotalTime>5639</TotalTime>
  <Words>2522</Words>
  <Application>Microsoft Office PowerPoint</Application>
  <PresentationFormat>Widescreen</PresentationFormat>
  <Paragraphs>179</Paragraphs>
  <Slides>14</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Aptos</vt:lpstr>
      <vt:lpstr>Arial</vt:lpstr>
      <vt:lpstr>Tw Cen MT</vt:lpstr>
      <vt:lpstr>Circuit</vt:lpstr>
      <vt:lpstr>Executive summary presentation</vt:lpstr>
      <vt:lpstr>Problem Statement</vt:lpstr>
      <vt:lpstr>Current State Analysis &amp; Metrics</vt:lpstr>
      <vt:lpstr>Risks of Inaction</vt:lpstr>
      <vt:lpstr>Technical Solution Overview</vt:lpstr>
      <vt:lpstr>PowerPoint Presentation</vt:lpstr>
      <vt:lpstr>Data Preparation</vt:lpstr>
      <vt:lpstr>Modeling approach</vt:lpstr>
      <vt:lpstr>Application Demo</vt:lpstr>
      <vt:lpstr>Financial Results &amp; impact</vt:lpstr>
      <vt:lpstr>Operational results &amp; impact</vt:lpstr>
      <vt:lpstr>Reputational results &amp; impact</vt:lpstr>
      <vt:lpstr>Limitations &amp; future work</vt:lpstr>
      <vt:lpstr>Business recommendation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Su-Hyun Byeon</dc:creator>
  <cp:lastModifiedBy>Sue Byeon</cp:lastModifiedBy>
  <cp:revision>6</cp:revision>
  <dcterms:created xsi:type="dcterms:W3CDTF">2025-09-26T19:00:35Z</dcterms:created>
  <dcterms:modified xsi:type="dcterms:W3CDTF">2025-11-18T04:25:29Z</dcterms:modified>
</cp:coreProperties>
</file>