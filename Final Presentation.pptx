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68" r:id="rId3"/>
    <p:sldId id="260" r:id="rId4"/>
    <p:sldId id="261" r:id="rId5"/>
    <p:sldId id="266" r:id="rId6"/>
    <p:sldId id="285" r:id="rId7"/>
    <p:sldId id="272" r:id="rId8"/>
    <p:sldId id="275" r:id="rId9"/>
    <p:sldId id="287" r:id="rId10"/>
    <p:sldId id="289" r:id="rId11"/>
    <p:sldId id="263" r:id="rId12"/>
    <p:sldId id="288" r:id="rId13"/>
    <p:sldId id="280" r:id="rId14"/>
    <p:sldId id="28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ACB1AA-EC6B-4AC5-B090-2540CAEA26B6}" v="443" dt="2025-11-20T05:28:32.0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898" autoAdjust="0"/>
    <p:restoredTop sz="72727" autoAdjust="0"/>
  </p:normalViewPr>
  <p:slideViewPr>
    <p:cSldViewPr snapToGrid="0">
      <p:cViewPr>
        <p:scale>
          <a:sx n="74" d="100"/>
          <a:sy n="74" d="100"/>
        </p:scale>
        <p:origin x="368" y="48"/>
      </p:cViewPr>
      <p:guideLst/>
    </p:cSldViewPr>
  </p:slideViewPr>
  <p:notesTextViewPr>
    <p:cViewPr>
      <p:scale>
        <a:sx n="3" d="2"/>
        <a:sy n="3" d="2"/>
      </p:scale>
      <p:origin x="0" y="-2536"/>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e Byeon" userId="da86aa136efe2808" providerId="LiveId" clId="{BF2205AF-F266-4157-874C-FDEBC0488368}"/>
    <pc:docChg chg="undo redo custSel addSld delSld modSld sldOrd">
      <pc:chgData name="Sue Byeon" userId="da86aa136efe2808" providerId="LiveId" clId="{BF2205AF-F266-4157-874C-FDEBC0488368}" dt="2025-11-20T05:28:32.091" v="18017"/>
      <pc:docMkLst>
        <pc:docMk/>
      </pc:docMkLst>
      <pc:sldChg chg="modSp mod modNotesTx">
        <pc:chgData name="Sue Byeon" userId="da86aa136efe2808" providerId="LiveId" clId="{BF2205AF-F266-4157-874C-FDEBC0488368}" dt="2025-11-16T04:23:45.840" v="8795" actId="20577"/>
        <pc:sldMkLst>
          <pc:docMk/>
          <pc:sldMk cId="4243429303" sldId="256"/>
        </pc:sldMkLst>
        <pc:spChg chg="mod">
          <ac:chgData name="Sue Byeon" userId="da86aa136efe2808" providerId="LiveId" clId="{BF2205AF-F266-4157-874C-FDEBC0488368}" dt="2025-11-14T23:31:56.390" v="6654" actId="20577"/>
          <ac:spMkLst>
            <pc:docMk/>
            <pc:sldMk cId="4243429303" sldId="256"/>
            <ac:spMk id="2" creationId="{AA2DA2F2-1054-DB29-D32C-D0D8291480A7}"/>
          </ac:spMkLst>
        </pc:spChg>
      </pc:sldChg>
      <pc:sldChg chg="modNotesTx">
        <pc:chgData name="Sue Byeon" userId="da86aa136efe2808" providerId="LiveId" clId="{BF2205AF-F266-4157-874C-FDEBC0488368}" dt="2025-11-16T23:31:08.138" v="11012" actId="20577"/>
        <pc:sldMkLst>
          <pc:docMk/>
          <pc:sldMk cId="2647713988" sldId="260"/>
        </pc:sldMkLst>
      </pc:sldChg>
      <pc:sldChg chg="add del ord modNotesTx">
        <pc:chgData name="Sue Byeon" userId="da86aa136efe2808" providerId="LiveId" clId="{BF2205AF-F266-4157-874C-FDEBC0488368}" dt="2025-11-16T23:39:14.248" v="11020" actId="20577"/>
        <pc:sldMkLst>
          <pc:docMk/>
          <pc:sldMk cId="1227690131" sldId="261"/>
        </pc:sldMkLst>
      </pc:sldChg>
      <pc:sldChg chg="addSp delSp modSp add del mod ord modNotesTx">
        <pc:chgData name="Sue Byeon" userId="da86aa136efe2808" providerId="LiveId" clId="{BF2205AF-F266-4157-874C-FDEBC0488368}" dt="2025-11-20T03:14:26.494" v="17657" actId="20577"/>
        <pc:sldMkLst>
          <pc:docMk/>
          <pc:sldMk cId="2859735512" sldId="263"/>
        </pc:sldMkLst>
        <pc:spChg chg="mod">
          <ac:chgData name="Sue Byeon" userId="da86aa136efe2808" providerId="LiveId" clId="{BF2205AF-F266-4157-874C-FDEBC0488368}" dt="2025-11-18T04:02:57.879" v="15160" actId="20577"/>
          <ac:spMkLst>
            <pc:docMk/>
            <pc:sldMk cId="2859735512" sldId="263"/>
            <ac:spMk id="2" creationId="{A396D9F1-3AD1-AE0B-404A-30433963A687}"/>
          </ac:spMkLst>
        </pc:spChg>
        <pc:spChg chg="add mod">
          <ac:chgData name="Sue Byeon" userId="da86aa136efe2808" providerId="LiveId" clId="{BF2205AF-F266-4157-874C-FDEBC0488368}" dt="2025-11-19T03:20:28.716" v="15593" actId="207"/>
          <ac:spMkLst>
            <pc:docMk/>
            <pc:sldMk cId="2859735512" sldId="263"/>
            <ac:spMk id="3" creationId="{790DF3E2-4047-2693-2F16-96F02D78CD3F}"/>
          </ac:spMkLst>
        </pc:spChg>
        <pc:spChg chg="mod">
          <ac:chgData name="Sue Byeon" userId="da86aa136efe2808" providerId="LiveId" clId="{BF2205AF-F266-4157-874C-FDEBC0488368}" dt="2025-11-19T03:20:09.055" v="15590" actId="164"/>
          <ac:spMkLst>
            <pc:docMk/>
            <pc:sldMk cId="2859735512" sldId="263"/>
            <ac:spMk id="5" creationId="{EA9951B4-2A66-C6F6-89C1-E23F5F0AB1F8}"/>
          </ac:spMkLst>
        </pc:spChg>
        <pc:grpChg chg="add mod">
          <ac:chgData name="Sue Byeon" userId="da86aa136efe2808" providerId="LiveId" clId="{BF2205AF-F266-4157-874C-FDEBC0488368}" dt="2025-11-19T03:20:13.997" v="15591" actId="1076"/>
          <ac:grpSpMkLst>
            <pc:docMk/>
            <pc:sldMk cId="2859735512" sldId="263"/>
            <ac:grpSpMk id="4" creationId="{F9DD46B0-4230-CCC2-C569-6822B2F9FA64}"/>
          </ac:grpSpMkLst>
        </pc:grpChg>
        <pc:graphicFrameChg chg="mod modGraphic">
          <ac:chgData name="Sue Byeon" userId="da86aa136efe2808" providerId="LiveId" clId="{BF2205AF-F266-4157-874C-FDEBC0488368}" dt="2025-11-19T04:17:59.429" v="16025" actId="1076"/>
          <ac:graphicFrameMkLst>
            <pc:docMk/>
            <pc:sldMk cId="2859735512" sldId="263"/>
            <ac:graphicFrameMk id="7" creationId="{74583555-2711-50F4-FF08-0E9473F22998}"/>
          </ac:graphicFrameMkLst>
        </pc:graphicFrameChg>
        <pc:picChg chg="add mod">
          <ac:chgData name="Sue Byeon" userId="da86aa136efe2808" providerId="LiveId" clId="{BF2205AF-F266-4157-874C-FDEBC0488368}" dt="2025-11-18T04:05:38.358" v="15227" actId="1076"/>
          <ac:picMkLst>
            <pc:docMk/>
            <pc:sldMk cId="2859735512" sldId="263"/>
            <ac:picMk id="6" creationId="{29C36D57-71C8-C9EB-55AE-71B3363D4379}"/>
          </ac:picMkLst>
        </pc:picChg>
      </pc:sldChg>
      <pc:sldChg chg="modSp add del mod ord modNotesTx">
        <pc:chgData name="Sue Byeon" userId="da86aa136efe2808" providerId="LiveId" clId="{BF2205AF-F266-4157-874C-FDEBC0488368}" dt="2025-11-16T23:57:20.313" v="11162"/>
        <pc:sldMkLst>
          <pc:docMk/>
          <pc:sldMk cId="3346890740" sldId="266"/>
        </pc:sldMkLst>
        <pc:spChg chg="mod">
          <ac:chgData name="Sue Byeon" userId="da86aa136efe2808" providerId="LiveId" clId="{BF2205AF-F266-4157-874C-FDEBC0488368}" dt="2025-11-16T04:55:01.735" v="9570" actId="20577"/>
          <ac:spMkLst>
            <pc:docMk/>
            <pc:sldMk cId="3346890740" sldId="266"/>
            <ac:spMk id="2" creationId="{EAE2DF91-2DEA-C746-D16D-9BE7104558B9}"/>
          </ac:spMkLst>
        </pc:spChg>
        <pc:spChg chg="mod">
          <ac:chgData name="Sue Byeon" userId="da86aa136efe2808" providerId="LiveId" clId="{BF2205AF-F266-4157-874C-FDEBC0488368}" dt="2025-11-16T23:55:45.135" v="11138" actId="1076"/>
          <ac:spMkLst>
            <pc:docMk/>
            <pc:sldMk cId="3346890740" sldId="266"/>
            <ac:spMk id="8" creationId="{2EB73F8C-61BD-4B43-3CF6-0E628F02F03D}"/>
          </ac:spMkLst>
        </pc:spChg>
        <pc:spChg chg="mod">
          <ac:chgData name="Sue Byeon" userId="da86aa136efe2808" providerId="LiveId" clId="{BF2205AF-F266-4157-874C-FDEBC0488368}" dt="2025-11-16T23:46:50.304" v="11085" actId="1076"/>
          <ac:spMkLst>
            <pc:docMk/>
            <pc:sldMk cId="3346890740" sldId="266"/>
            <ac:spMk id="9" creationId="{1D42E4E0-2952-12EE-7D2C-201F6A2C5C61}"/>
          </ac:spMkLst>
        </pc:spChg>
        <pc:spChg chg="mod">
          <ac:chgData name="Sue Byeon" userId="da86aa136efe2808" providerId="LiveId" clId="{BF2205AF-F266-4157-874C-FDEBC0488368}" dt="2025-11-16T23:46:46.454" v="11084" actId="1076"/>
          <ac:spMkLst>
            <pc:docMk/>
            <pc:sldMk cId="3346890740" sldId="266"/>
            <ac:spMk id="10" creationId="{46DD515E-1F3E-DF39-EB52-087362F28A16}"/>
          </ac:spMkLst>
        </pc:spChg>
        <pc:graphicFrameChg chg="mod modGraphic">
          <ac:chgData name="Sue Byeon" userId="da86aa136efe2808" providerId="LiveId" clId="{BF2205AF-F266-4157-874C-FDEBC0488368}" dt="2025-11-16T23:57:20.313" v="11162"/>
          <ac:graphicFrameMkLst>
            <pc:docMk/>
            <pc:sldMk cId="3346890740" sldId="266"/>
            <ac:graphicFrameMk id="5" creationId="{BB366090-4732-1BA2-414A-110E9905AAA3}"/>
          </ac:graphicFrameMkLst>
        </pc:graphicFrameChg>
      </pc:sldChg>
      <pc:sldChg chg="modNotesTx">
        <pc:chgData name="Sue Byeon" userId="da86aa136efe2808" providerId="LiveId" clId="{BF2205AF-F266-4157-874C-FDEBC0488368}" dt="2025-11-16T04:55:30.200" v="9584" actId="20577"/>
        <pc:sldMkLst>
          <pc:docMk/>
          <pc:sldMk cId="165630085" sldId="268"/>
        </pc:sldMkLst>
      </pc:sldChg>
      <pc:sldChg chg="addSp delSp modSp new add del mod ord setBg modClrScheme chgLayout modNotesTx">
        <pc:chgData name="Sue Byeon" userId="da86aa136efe2808" providerId="LiveId" clId="{BF2205AF-F266-4157-874C-FDEBC0488368}" dt="2025-11-20T02:50:48.355" v="17531" actId="20577"/>
        <pc:sldMkLst>
          <pc:docMk/>
          <pc:sldMk cId="1206139712" sldId="272"/>
        </pc:sldMkLst>
        <pc:spChg chg="add del mod ord">
          <ac:chgData name="Sue Byeon" userId="da86aa136efe2808" providerId="LiveId" clId="{BF2205AF-F266-4157-874C-FDEBC0488368}" dt="2025-11-15T23:00:13.501" v="7568" actId="20577"/>
          <ac:spMkLst>
            <pc:docMk/>
            <pc:sldMk cId="1206139712" sldId="272"/>
            <ac:spMk id="2" creationId="{F8B4B075-8E18-8EE8-88B4-B9A7AB9676B9}"/>
          </ac:spMkLst>
        </pc:spChg>
        <pc:spChg chg="add del mod">
          <ac:chgData name="Sue Byeon" userId="da86aa136efe2808" providerId="LiveId" clId="{BF2205AF-F266-4157-874C-FDEBC0488368}" dt="2025-11-20T02:32:23.448" v="17339" actId="478"/>
          <ac:spMkLst>
            <pc:docMk/>
            <pc:sldMk cId="1206139712" sldId="272"/>
            <ac:spMk id="4" creationId="{6F12A2E7-E1B6-A454-1006-998EC6E186D7}"/>
          </ac:spMkLst>
        </pc:spChg>
        <pc:spChg chg="add mod">
          <ac:chgData name="Sue Byeon" userId="da86aa136efe2808" providerId="LiveId" clId="{BF2205AF-F266-4157-874C-FDEBC0488368}" dt="2025-11-20T02:36:47.322" v="17392" actId="1076"/>
          <ac:spMkLst>
            <pc:docMk/>
            <pc:sldMk cId="1206139712" sldId="272"/>
            <ac:spMk id="5" creationId="{FC82EBFA-92C1-1539-A4F9-E9FD9DDED081}"/>
          </ac:spMkLst>
        </pc:spChg>
        <pc:spChg chg="add del mod ord">
          <ac:chgData name="Sue Byeon" userId="da86aa136efe2808" providerId="LiveId" clId="{BF2205AF-F266-4157-874C-FDEBC0488368}" dt="2025-11-20T02:35:00.945" v="17382" actId="478"/>
          <ac:spMkLst>
            <pc:docMk/>
            <pc:sldMk cId="1206139712" sldId="272"/>
            <ac:spMk id="6" creationId="{1AF96814-BAD5-354B-D6CB-0C9DB4F1BD6D}"/>
          </ac:spMkLst>
        </pc:spChg>
        <pc:spChg chg="add">
          <ac:chgData name="Sue Byeon" userId="da86aa136efe2808" providerId="LiveId" clId="{BF2205AF-F266-4157-874C-FDEBC0488368}" dt="2025-11-15T20:58:04.270" v="6770" actId="26606"/>
          <ac:spMkLst>
            <pc:docMk/>
            <pc:sldMk cId="1206139712" sldId="272"/>
            <ac:spMk id="9" creationId="{C2E4E997-8672-4FFD-B8EC-9932A8E4714B}"/>
          </ac:spMkLst>
        </pc:spChg>
        <pc:grpChg chg="add">
          <ac:chgData name="Sue Byeon" userId="da86aa136efe2808" providerId="LiveId" clId="{BF2205AF-F266-4157-874C-FDEBC0488368}" dt="2025-11-15T20:58:04.270" v="6770" actId="26606"/>
          <ac:grpSpMkLst>
            <pc:docMk/>
            <pc:sldMk cId="1206139712" sldId="272"/>
            <ac:grpSpMk id="13" creationId="{453E4DEE-E996-40F8-8635-0FF43D7348F9}"/>
          </ac:grpSpMkLst>
        </pc:grpChg>
        <pc:graphicFrameChg chg="mod modGraphic">
          <ac:chgData name="Sue Byeon" userId="da86aa136efe2808" providerId="LiveId" clId="{BF2205AF-F266-4157-874C-FDEBC0488368}" dt="2025-11-20T02:36:02.896" v="17387" actId="1076"/>
          <ac:graphicFrameMkLst>
            <pc:docMk/>
            <pc:sldMk cId="1206139712" sldId="272"/>
            <ac:graphicFrameMk id="3" creationId="{D7F234C2-D587-D5DB-0436-EEBD245EDD12}"/>
          </ac:graphicFrameMkLst>
        </pc:graphicFrameChg>
        <pc:graphicFrameChg chg="add mod modGraphic">
          <ac:chgData name="Sue Byeon" userId="da86aa136efe2808" providerId="LiveId" clId="{BF2205AF-F266-4157-874C-FDEBC0488368}" dt="2025-11-20T02:35:54.565" v="17386" actId="1076"/>
          <ac:graphicFrameMkLst>
            <pc:docMk/>
            <pc:sldMk cId="1206139712" sldId="272"/>
            <ac:graphicFrameMk id="12" creationId="{E2F1D61A-5A17-AEF9-76C5-8DB8672E91EE}"/>
          </ac:graphicFrameMkLst>
        </pc:graphicFrameChg>
        <pc:picChg chg="add">
          <ac:chgData name="Sue Byeon" userId="da86aa136efe2808" providerId="LiveId" clId="{BF2205AF-F266-4157-874C-FDEBC0488368}" dt="2025-11-15T20:58:04.270" v="6770" actId="26606"/>
          <ac:picMkLst>
            <pc:docMk/>
            <pc:sldMk cId="1206139712" sldId="272"/>
            <ac:picMk id="11" creationId="{FE6BA9E6-1D9E-4D30-B528-D49FA1342E4E}"/>
          </ac:picMkLst>
        </pc:picChg>
      </pc:sldChg>
      <pc:sldChg chg="addSp delSp modSp new mod modClrScheme chgLayout modNotesTx">
        <pc:chgData name="Sue Byeon" userId="da86aa136efe2808" providerId="LiveId" clId="{BF2205AF-F266-4157-874C-FDEBC0488368}" dt="2025-11-20T02:56:42.465" v="17535" actId="20577"/>
        <pc:sldMkLst>
          <pc:docMk/>
          <pc:sldMk cId="3100178594" sldId="275"/>
        </pc:sldMkLst>
        <pc:spChg chg="mod ord">
          <ac:chgData name="Sue Byeon" userId="da86aa136efe2808" providerId="LiveId" clId="{BF2205AF-F266-4157-874C-FDEBC0488368}" dt="2025-11-15T07:12:44.861" v="6661" actId="700"/>
          <ac:spMkLst>
            <pc:docMk/>
            <pc:sldMk cId="3100178594" sldId="275"/>
            <ac:spMk id="2" creationId="{F9C7497B-49E7-CA0E-BF52-F3940D8156FA}"/>
          </ac:spMkLst>
        </pc:spChg>
        <pc:spChg chg="add mod">
          <ac:chgData name="Sue Byeon" userId="da86aa136efe2808" providerId="LiveId" clId="{BF2205AF-F266-4157-874C-FDEBC0488368}" dt="2025-11-17T17:23:39.306" v="14472" actId="1076"/>
          <ac:spMkLst>
            <pc:docMk/>
            <pc:sldMk cId="3100178594" sldId="275"/>
            <ac:spMk id="11" creationId="{AB4CC724-959C-59EC-6B27-D74A10EE09B1}"/>
          </ac:spMkLst>
        </pc:spChg>
        <pc:graphicFrameChg chg="add mod modGraphic">
          <ac:chgData name="Sue Byeon" userId="da86aa136efe2808" providerId="LiveId" clId="{BF2205AF-F266-4157-874C-FDEBC0488368}" dt="2025-11-17T17:22:45.913" v="14459"/>
          <ac:graphicFrameMkLst>
            <pc:docMk/>
            <pc:sldMk cId="3100178594" sldId="275"/>
            <ac:graphicFrameMk id="10" creationId="{BF4CE731-C552-B114-B005-E6D9A7D0A8DB}"/>
          </ac:graphicFrameMkLst>
        </pc:graphicFrameChg>
        <pc:picChg chg="add mod">
          <ac:chgData name="Sue Byeon" userId="da86aa136efe2808" providerId="LiveId" clId="{BF2205AF-F266-4157-874C-FDEBC0488368}" dt="2025-11-17T17:23:21.256" v="14468" actId="14100"/>
          <ac:picMkLst>
            <pc:docMk/>
            <pc:sldMk cId="3100178594" sldId="275"/>
            <ac:picMk id="13" creationId="{D01BD81E-94AE-34EE-4781-84BAC369A1A0}"/>
          </ac:picMkLst>
        </pc:picChg>
      </pc:sldChg>
      <pc:sldChg chg="addSp delSp modSp new mod ord modClrScheme chgLayout modNotesTx">
        <pc:chgData name="Sue Byeon" userId="da86aa136efe2808" providerId="LiveId" clId="{BF2205AF-F266-4157-874C-FDEBC0488368}" dt="2025-11-20T05:28:32.091" v="18017"/>
        <pc:sldMkLst>
          <pc:docMk/>
          <pc:sldMk cId="3949208177" sldId="280"/>
        </pc:sldMkLst>
        <pc:spChg chg="mod ord">
          <ac:chgData name="Sue Byeon" userId="da86aa136efe2808" providerId="LiveId" clId="{BF2205AF-F266-4157-874C-FDEBC0488368}" dt="2025-11-18T04:14:57.029" v="15313" actId="1076"/>
          <ac:spMkLst>
            <pc:docMk/>
            <pc:sldMk cId="3949208177" sldId="280"/>
            <ac:spMk id="2" creationId="{6C9C91D9-37E6-6D09-9AF4-0A7930C9E8D0}"/>
          </ac:spMkLst>
        </pc:spChg>
        <pc:graphicFrameChg chg="add del mod modGraphic">
          <ac:chgData name="Sue Byeon" userId="da86aa136efe2808" providerId="LiveId" clId="{BF2205AF-F266-4157-874C-FDEBC0488368}" dt="2025-11-19T04:56:11.524" v="16393" actId="478"/>
          <ac:graphicFrameMkLst>
            <pc:docMk/>
            <pc:sldMk cId="3949208177" sldId="280"/>
            <ac:graphicFrameMk id="4" creationId="{5560F3DC-FCB9-CEAB-8A9C-DECEE78BC50E}"/>
          </ac:graphicFrameMkLst>
        </pc:graphicFrameChg>
        <pc:graphicFrameChg chg="add mod modGraphic">
          <ac:chgData name="Sue Byeon" userId="da86aa136efe2808" providerId="LiveId" clId="{BF2205AF-F266-4157-874C-FDEBC0488368}" dt="2025-11-19T04:32:57.544" v="16154" actId="255"/>
          <ac:graphicFrameMkLst>
            <pc:docMk/>
            <pc:sldMk cId="3949208177" sldId="280"/>
            <ac:graphicFrameMk id="5" creationId="{515E41B3-7A1D-6306-582E-DD6072C4A3ED}"/>
          </ac:graphicFrameMkLst>
        </pc:graphicFrameChg>
        <pc:graphicFrameChg chg="add del mod modGraphic">
          <ac:chgData name="Sue Byeon" userId="da86aa136efe2808" providerId="LiveId" clId="{BF2205AF-F266-4157-874C-FDEBC0488368}" dt="2025-11-19T05:02:28.256" v="16589" actId="478"/>
          <ac:graphicFrameMkLst>
            <pc:docMk/>
            <pc:sldMk cId="3949208177" sldId="280"/>
            <ac:graphicFrameMk id="7" creationId="{DC9214D1-4732-FF64-681C-7C2DC9907014}"/>
          </ac:graphicFrameMkLst>
        </pc:graphicFrameChg>
        <pc:graphicFrameChg chg="add mod modGraphic">
          <ac:chgData name="Sue Byeon" userId="da86aa136efe2808" providerId="LiveId" clId="{BF2205AF-F266-4157-874C-FDEBC0488368}" dt="2025-11-20T05:28:32.091" v="18017"/>
          <ac:graphicFrameMkLst>
            <pc:docMk/>
            <pc:sldMk cId="3949208177" sldId="280"/>
            <ac:graphicFrameMk id="8" creationId="{5C9514CE-D081-61A7-3B6A-C1BC457980A4}"/>
          </ac:graphicFrameMkLst>
        </pc:graphicFrameChg>
        <pc:picChg chg="add del mod">
          <ac:chgData name="Sue Byeon" userId="da86aa136efe2808" providerId="LiveId" clId="{BF2205AF-F266-4157-874C-FDEBC0488368}" dt="2025-11-19T04:51:17.578" v="16334" actId="478"/>
          <ac:picMkLst>
            <pc:docMk/>
            <pc:sldMk cId="3949208177" sldId="280"/>
            <ac:picMk id="6" creationId="{1589CC01-594C-87FF-8B46-EEA36F3A5E66}"/>
          </ac:picMkLst>
        </pc:picChg>
      </pc:sldChg>
      <pc:sldChg chg="addSp delSp modSp new mod modClrScheme chgLayout modNotesTx">
        <pc:chgData name="Sue Byeon" userId="da86aa136efe2808" providerId="LiveId" clId="{BF2205AF-F266-4157-874C-FDEBC0488368}" dt="2025-11-20T03:34:22.715" v="17904" actId="20577"/>
        <pc:sldMkLst>
          <pc:docMk/>
          <pc:sldMk cId="4152921753" sldId="281"/>
        </pc:sldMkLst>
        <pc:spChg chg="mod ord">
          <ac:chgData name="Sue Byeon" userId="da86aa136efe2808" providerId="LiveId" clId="{BF2205AF-F266-4157-874C-FDEBC0488368}" dt="2025-11-19T05:09:30.087" v="16698" actId="20577"/>
          <ac:spMkLst>
            <pc:docMk/>
            <pc:sldMk cId="4152921753" sldId="281"/>
            <ac:spMk id="2" creationId="{59B5500C-5373-1726-D88A-4109F8254B2D}"/>
          </ac:spMkLst>
        </pc:spChg>
        <pc:spChg chg="add del mod">
          <ac:chgData name="Sue Byeon" userId="da86aa136efe2808" providerId="LiveId" clId="{BF2205AF-F266-4157-874C-FDEBC0488368}" dt="2025-11-20T03:34:14.690" v="17898" actId="478"/>
          <ac:spMkLst>
            <pc:docMk/>
            <pc:sldMk cId="4152921753" sldId="281"/>
            <ac:spMk id="4" creationId="{EADFD240-3A2C-9F57-5639-17F410A7400C}"/>
          </ac:spMkLst>
        </pc:spChg>
        <pc:graphicFrameChg chg="mod modGraphic">
          <ac:chgData name="Sue Byeon" userId="da86aa136efe2808" providerId="LiveId" clId="{BF2205AF-F266-4157-874C-FDEBC0488368}" dt="2025-11-19T05:09:24.613" v="16697"/>
          <ac:graphicFrameMkLst>
            <pc:docMk/>
            <pc:sldMk cId="4152921753" sldId="281"/>
            <ac:graphicFrameMk id="3" creationId="{7EDF85FB-B31B-8CA5-6D73-711B9D7C4768}"/>
          </ac:graphicFrameMkLst>
        </pc:graphicFrameChg>
      </pc:sldChg>
      <pc:sldChg chg="addSp delSp modSp new mod modNotesTx">
        <pc:chgData name="Sue Byeon" userId="da86aa136efe2808" providerId="LiveId" clId="{BF2205AF-F266-4157-874C-FDEBC0488368}" dt="2025-11-17T15:33:16.761" v="13396" actId="20577"/>
        <pc:sldMkLst>
          <pc:docMk/>
          <pc:sldMk cId="1562798690" sldId="285"/>
        </pc:sldMkLst>
        <pc:spChg chg="add mod">
          <ac:chgData name="Sue Byeon" userId="da86aa136efe2808" providerId="LiveId" clId="{BF2205AF-F266-4157-874C-FDEBC0488368}" dt="2025-11-15T21:01:02.353" v="6788" actId="14100"/>
          <ac:spMkLst>
            <pc:docMk/>
            <pc:sldMk cId="1562798690" sldId="285"/>
            <ac:spMk id="4" creationId="{F8B4B075-8E18-8EE8-88B4-B9A7AB9676B9}"/>
          </ac:spMkLst>
        </pc:spChg>
        <pc:spChg chg="add mod">
          <ac:chgData name="Sue Byeon" userId="da86aa136efe2808" providerId="LiveId" clId="{BF2205AF-F266-4157-874C-FDEBC0488368}" dt="2025-11-15T21:04:24.622" v="6826" actId="1076"/>
          <ac:spMkLst>
            <pc:docMk/>
            <pc:sldMk cId="1562798690" sldId="285"/>
            <ac:spMk id="75" creationId="{69E78330-B4FF-8F93-346A-3AE8CCFF59BB}"/>
          </ac:spMkLst>
        </pc:spChg>
        <pc:spChg chg="add mod">
          <ac:chgData name="Sue Byeon" userId="da86aa136efe2808" providerId="LiveId" clId="{BF2205AF-F266-4157-874C-FDEBC0488368}" dt="2025-11-15T21:03:15.296" v="6814" actId="1076"/>
          <ac:spMkLst>
            <pc:docMk/>
            <pc:sldMk cId="1562798690" sldId="285"/>
            <ac:spMk id="76" creationId="{1F894117-548E-E8DB-81AD-91F260C6DBE7}"/>
          </ac:spMkLst>
        </pc:spChg>
        <pc:spChg chg="add mod">
          <ac:chgData name="Sue Byeon" userId="da86aa136efe2808" providerId="LiveId" clId="{BF2205AF-F266-4157-874C-FDEBC0488368}" dt="2025-11-15T21:04:44.634" v="6831" actId="1076"/>
          <ac:spMkLst>
            <pc:docMk/>
            <pc:sldMk cId="1562798690" sldId="285"/>
            <ac:spMk id="81" creationId="{CFFDD6F6-55BF-0E8F-67C8-7824CEA78A2D}"/>
          </ac:spMkLst>
        </pc:spChg>
        <pc:spChg chg="add mod">
          <ac:chgData name="Sue Byeon" userId="da86aa136efe2808" providerId="LiveId" clId="{BF2205AF-F266-4157-874C-FDEBC0488368}" dt="2025-11-15T21:05:08.598" v="6834" actId="1076"/>
          <ac:spMkLst>
            <pc:docMk/>
            <pc:sldMk cId="1562798690" sldId="285"/>
            <ac:spMk id="82" creationId="{00451EC5-582E-562E-E8E1-24972DCCF4E0}"/>
          </ac:spMkLst>
        </pc:spChg>
        <pc:spChg chg="add mod">
          <ac:chgData name="Sue Byeon" userId="da86aa136efe2808" providerId="LiveId" clId="{BF2205AF-F266-4157-874C-FDEBC0488368}" dt="2025-11-15T21:03:47.839" v="6821" actId="1076"/>
          <ac:spMkLst>
            <pc:docMk/>
            <pc:sldMk cId="1562798690" sldId="285"/>
            <ac:spMk id="83" creationId="{94924872-1D77-AC6C-33FD-0F00BC538259}"/>
          </ac:spMkLst>
        </pc:spChg>
        <pc:spChg chg="add mod">
          <ac:chgData name="Sue Byeon" userId="da86aa136efe2808" providerId="LiveId" clId="{BF2205AF-F266-4157-874C-FDEBC0488368}" dt="2025-11-15T21:03:26.505" v="6816" actId="1076"/>
          <ac:spMkLst>
            <pc:docMk/>
            <pc:sldMk cId="1562798690" sldId="285"/>
            <ac:spMk id="84" creationId="{78CBCB3B-4A60-9253-1014-3E221AD448C3}"/>
          </ac:spMkLst>
        </pc:spChg>
        <pc:graphicFrameChg chg="add mod modGraphic">
          <ac:chgData name="Sue Byeon" userId="da86aa136efe2808" providerId="LiveId" clId="{BF2205AF-F266-4157-874C-FDEBC0488368}" dt="2025-11-15T21:02:20.751" v="6802" actId="14100"/>
          <ac:graphicFrameMkLst>
            <pc:docMk/>
            <pc:sldMk cId="1562798690" sldId="285"/>
            <ac:graphicFrameMk id="72" creationId="{6A8D2136-86E8-7981-602E-E92ED77C3FE0}"/>
          </ac:graphicFrameMkLst>
        </pc:graphicFrameChg>
        <pc:graphicFrameChg chg="add mod modGraphic">
          <ac:chgData name="Sue Byeon" userId="da86aa136efe2808" providerId="LiveId" clId="{BF2205AF-F266-4157-874C-FDEBC0488368}" dt="2025-11-15T21:04:21.977" v="6825" actId="1076"/>
          <ac:graphicFrameMkLst>
            <pc:docMk/>
            <pc:sldMk cId="1562798690" sldId="285"/>
            <ac:graphicFrameMk id="73" creationId="{1354C730-794A-9829-18B7-4137C0D09AD2}"/>
          </ac:graphicFrameMkLst>
        </pc:graphicFrameChg>
        <pc:graphicFrameChg chg="mod modGraphic">
          <ac:chgData name="Sue Byeon" userId="da86aa136efe2808" providerId="LiveId" clId="{BF2205AF-F266-4157-874C-FDEBC0488368}" dt="2025-11-15T21:03:21.054" v="6815" actId="1076"/>
          <ac:graphicFrameMkLst>
            <pc:docMk/>
            <pc:sldMk cId="1562798690" sldId="285"/>
            <ac:graphicFrameMk id="74" creationId="{454FAF5F-E4FF-429E-E784-97694301549A}"/>
          </ac:graphicFrameMkLst>
        </pc:graphicFrameChg>
        <pc:cxnChg chg="mod">
          <ac:chgData name="Sue Byeon" userId="da86aa136efe2808" providerId="LiveId" clId="{BF2205AF-F266-4157-874C-FDEBC0488368}" dt="2025-11-15T21:04:41.159" v="6830" actId="1076"/>
          <ac:cxnSpMkLst>
            <pc:docMk/>
            <pc:sldMk cId="1562798690" sldId="285"/>
            <ac:cxnSpMk id="77" creationId="{5CAF0E8C-D6D5-5BC7-32BB-F6BBE3FFC36F}"/>
          </ac:cxnSpMkLst>
        </pc:cxnChg>
        <pc:cxnChg chg="mod">
          <ac:chgData name="Sue Byeon" userId="da86aa136efe2808" providerId="LiveId" clId="{BF2205AF-F266-4157-874C-FDEBC0488368}" dt="2025-11-15T21:03:43.499" v="6820" actId="1076"/>
          <ac:cxnSpMkLst>
            <pc:docMk/>
            <pc:sldMk cId="1562798690" sldId="285"/>
            <ac:cxnSpMk id="78" creationId="{611E8C98-E80A-2A89-F0A6-5D461F68ACD8}"/>
          </ac:cxnSpMkLst>
        </pc:cxnChg>
        <pc:cxnChg chg="mod">
          <ac:chgData name="Sue Byeon" userId="da86aa136efe2808" providerId="LiveId" clId="{BF2205AF-F266-4157-874C-FDEBC0488368}" dt="2025-11-15T21:03:09.361" v="6813" actId="1076"/>
          <ac:cxnSpMkLst>
            <pc:docMk/>
            <pc:sldMk cId="1562798690" sldId="285"/>
            <ac:cxnSpMk id="79" creationId="{C956FB0E-7E25-7120-F294-5DB9F2F2409E}"/>
          </ac:cxnSpMkLst>
        </pc:cxnChg>
        <pc:cxnChg chg="mod">
          <ac:chgData name="Sue Byeon" userId="da86aa136efe2808" providerId="LiveId" clId="{BF2205AF-F266-4157-874C-FDEBC0488368}" dt="2025-11-15T21:05:04.683" v="6833" actId="14100"/>
          <ac:cxnSpMkLst>
            <pc:docMk/>
            <pc:sldMk cId="1562798690" sldId="285"/>
            <ac:cxnSpMk id="80" creationId="{3C5CB924-795D-2FB2-ACC6-BDAB598B2237}"/>
          </ac:cxnSpMkLst>
        </pc:cxnChg>
      </pc:sldChg>
      <pc:sldChg chg="addSp delSp modSp new mod modNotesTx">
        <pc:chgData name="Sue Byeon" userId="da86aa136efe2808" providerId="LiveId" clId="{BF2205AF-F266-4157-874C-FDEBC0488368}" dt="2025-11-20T02:59:20.499" v="17536" actId="20577"/>
        <pc:sldMkLst>
          <pc:docMk/>
          <pc:sldMk cId="872374262" sldId="287"/>
        </pc:sldMkLst>
        <pc:spChg chg="mod">
          <ac:chgData name="Sue Byeon" userId="da86aa136efe2808" providerId="LiveId" clId="{BF2205AF-F266-4157-874C-FDEBC0488368}" dt="2025-11-17T21:37:11.334" v="14691" actId="1076"/>
          <ac:spMkLst>
            <pc:docMk/>
            <pc:sldMk cId="872374262" sldId="287"/>
            <ac:spMk id="2" creationId="{C200EE9C-C817-1843-D08C-D7634A8F0B9A}"/>
          </ac:spMkLst>
        </pc:spChg>
        <pc:graphicFrameChg chg="add mod ord modGraphic">
          <ac:chgData name="Sue Byeon" userId="da86aa136efe2808" providerId="LiveId" clId="{BF2205AF-F266-4157-874C-FDEBC0488368}" dt="2025-11-17T21:37:44.112" v="14693" actId="12100"/>
          <ac:graphicFrameMkLst>
            <pc:docMk/>
            <pc:sldMk cId="872374262" sldId="287"/>
            <ac:graphicFrameMk id="12" creationId="{CF5122C5-F1E7-2631-EF92-43788F1CB12D}"/>
          </ac:graphicFrameMkLst>
        </pc:graphicFrameChg>
      </pc:sldChg>
      <pc:sldChg chg="addSp delSp modSp new mod modNotesTx">
        <pc:chgData name="Sue Byeon" userId="da86aa136efe2808" providerId="LiveId" clId="{BF2205AF-F266-4157-874C-FDEBC0488368}" dt="2025-11-19T04:30:11.651" v="16119" actId="20577"/>
        <pc:sldMkLst>
          <pc:docMk/>
          <pc:sldMk cId="11301318" sldId="288"/>
        </pc:sldMkLst>
        <pc:spChg chg="mod">
          <ac:chgData name="Sue Byeon" userId="da86aa136efe2808" providerId="LiveId" clId="{BF2205AF-F266-4157-874C-FDEBC0488368}" dt="2025-11-18T04:03:13.229" v="15202" actId="20577"/>
          <ac:spMkLst>
            <pc:docMk/>
            <pc:sldMk cId="11301318" sldId="288"/>
            <ac:spMk id="2" creationId="{385BE25A-4BA2-2525-011B-5B3AFDA9408B}"/>
          </ac:spMkLst>
        </pc:spChg>
        <pc:spChg chg="mod">
          <ac:chgData name="Sue Byeon" userId="da86aa136efe2808" providerId="LiveId" clId="{BF2205AF-F266-4157-874C-FDEBC0488368}" dt="2025-11-19T04:14:41.676" v="16003" actId="14100"/>
          <ac:spMkLst>
            <pc:docMk/>
            <pc:sldMk cId="11301318" sldId="288"/>
            <ac:spMk id="3" creationId="{72C50140-29D0-FBF5-59B3-3A40D1BA8CCF}"/>
          </ac:spMkLst>
        </pc:spChg>
        <pc:spChg chg="add mod">
          <ac:chgData name="Sue Byeon" userId="da86aa136efe2808" providerId="LiveId" clId="{BF2205AF-F266-4157-874C-FDEBC0488368}" dt="2025-11-19T04:15:17.394" v="16009" actId="1076"/>
          <ac:spMkLst>
            <pc:docMk/>
            <pc:sldMk cId="11301318" sldId="288"/>
            <ac:spMk id="6" creationId="{F8677D45-5FFC-259B-89A4-0368E0B76E4C}"/>
          </ac:spMkLst>
        </pc:spChg>
        <pc:graphicFrameChg chg="mod modGraphic">
          <ac:chgData name="Sue Byeon" userId="da86aa136efe2808" providerId="LiveId" clId="{BF2205AF-F266-4157-874C-FDEBC0488368}" dt="2025-11-19T04:29:45.857" v="16118" actId="1076"/>
          <ac:graphicFrameMkLst>
            <pc:docMk/>
            <pc:sldMk cId="11301318" sldId="288"/>
            <ac:graphicFrameMk id="5" creationId="{0A9BB181-CA0F-CEF1-6FED-5ADB02CBDB86}"/>
          </ac:graphicFrameMkLst>
        </pc:graphicFrameChg>
        <pc:picChg chg="add mod">
          <ac:chgData name="Sue Byeon" userId="da86aa136efe2808" providerId="LiveId" clId="{BF2205AF-F266-4157-874C-FDEBC0488368}" dt="2025-11-18T04:04:11.337" v="15206" actId="1076"/>
          <ac:picMkLst>
            <pc:docMk/>
            <pc:sldMk cId="11301318" sldId="288"/>
            <ac:picMk id="4" creationId="{B1F5A73B-5337-83AE-E36A-35CDC857B71D}"/>
          </ac:picMkLst>
        </pc:picChg>
      </pc:sldChg>
      <pc:sldChg chg="addSp delSp modSp new mod ord modNotesTx">
        <pc:chgData name="Sue Byeon" userId="da86aa136efe2808" providerId="LiveId" clId="{BF2205AF-F266-4157-874C-FDEBC0488368}" dt="2025-11-20T03:23:57.952" v="17670" actId="14100"/>
        <pc:sldMkLst>
          <pc:docMk/>
          <pc:sldMk cId="4106814541" sldId="289"/>
        </pc:sldMkLst>
        <pc:spChg chg="mod">
          <ac:chgData name="Sue Byeon" userId="da86aa136efe2808" providerId="LiveId" clId="{BF2205AF-F266-4157-874C-FDEBC0488368}" dt="2025-11-18T04:02:23.339" v="15145" actId="20577"/>
          <ac:spMkLst>
            <pc:docMk/>
            <pc:sldMk cId="4106814541" sldId="289"/>
            <ac:spMk id="2" creationId="{B3570726-DE3D-DC7E-BCCC-A4FD33506433}"/>
          </ac:spMkLst>
        </pc:spChg>
        <pc:spChg chg="add mod ord">
          <ac:chgData name="Sue Byeon" userId="da86aa136efe2808" providerId="LiveId" clId="{BF2205AF-F266-4157-874C-FDEBC0488368}" dt="2025-11-20T03:23:01.751" v="17663" actId="1076"/>
          <ac:spMkLst>
            <pc:docMk/>
            <pc:sldMk cId="4106814541" sldId="289"/>
            <ac:spMk id="3" creationId="{A2E00217-B371-638B-6089-1D585751C520}"/>
          </ac:spMkLst>
        </pc:spChg>
        <pc:spChg chg="mod">
          <ac:chgData name="Sue Byeon" userId="da86aa136efe2808" providerId="LiveId" clId="{BF2205AF-F266-4157-874C-FDEBC0488368}" dt="2025-11-19T04:13:04.916" v="15983" actId="1076"/>
          <ac:spMkLst>
            <pc:docMk/>
            <pc:sldMk cId="4106814541" sldId="289"/>
            <ac:spMk id="8" creationId="{2B8589A0-F694-75EE-E7F7-96E3A60B966D}"/>
          </ac:spMkLst>
        </pc:spChg>
        <pc:spChg chg="mod">
          <ac:chgData name="Sue Byeon" userId="da86aa136efe2808" providerId="LiveId" clId="{BF2205AF-F266-4157-874C-FDEBC0488368}" dt="2025-11-19T04:13:30.159" v="15986" actId="1076"/>
          <ac:spMkLst>
            <pc:docMk/>
            <pc:sldMk cId="4106814541" sldId="289"/>
            <ac:spMk id="10" creationId="{9EBEC569-AE52-6EE4-9AF4-1B6F0C56AFE5}"/>
          </ac:spMkLst>
        </pc:spChg>
        <pc:spChg chg="add del mod">
          <ac:chgData name="Sue Byeon" userId="da86aa136efe2808" providerId="LiveId" clId="{BF2205AF-F266-4157-874C-FDEBC0488368}" dt="2025-11-19T03:04:27.868" v="15551" actId="21"/>
          <ac:spMkLst>
            <pc:docMk/>
            <pc:sldMk cId="4106814541" sldId="289"/>
            <ac:spMk id="13" creationId="{2153CAD5-537F-258A-B684-D4BCC03599AB}"/>
          </ac:spMkLst>
        </pc:spChg>
        <pc:spChg chg="add mod">
          <ac:chgData name="Sue Byeon" userId="da86aa136efe2808" providerId="LiveId" clId="{BF2205AF-F266-4157-874C-FDEBC0488368}" dt="2025-11-20T03:23:57.952" v="17670" actId="14100"/>
          <ac:spMkLst>
            <pc:docMk/>
            <pc:sldMk cId="4106814541" sldId="289"/>
            <ac:spMk id="14" creationId="{4D318CB8-33A9-FC65-ADA0-4010C831C019}"/>
          </ac:spMkLst>
        </pc:spChg>
        <pc:spChg chg="add del mod">
          <ac:chgData name="Sue Byeon" userId="da86aa136efe2808" providerId="LiveId" clId="{BF2205AF-F266-4157-874C-FDEBC0488368}" dt="2025-11-19T04:03:58.086" v="15763" actId="478"/>
          <ac:spMkLst>
            <pc:docMk/>
            <pc:sldMk cId="4106814541" sldId="289"/>
            <ac:spMk id="15" creationId="{296AAB45-2479-B6B3-C146-74C4ADCA6836}"/>
          </ac:spMkLst>
        </pc:spChg>
        <pc:graphicFrameChg chg="mod modGraphic">
          <ac:chgData name="Sue Byeon" userId="da86aa136efe2808" providerId="LiveId" clId="{BF2205AF-F266-4157-874C-FDEBC0488368}" dt="2025-11-19T04:16:26.912" v="16011" actId="14100"/>
          <ac:graphicFrameMkLst>
            <pc:docMk/>
            <pc:sldMk cId="4106814541" sldId="289"/>
            <ac:graphicFrameMk id="9" creationId="{184E0A10-6C5B-15D9-FFA6-A8337E014189}"/>
          </ac:graphicFrameMkLst>
        </pc:graphicFrameChg>
        <pc:picChg chg="add del mod">
          <ac:chgData name="Sue Byeon" userId="da86aa136efe2808" providerId="LiveId" clId="{BF2205AF-F266-4157-874C-FDEBC0488368}" dt="2025-11-20T03:22:41.936" v="17662" actId="1076"/>
          <ac:picMkLst>
            <pc:docMk/>
            <pc:sldMk cId="4106814541" sldId="289"/>
            <ac:picMk id="4" creationId="{B7548B65-5314-C0EC-9688-3E5B11BC3557}"/>
          </ac:picMkLst>
        </pc:picChg>
        <pc:picChg chg="add mod">
          <ac:chgData name="Sue Byeon" userId="da86aa136efe2808" providerId="LiveId" clId="{BF2205AF-F266-4157-874C-FDEBC0488368}" dt="2025-11-20T03:23:07.137" v="17665" actId="1076"/>
          <ac:picMkLst>
            <pc:docMk/>
            <pc:sldMk cId="4106814541" sldId="289"/>
            <ac:picMk id="5" creationId="{14EF558A-54CD-356C-71C4-FC11D1D89802}"/>
          </ac:picMkLst>
        </pc:picChg>
      </pc:sldChg>
    </pc:docChg>
  </pc:docChgLst>
</pc:chgInfo>
</file>

<file path=ppt/diagrams/_rels/data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ata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4" Type="http://schemas.openxmlformats.org/officeDocument/2006/relationships/image" Target="../media/image24.svg"/></Relationships>
</file>

<file path=ppt/diagrams/_rels/drawing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svg"/><Relationship Id="rId1"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5">
  <dgm:title val=""/>
  <dgm:desc val=""/>
  <dgm:catLst>
    <dgm:cat type="accent5" pri="11500"/>
  </dgm:catLst>
  <dgm:styleLbl name="node0">
    <dgm:fillClrLst meth="cycle">
      <a:schemeClr val="accent5">
        <a:alpha val="80000"/>
      </a:schemeClr>
    </dgm:fillClrLst>
    <dgm:linClrLst meth="repeat">
      <a:schemeClr val="lt1"/>
    </dgm:linClrLst>
    <dgm:effectClrLst/>
    <dgm:txLinClrLst/>
    <dgm:txFillClrLst/>
    <dgm:txEffectClrLst/>
  </dgm:styleLbl>
  <dgm:styleLbl name="node1">
    <dgm:fillClrLst>
      <a:schemeClr val="accent5">
        <a:alpha val="90000"/>
      </a:schemeClr>
      <a:schemeClr val="accent5">
        <a:alpha val="50000"/>
      </a:schemeClr>
    </dgm:fillClrLst>
    <dgm:linClrLst meth="repeat">
      <a:schemeClr val="lt1"/>
    </dgm:linClrLst>
    <dgm:effectClrLst/>
    <dgm:txLinClrLst/>
    <dgm:txFillClrLst/>
    <dgm:txEffectClrLst/>
  </dgm:styleLbl>
  <dgm:styleLbl name="alignNode1">
    <dgm:fillClrLst>
      <a:schemeClr val="accent5">
        <a:alpha val="90000"/>
      </a:schemeClr>
      <a:schemeClr val="accent5">
        <a:alpha val="50000"/>
      </a:schemeClr>
    </dgm:fillClrLst>
    <dgm:linClrLst>
      <a:schemeClr val="accent5">
        <a:alpha val="90000"/>
      </a:schemeClr>
      <a:schemeClr val="accent5">
        <a:alpha val="50000"/>
      </a:schemeClr>
    </dgm:linClrLst>
    <dgm:effectClrLst/>
    <dgm:txLinClrLst/>
    <dgm:txFillClrLst/>
    <dgm:txEffectClrLst/>
  </dgm:styleLbl>
  <dgm:styleLbl name="lnNode1">
    <dgm:fillClrLst>
      <a:schemeClr val="accent5">
        <a:shade val="90000"/>
      </a:schemeClr>
      <a:schemeClr val="accent5">
        <a:alpha val="50000"/>
        <a:tint val="5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alpha val="20000"/>
      </a:schemeClr>
    </dgm:fillClrLst>
    <dgm:linClrLst meth="repeat">
      <a:schemeClr val="lt1"/>
    </dgm:linClrLst>
    <dgm:effectClrLst/>
    <dgm:txLinClrLst/>
    <dgm:txFillClrLst/>
    <dgm:txEffectClrLst/>
  </dgm:styleLbl>
  <dgm:styleLbl name="node2">
    <dgm:fillClrLst>
      <a:schemeClr val="accent5">
        <a:alpha val="70000"/>
      </a:schemeClr>
    </dgm:fillClrLst>
    <dgm:linClrLst meth="repeat">
      <a:schemeClr val="lt1"/>
    </dgm:linClrLst>
    <dgm:effectClrLst/>
    <dgm:txLinClrLst/>
    <dgm:txFillClrLst/>
    <dgm:txEffectClrLst/>
  </dgm:styleLbl>
  <dgm:styleLbl name="node3">
    <dgm:fillClrLst>
      <a:schemeClr val="accent5">
        <a:alpha val="50000"/>
      </a:schemeClr>
    </dgm:fillClrLst>
    <dgm:linClrLst meth="repeat">
      <a:schemeClr val="lt1"/>
    </dgm:linClrLst>
    <dgm:effectClrLst/>
    <dgm:txLinClrLst/>
    <dgm:txFillClrLst/>
    <dgm:txEffectClrLst/>
  </dgm:styleLbl>
  <dgm:styleLbl name="node4">
    <dgm:fillClrLst>
      <a:schemeClr val="accent5">
        <a:alpha val="30000"/>
      </a:schemeClr>
    </dgm:fillClrLst>
    <dgm:linClrLst meth="repeat">
      <a:schemeClr val="lt1"/>
    </dgm:linClrLst>
    <dgm:effectClrLst/>
    <dgm:txLinClrLst/>
    <dgm:txFillClrLst/>
    <dgm:txEffectClrLst/>
  </dgm:styleLbl>
  <dgm:styleLbl name="fgImgPlace1">
    <dgm:fillClrLst>
      <a:schemeClr val="accent5">
        <a:tint val="50000"/>
        <a:alpha val="90000"/>
      </a:schemeClr>
      <a:schemeClr val="accent5">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f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bgSibTrans2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dgm:txEffectClrLst/>
  </dgm:styleLbl>
  <dgm:styleLbl name="sibTrans1D1">
    <dgm:fillClrLst>
      <a:schemeClr val="accent5">
        <a:shade val="90000"/>
      </a:schemeClr>
      <a:schemeClr val="accent5">
        <a:tint val="50000"/>
      </a:schemeClr>
    </dgm:fillClrLst>
    <dgm:linClrLst>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alpha val="90000"/>
      </a:schemeClr>
    </dgm:fillClrLst>
    <dgm:linClrLst meth="repeat">
      <a:schemeClr val="lt1"/>
    </dgm:linClrLst>
    <dgm:effectClrLst/>
    <dgm:txLinClrLst/>
    <dgm:txFillClrLst/>
    <dgm:txEffectClrLst/>
  </dgm:styleLbl>
  <dgm:styleLbl name="asst1">
    <dgm:fillClrLst meth="repeat">
      <a:schemeClr val="accent5">
        <a:alpha val="90000"/>
      </a:schemeClr>
    </dgm:fillClrLst>
    <dgm:linClrLst meth="repeat">
      <a:schemeClr val="lt1"/>
    </dgm:linClrLst>
    <dgm:effectClrLst/>
    <dgm:txLinClrLst/>
    <dgm:txFillClrLst/>
    <dgm:txEffectClrLst/>
  </dgm:styleLbl>
  <dgm:styleLbl name="asst2">
    <dgm:fillClrLst>
      <a:schemeClr val="accent5">
        <a:alpha val="90000"/>
      </a:schemeClr>
    </dgm:fillClrLst>
    <dgm:linClrLst meth="repeat">
      <a:schemeClr val="lt1"/>
    </dgm:linClrLst>
    <dgm:effectClrLst/>
    <dgm:txLinClrLst/>
    <dgm:txFillClrLst/>
    <dgm:txEffectClrLst/>
  </dgm:styleLbl>
  <dgm:styleLbl name="asst3">
    <dgm:fillClrLst>
      <a:schemeClr val="accent5">
        <a:alpha val="70000"/>
      </a:schemeClr>
    </dgm:fillClrLst>
    <dgm:linClrLst meth="repeat">
      <a:schemeClr val="lt1"/>
    </dgm:linClrLst>
    <dgm:effectClrLst/>
    <dgm:txLinClrLst/>
    <dgm:txFillClrLst/>
    <dgm:txEffectClrLst/>
  </dgm:styleLbl>
  <dgm:styleLbl name="asst4">
    <dgm:fillClrLst>
      <a:schemeClr val="accent5">
        <a:alpha val="50000"/>
      </a:schemeClr>
    </dgm:fillClrLst>
    <dgm:linClrLst meth="repeat">
      <a:schemeClr val="lt1"/>
    </dgm:linClrLst>
    <dgm:effectClrLst/>
    <dgm:txLinClrLst/>
    <dgm:txFillClrLst/>
    <dgm:txEffectClrLst/>
  </dgm:styleLbl>
  <dgm:styleLbl name="parChTrans2D1">
    <dgm:fillClrLst meth="repeat">
      <a:schemeClr val="accent5">
        <a:shade val="8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5">
        <a:alpha val="90000"/>
      </a:schemeClr>
      <a:schemeClr val="accent5">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a:schemeClr val="accent5">
        <a:alpha val="90000"/>
        <a:tint val="40000"/>
      </a:schemeClr>
      <a:schemeClr val="accent5">
        <a:alpha val="5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4">
  <dgm:title val=""/>
  <dgm:desc val=""/>
  <dgm:catLst>
    <dgm:cat type="accent6" pri="11400"/>
  </dgm:catLst>
  <dgm:styleLbl name="node0">
    <dgm:fillClrLst meth="cycle">
      <a:schemeClr val="accent6">
        <a:shade val="60000"/>
      </a:schemeClr>
    </dgm:fillClrLst>
    <dgm:linClrLst meth="repeat">
      <a:schemeClr val="lt1"/>
    </dgm:linClrLst>
    <dgm:effectClrLst/>
    <dgm:txLinClrLst/>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865E46-7AB7-4973-8823-AE787C7C3704}" type="doc">
      <dgm:prSet loTypeId="urn:microsoft.com/office/officeart/2005/8/layout/equation2" loCatId="relationship" qsTypeId="urn:microsoft.com/office/officeart/2005/8/quickstyle/simple1" qsCatId="simple" csTypeId="urn:microsoft.com/office/officeart/2005/8/colors/accent4_2" csCatId="accent4" phldr="1"/>
      <dgm:spPr/>
      <dgm:t>
        <a:bodyPr/>
        <a:lstStyle/>
        <a:p>
          <a:endParaRPr lang="en-US"/>
        </a:p>
      </dgm:t>
    </dgm:pt>
    <dgm:pt modelId="{4BCEE4A0-7B8E-45B7-A40B-A21450FAF921}">
      <dgm:prSet phldrT="[Text]" phldr="0"/>
      <dgm:spPr>
        <a:solidFill>
          <a:schemeClr val="accent1">
            <a:lumMod val="40000"/>
            <a:lumOff val="60000"/>
          </a:schemeClr>
        </a:solidFill>
      </dgm:spPr>
      <dgm:t>
        <a:bodyPr/>
        <a:lstStyle/>
        <a:p>
          <a:r>
            <a:rPr lang="en-US" b="1" dirty="0">
              <a:solidFill>
                <a:schemeClr val="bg1"/>
              </a:solidFill>
            </a:rPr>
            <a:t>Misaligned</a:t>
          </a:r>
          <a:r>
            <a:rPr lang="en-US" dirty="0">
              <a:solidFill>
                <a:schemeClr val="bg1"/>
              </a:solidFill>
            </a:rPr>
            <a:t> Technician Assignments</a:t>
          </a:r>
        </a:p>
      </dgm:t>
    </dgm:pt>
    <dgm:pt modelId="{5FACDF30-833C-4228-82DD-54BE829C6B39}" type="parTrans" cxnId="{F3175623-F25E-4424-B116-E856C2D009D4}">
      <dgm:prSet/>
      <dgm:spPr/>
      <dgm:t>
        <a:bodyPr/>
        <a:lstStyle/>
        <a:p>
          <a:endParaRPr lang="en-US"/>
        </a:p>
      </dgm:t>
    </dgm:pt>
    <dgm:pt modelId="{EB0DDE8E-AE5A-48AB-8D86-F3FBC834B97D}" type="sibTrans" cxnId="{F3175623-F25E-4424-B116-E856C2D009D4}">
      <dgm:prSet/>
      <dgm:spPr/>
      <dgm:t>
        <a:bodyPr/>
        <a:lstStyle/>
        <a:p>
          <a:endParaRPr lang="en-US"/>
        </a:p>
      </dgm:t>
    </dgm:pt>
    <dgm:pt modelId="{AC394095-681B-4A23-95A4-DB6A933BA016}">
      <dgm:prSet phldrT="[Text]" phldr="0"/>
      <dgm:spPr/>
      <dgm:t>
        <a:bodyPr/>
        <a:lstStyle/>
        <a:p>
          <a:pPr algn="ctr"/>
          <a:r>
            <a:rPr lang="en-US" dirty="0">
              <a:solidFill>
                <a:schemeClr val="bg1"/>
              </a:solidFill>
            </a:rPr>
            <a:t>Lost Trust &amp; Dissatisfaction</a:t>
          </a:r>
        </a:p>
      </dgm:t>
    </dgm:pt>
    <dgm:pt modelId="{B409328F-726C-42AE-AFD5-338E143A185D}" type="parTrans" cxnId="{84205BE9-AA79-4C89-8D05-952270D61B11}">
      <dgm:prSet/>
      <dgm:spPr/>
      <dgm:t>
        <a:bodyPr/>
        <a:lstStyle/>
        <a:p>
          <a:endParaRPr lang="en-US"/>
        </a:p>
      </dgm:t>
    </dgm:pt>
    <dgm:pt modelId="{E6465535-DA94-4F7D-9D70-468C36E4DFAD}" type="sibTrans" cxnId="{84205BE9-AA79-4C89-8D05-952270D61B11}">
      <dgm:prSet/>
      <dgm:spPr/>
      <dgm:t>
        <a:bodyPr/>
        <a:lstStyle/>
        <a:p>
          <a:endParaRPr lang="en-US"/>
        </a:p>
      </dgm:t>
    </dgm:pt>
    <dgm:pt modelId="{2B1EAAC9-83B8-4996-BD1F-EE793633BF4D}">
      <dgm:prSet phldrT="[Text]" phldr="0"/>
      <dgm:spPr/>
      <dgm:t>
        <a:bodyPr/>
        <a:lstStyle/>
        <a:p>
          <a:r>
            <a:rPr lang="en-US" dirty="0">
              <a:solidFill>
                <a:schemeClr val="bg1"/>
              </a:solidFill>
            </a:rPr>
            <a:t>Advanced Network Technology</a:t>
          </a:r>
        </a:p>
      </dgm:t>
    </dgm:pt>
    <dgm:pt modelId="{612C50FC-3EB6-443F-8617-C2EF71A89EAE}" type="sibTrans" cxnId="{CDF6B1E9-2840-4966-85C9-6FBEB87F35C1}">
      <dgm:prSet/>
      <dgm:spPr/>
      <dgm:t>
        <a:bodyPr/>
        <a:lstStyle/>
        <a:p>
          <a:endParaRPr lang="en-US"/>
        </a:p>
      </dgm:t>
    </dgm:pt>
    <dgm:pt modelId="{D361A96B-4BE0-425B-8F64-C6BFEC2C9193}" type="parTrans" cxnId="{CDF6B1E9-2840-4966-85C9-6FBEB87F35C1}">
      <dgm:prSet/>
      <dgm:spPr/>
      <dgm:t>
        <a:bodyPr/>
        <a:lstStyle/>
        <a:p>
          <a:endParaRPr lang="en-US"/>
        </a:p>
      </dgm:t>
    </dgm:pt>
    <dgm:pt modelId="{C01E94E8-DEE8-4459-BFB2-BCC9A7CEF79F}">
      <dgm:prSet phldrT="[Text]" phldr="0"/>
      <dgm:spPr/>
      <dgm:t>
        <a:bodyPr/>
        <a:lstStyle/>
        <a:p>
          <a:pPr algn="ctr"/>
          <a:r>
            <a:rPr lang="en-US" dirty="0">
              <a:solidFill>
                <a:schemeClr val="bg1"/>
              </a:solidFill>
            </a:rPr>
            <a:t>Losing </a:t>
          </a:r>
          <a:r>
            <a:rPr lang="en-US" b="1" dirty="0">
              <a:solidFill>
                <a:schemeClr val="bg1"/>
              </a:solidFill>
            </a:rPr>
            <a:t>$2.09 billion</a:t>
          </a:r>
          <a:r>
            <a:rPr lang="en-US" dirty="0">
              <a:solidFill>
                <a:schemeClr val="bg1"/>
              </a:solidFill>
            </a:rPr>
            <a:t>/year from churn*</a:t>
          </a:r>
        </a:p>
      </dgm:t>
    </dgm:pt>
    <dgm:pt modelId="{A3519E51-3801-44EC-93CF-F1ABF5A67649}" type="parTrans" cxnId="{19C7F710-3D48-4AFB-9086-7332A82AE9D5}">
      <dgm:prSet/>
      <dgm:spPr/>
      <dgm:t>
        <a:bodyPr/>
        <a:lstStyle/>
        <a:p>
          <a:endParaRPr lang="en-US"/>
        </a:p>
      </dgm:t>
    </dgm:pt>
    <dgm:pt modelId="{70CA16A9-8AB8-463C-9553-F9854DB79CDF}" type="sibTrans" cxnId="{19C7F710-3D48-4AFB-9086-7332A82AE9D5}">
      <dgm:prSet/>
      <dgm:spPr/>
      <dgm:t>
        <a:bodyPr/>
        <a:lstStyle/>
        <a:p>
          <a:endParaRPr lang="en-US"/>
        </a:p>
      </dgm:t>
    </dgm:pt>
    <dgm:pt modelId="{C7C11BE3-9705-4FE8-BCD2-CA11EE0A21AC}" type="pres">
      <dgm:prSet presAssocID="{1A865E46-7AB7-4973-8823-AE787C7C3704}" presName="Name0" presStyleCnt="0">
        <dgm:presLayoutVars>
          <dgm:dir/>
          <dgm:resizeHandles val="exact"/>
        </dgm:presLayoutVars>
      </dgm:prSet>
      <dgm:spPr/>
    </dgm:pt>
    <dgm:pt modelId="{D722D02B-840E-4DB9-9760-4219F3220ADF}" type="pres">
      <dgm:prSet presAssocID="{1A865E46-7AB7-4973-8823-AE787C7C3704}" presName="vNodes" presStyleCnt="0"/>
      <dgm:spPr/>
    </dgm:pt>
    <dgm:pt modelId="{EC59ABDF-94F1-485D-ABD9-5B9781F6AC2D}" type="pres">
      <dgm:prSet presAssocID="{2B1EAAC9-83B8-4996-BD1F-EE793633BF4D}" presName="node" presStyleLbl="node1" presStyleIdx="0" presStyleCnt="3">
        <dgm:presLayoutVars>
          <dgm:bulletEnabled val="1"/>
        </dgm:presLayoutVars>
      </dgm:prSet>
      <dgm:spPr/>
    </dgm:pt>
    <dgm:pt modelId="{E13F99B0-E631-4DFF-8CB5-57B6C7EFC72D}" type="pres">
      <dgm:prSet presAssocID="{612C50FC-3EB6-443F-8617-C2EF71A89EAE}" presName="spacerT" presStyleCnt="0"/>
      <dgm:spPr/>
    </dgm:pt>
    <dgm:pt modelId="{6AD54EA0-1F74-43AA-9F7B-3A531EFC5C52}" type="pres">
      <dgm:prSet presAssocID="{612C50FC-3EB6-443F-8617-C2EF71A89EAE}" presName="sibTrans" presStyleLbl="sibTrans2D1" presStyleIdx="0" presStyleCnt="2"/>
      <dgm:spPr/>
    </dgm:pt>
    <dgm:pt modelId="{534974B3-B8BA-4E8A-A6C0-D72F91BB9002}" type="pres">
      <dgm:prSet presAssocID="{612C50FC-3EB6-443F-8617-C2EF71A89EAE}" presName="spacerB" presStyleCnt="0"/>
      <dgm:spPr/>
    </dgm:pt>
    <dgm:pt modelId="{9675D9DA-53AD-4C4E-BCF5-1AE061153220}" type="pres">
      <dgm:prSet presAssocID="{4BCEE4A0-7B8E-45B7-A40B-A21450FAF921}" presName="node" presStyleLbl="node1" presStyleIdx="1" presStyleCnt="3">
        <dgm:presLayoutVars>
          <dgm:bulletEnabled val="1"/>
        </dgm:presLayoutVars>
      </dgm:prSet>
      <dgm:spPr/>
    </dgm:pt>
    <dgm:pt modelId="{AC7F66F6-46BB-49C6-8B41-EC98A7E52B72}" type="pres">
      <dgm:prSet presAssocID="{1A865E46-7AB7-4973-8823-AE787C7C3704}" presName="sibTransLast" presStyleLbl="sibTrans2D1" presStyleIdx="1" presStyleCnt="2"/>
      <dgm:spPr/>
    </dgm:pt>
    <dgm:pt modelId="{76930DEE-CCAC-45A4-B16B-7FC03B6B2FF7}" type="pres">
      <dgm:prSet presAssocID="{1A865E46-7AB7-4973-8823-AE787C7C3704}" presName="connectorText" presStyleLbl="sibTrans2D1" presStyleIdx="1" presStyleCnt="2"/>
      <dgm:spPr/>
    </dgm:pt>
    <dgm:pt modelId="{67E0A14F-63CC-439B-8C40-950D370CDE9B}" type="pres">
      <dgm:prSet presAssocID="{1A865E46-7AB7-4973-8823-AE787C7C3704}" presName="lastNode" presStyleLbl="node1" presStyleIdx="2" presStyleCnt="3">
        <dgm:presLayoutVars>
          <dgm:bulletEnabled val="1"/>
        </dgm:presLayoutVars>
      </dgm:prSet>
      <dgm:spPr/>
    </dgm:pt>
  </dgm:ptLst>
  <dgm:cxnLst>
    <dgm:cxn modelId="{3A49BE0A-7169-456A-94A3-0A6EF540C8D4}" type="presOf" srcId="{1A865E46-7AB7-4973-8823-AE787C7C3704}" destId="{C7C11BE3-9705-4FE8-BCD2-CA11EE0A21AC}" srcOrd="0" destOrd="0" presId="urn:microsoft.com/office/officeart/2005/8/layout/equation2"/>
    <dgm:cxn modelId="{19C7F710-3D48-4AFB-9086-7332A82AE9D5}" srcId="{AC394095-681B-4A23-95A4-DB6A933BA016}" destId="{C01E94E8-DEE8-4459-BFB2-BCC9A7CEF79F}" srcOrd="0" destOrd="0" parTransId="{A3519E51-3801-44EC-93CF-F1ABF5A67649}" sibTransId="{70CA16A9-8AB8-463C-9553-F9854DB79CDF}"/>
    <dgm:cxn modelId="{F3175623-F25E-4424-B116-E856C2D009D4}" srcId="{1A865E46-7AB7-4973-8823-AE787C7C3704}" destId="{4BCEE4A0-7B8E-45B7-A40B-A21450FAF921}" srcOrd="1" destOrd="0" parTransId="{5FACDF30-833C-4228-82DD-54BE829C6B39}" sibTransId="{EB0DDE8E-AE5A-48AB-8D86-F3FBC834B97D}"/>
    <dgm:cxn modelId="{4312C734-D760-4182-8BC8-79B0591DD811}" type="presOf" srcId="{612C50FC-3EB6-443F-8617-C2EF71A89EAE}" destId="{6AD54EA0-1F74-43AA-9F7B-3A531EFC5C52}" srcOrd="0" destOrd="0" presId="urn:microsoft.com/office/officeart/2005/8/layout/equation2"/>
    <dgm:cxn modelId="{9ECEAC56-4DE2-4872-9917-101D543B4E68}" type="presOf" srcId="{4BCEE4A0-7B8E-45B7-A40B-A21450FAF921}" destId="{9675D9DA-53AD-4C4E-BCF5-1AE061153220}" srcOrd="0" destOrd="0" presId="urn:microsoft.com/office/officeart/2005/8/layout/equation2"/>
    <dgm:cxn modelId="{F3CD1659-3E79-43E7-B083-8B326E69D633}" type="presOf" srcId="{EB0DDE8E-AE5A-48AB-8D86-F3FBC834B97D}" destId="{AC7F66F6-46BB-49C6-8B41-EC98A7E52B72}" srcOrd="0" destOrd="0" presId="urn:microsoft.com/office/officeart/2005/8/layout/equation2"/>
    <dgm:cxn modelId="{1877F0C6-93EE-4439-A1F6-5DD69766AB65}" type="presOf" srcId="{C01E94E8-DEE8-4459-BFB2-BCC9A7CEF79F}" destId="{67E0A14F-63CC-439B-8C40-950D370CDE9B}" srcOrd="0" destOrd="1" presId="urn:microsoft.com/office/officeart/2005/8/layout/equation2"/>
    <dgm:cxn modelId="{76AA69C8-674E-447B-B9E7-B7604396FE6E}" type="presOf" srcId="{AC394095-681B-4A23-95A4-DB6A933BA016}" destId="{67E0A14F-63CC-439B-8C40-950D370CDE9B}" srcOrd="0" destOrd="0" presId="urn:microsoft.com/office/officeart/2005/8/layout/equation2"/>
    <dgm:cxn modelId="{302CBDC8-AF88-4627-8AE7-68B7565D2324}" type="presOf" srcId="{2B1EAAC9-83B8-4996-BD1F-EE793633BF4D}" destId="{EC59ABDF-94F1-485D-ABD9-5B9781F6AC2D}" srcOrd="0" destOrd="0" presId="urn:microsoft.com/office/officeart/2005/8/layout/equation2"/>
    <dgm:cxn modelId="{07C1F5E7-B384-4238-8B04-E35CD655A9D9}" type="presOf" srcId="{EB0DDE8E-AE5A-48AB-8D86-F3FBC834B97D}" destId="{76930DEE-CCAC-45A4-B16B-7FC03B6B2FF7}" srcOrd="1" destOrd="0" presId="urn:microsoft.com/office/officeart/2005/8/layout/equation2"/>
    <dgm:cxn modelId="{84205BE9-AA79-4C89-8D05-952270D61B11}" srcId="{1A865E46-7AB7-4973-8823-AE787C7C3704}" destId="{AC394095-681B-4A23-95A4-DB6A933BA016}" srcOrd="2" destOrd="0" parTransId="{B409328F-726C-42AE-AFD5-338E143A185D}" sibTransId="{E6465535-DA94-4F7D-9D70-468C36E4DFAD}"/>
    <dgm:cxn modelId="{CDF6B1E9-2840-4966-85C9-6FBEB87F35C1}" srcId="{1A865E46-7AB7-4973-8823-AE787C7C3704}" destId="{2B1EAAC9-83B8-4996-BD1F-EE793633BF4D}" srcOrd="0" destOrd="0" parTransId="{D361A96B-4BE0-425B-8F64-C6BFEC2C9193}" sibTransId="{612C50FC-3EB6-443F-8617-C2EF71A89EAE}"/>
    <dgm:cxn modelId="{BFA4B770-7265-43E8-BF0F-60DAE65DA472}" type="presParOf" srcId="{C7C11BE3-9705-4FE8-BCD2-CA11EE0A21AC}" destId="{D722D02B-840E-4DB9-9760-4219F3220ADF}" srcOrd="0" destOrd="0" presId="urn:microsoft.com/office/officeart/2005/8/layout/equation2"/>
    <dgm:cxn modelId="{B643EC87-6046-45C3-AF52-1FD3D4EB7B21}" type="presParOf" srcId="{D722D02B-840E-4DB9-9760-4219F3220ADF}" destId="{EC59ABDF-94F1-485D-ABD9-5B9781F6AC2D}" srcOrd="0" destOrd="0" presId="urn:microsoft.com/office/officeart/2005/8/layout/equation2"/>
    <dgm:cxn modelId="{E3436486-225F-4987-98D3-86A3FED0EC4C}" type="presParOf" srcId="{D722D02B-840E-4DB9-9760-4219F3220ADF}" destId="{E13F99B0-E631-4DFF-8CB5-57B6C7EFC72D}" srcOrd="1" destOrd="0" presId="urn:microsoft.com/office/officeart/2005/8/layout/equation2"/>
    <dgm:cxn modelId="{32C9FEA4-9ED8-4081-A3F6-7E3D22C5297F}" type="presParOf" srcId="{D722D02B-840E-4DB9-9760-4219F3220ADF}" destId="{6AD54EA0-1F74-43AA-9F7B-3A531EFC5C52}" srcOrd="2" destOrd="0" presId="urn:microsoft.com/office/officeart/2005/8/layout/equation2"/>
    <dgm:cxn modelId="{E67FB6DC-7894-4BBD-B686-D50F7573018A}" type="presParOf" srcId="{D722D02B-840E-4DB9-9760-4219F3220ADF}" destId="{534974B3-B8BA-4E8A-A6C0-D72F91BB9002}" srcOrd="3" destOrd="0" presId="urn:microsoft.com/office/officeart/2005/8/layout/equation2"/>
    <dgm:cxn modelId="{C90E8CC4-3945-46E1-AF3F-8E0672CD4771}" type="presParOf" srcId="{D722D02B-840E-4DB9-9760-4219F3220ADF}" destId="{9675D9DA-53AD-4C4E-BCF5-1AE061153220}" srcOrd="4" destOrd="0" presId="urn:microsoft.com/office/officeart/2005/8/layout/equation2"/>
    <dgm:cxn modelId="{72F84ED9-56C0-4ED4-9B0B-8444DFDE4B68}" type="presParOf" srcId="{C7C11BE3-9705-4FE8-BCD2-CA11EE0A21AC}" destId="{AC7F66F6-46BB-49C6-8B41-EC98A7E52B72}" srcOrd="1" destOrd="0" presId="urn:microsoft.com/office/officeart/2005/8/layout/equation2"/>
    <dgm:cxn modelId="{ABB34508-0A58-4DA6-8FF3-DF03DA4F35DE}" type="presParOf" srcId="{AC7F66F6-46BB-49C6-8B41-EC98A7E52B72}" destId="{76930DEE-CCAC-45A4-B16B-7FC03B6B2FF7}" srcOrd="0" destOrd="0" presId="urn:microsoft.com/office/officeart/2005/8/layout/equation2"/>
    <dgm:cxn modelId="{AC18FAD8-5E2F-4508-B135-072A40CE9A55}" type="presParOf" srcId="{C7C11BE3-9705-4FE8-BCD2-CA11EE0A21AC}" destId="{67E0A14F-63CC-439B-8C40-950D370CDE9B}"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8CAA9D-D82A-4E78-B1C3-AD30FBD57C2B}" type="doc">
      <dgm:prSet loTypeId="urn:microsoft.com/office/officeart/2005/8/layout/process3" loCatId="process" qsTypeId="urn:microsoft.com/office/officeart/2005/8/quickstyle/simple1" qsCatId="simple" csTypeId="urn:microsoft.com/office/officeart/2005/8/colors/colorful4" csCatId="colorful" phldr="1"/>
      <dgm:spPr/>
      <dgm:t>
        <a:bodyPr/>
        <a:lstStyle/>
        <a:p>
          <a:endParaRPr lang="en-US"/>
        </a:p>
      </dgm:t>
    </dgm:pt>
    <dgm:pt modelId="{18C0F69A-FBCE-4967-BECE-AB2E01D88C91}">
      <dgm:prSet phldrT="[Text]" custT="1"/>
      <dgm:spPr/>
      <dgm:t>
        <a:bodyPr/>
        <a:lstStyle/>
        <a:p>
          <a:r>
            <a:rPr lang="en-US" sz="1600" dirty="0"/>
            <a:t>Task request</a:t>
          </a:r>
        </a:p>
      </dgm:t>
    </dgm:pt>
    <dgm:pt modelId="{641891EE-01C6-4FBA-9E23-AADE6D4AB9F6}" type="parTrans" cxnId="{3C8B8E64-41FD-4329-A35D-AFFAA9BF92E5}">
      <dgm:prSet/>
      <dgm:spPr/>
      <dgm:t>
        <a:bodyPr/>
        <a:lstStyle/>
        <a:p>
          <a:endParaRPr lang="en-US"/>
        </a:p>
      </dgm:t>
    </dgm:pt>
    <dgm:pt modelId="{9AF1FB51-DB19-445D-9482-37E9E81722A3}" type="sibTrans" cxnId="{3C8B8E64-41FD-4329-A35D-AFFAA9BF92E5}">
      <dgm:prSet/>
      <dgm:spPr/>
      <dgm:t>
        <a:bodyPr/>
        <a:lstStyle/>
        <a:p>
          <a:endParaRPr lang="en-US"/>
        </a:p>
      </dgm:t>
    </dgm:pt>
    <dgm:pt modelId="{C90AB911-1825-4820-B179-6541D4236B33}">
      <dgm:prSet phldrT="[Text]" custT="1"/>
      <dgm:spPr/>
      <dgm:t>
        <a:bodyPr/>
        <a:lstStyle/>
        <a:p>
          <a:r>
            <a:rPr lang="en-US" sz="1400" dirty="0"/>
            <a:t>Dispatcher assigns manually </a:t>
          </a:r>
        </a:p>
      </dgm:t>
    </dgm:pt>
    <dgm:pt modelId="{59CAEFF1-ABBF-47A1-8756-FEF2A7AC9235}" type="parTrans" cxnId="{9C33C910-8A21-4A5B-9D41-EADC897C7FB7}">
      <dgm:prSet/>
      <dgm:spPr/>
      <dgm:t>
        <a:bodyPr/>
        <a:lstStyle/>
        <a:p>
          <a:endParaRPr lang="en-US"/>
        </a:p>
      </dgm:t>
    </dgm:pt>
    <dgm:pt modelId="{88DA3F15-E22B-477D-893F-35D1EE3B2B9E}" type="sibTrans" cxnId="{9C33C910-8A21-4A5B-9D41-EADC897C7FB7}">
      <dgm:prSet/>
      <dgm:spPr/>
      <dgm:t>
        <a:bodyPr/>
        <a:lstStyle/>
        <a:p>
          <a:endParaRPr lang="en-US"/>
        </a:p>
      </dgm:t>
    </dgm:pt>
    <dgm:pt modelId="{455CC2B4-AFE7-4384-9598-00D650039327}">
      <dgm:prSet phldrT="[Text]" custT="1"/>
      <dgm:spPr/>
      <dgm:t>
        <a:bodyPr/>
        <a:lstStyle/>
        <a:p>
          <a:pPr>
            <a:buFontTx/>
            <a:buChar char="-"/>
          </a:pPr>
          <a:r>
            <a:rPr lang="en-US" sz="1500" dirty="0"/>
            <a:t>Relies on availability or location only</a:t>
          </a:r>
        </a:p>
      </dgm:t>
    </dgm:pt>
    <dgm:pt modelId="{580DD6E5-790B-41A8-AF34-FB3ADA76E14A}" type="parTrans" cxnId="{5B5E8F87-A0D4-4169-A5FB-BB72EA1D7D9C}">
      <dgm:prSet/>
      <dgm:spPr/>
      <dgm:t>
        <a:bodyPr/>
        <a:lstStyle/>
        <a:p>
          <a:endParaRPr lang="en-US"/>
        </a:p>
      </dgm:t>
    </dgm:pt>
    <dgm:pt modelId="{1A5FAEF2-30F4-40B6-98DA-FD2A799A3801}" type="sibTrans" cxnId="{5B5E8F87-A0D4-4169-A5FB-BB72EA1D7D9C}">
      <dgm:prSet/>
      <dgm:spPr/>
      <dgm:t>
        <a:bodyPr/>
        <a:lstStyle/>
        <a:p>
          <a:endParaRPr lang="en-US"/>
        </a:p>
      </dgm:t>
    </dgm:pt>
    <dgm:pt modelId="{F577CACE-3861-49AC-A270-765223AF8FD3}">
      <dgm:prSet phldrT="[Text]" custT="1"/>
      <dgm:spPr/>
      <dgm:t>
        <a:bodyPr/>
        <a:lstStyle/>
        <a:p>
          <a:pPr>
            <a:buFontTx/>
            <a:buChar char="-"/>
          </a:pPr>
          <a:r>
            <a:rPr lang="en-US" sz="1500" dirty="0"/>
            <a:t>Frequent mismatches</a:t>
          </a:r>
        </a:p>
      </dgm:t>
    </dgm:pt>
    <dgm:pt modelId="{FFD653DC-FF22-4FC5-9D4F-3B19AA5E0F9A}" type="parTrans" cxnId="{C8F48D19-F836-4B12-9E20-E4D7EE4E935E}">
      <dgm:prSet/>
      <dgm:spPr/>
      <dgm:t>
        <a:bodyPr/>
        <a:lstStyle/>
        <a:p>
          <a:endParaRPr lang="en-US"/>
        </a:p>
      </dgm:t>
    </dgm:pt>
    <dgm:pt modelId="{4DAD7255-981C-4E7B-8876-A387659A41F7}" type="sibTrans" cxnId="{C8F48D19-F836-4B12-9E20-E4D7EE4E935E}">
      <dgm:prSet/>
      <dgm:spPr/>
      <dgm:t>
        <a:bodyPr/>
        <a:lstStyle/>
        <a:p>
          <a:endParaRPr lang="en-US"/>
        </a:p>
      </dgm:t>
    </dgm:pt>
    <dgm:pt modelId="{B9BD071B-A941-4734-8ED2-F0B4B3AC7821}">
      <dgm:prSet custT="1"/>
      <dgm:spPr/>
      <dgm:t>
        <a:bodyPr/>
        <a:lstStyle/>
        <a:p>
          <a:r>
            <a:rPr lang="en-US" sz="1550" dirty="0"/>
            <a:t>Task execution </a:t>
          </a:r>
        </a:p>
      </dgm:t>
    </dgm:pt>
    <dgm:pt modelId="{1CABA7D1-8136-45B0-B166-55E01E7EE1CC}" type="parTrans" cxnId="{9D99BD3C-464C-4557-930F-80F2706F5154}">
      <dgm:prSet/>
      <dgm:spPr/>
      <dgm:t>
        <a:bodyPr/>
        <a:lstStyle/>
        <a:p>
          <a:endParaRPr lang="en-US"/>
        </a:p>
      </dgm:t>
    </dgm:pt>
    <dgm:pt modelId="{316FDFFA-5202-4B7E-AB87-EF2C4DB89629}" type="sibTrans" cxnId="{9D99BD3C-464C-4557-930F-80F2706F5154}">
      <dgm:prSet/>
      <dgm:spPr/>
      <dgm:t>
        <a:bodyPr/>
        <a:lstStyle/>
        <a:p>
          <a:endParaRPr lang="en-US"/>
        </a:p>
      </dgm:t>
    </dgm:pt>
    <dgm:pt modelId="{009202B8-7599-44B4-B66C-F1E3124DCACF}">
      <dgm:prSet custT="1"/>
      <dgm:spPr/>
      <dgm:t>
        <a:bodyPr/>
        <a:lstStyle/>
        <a:p>
          <a:r>
            <a:rPr lang="en-US" sz="1800" dirty="0"/>
            <a:t>Outcome</a:t>
          </a:r>
        </a:p>
      </dgm:t>
    </dgm:pt>
    <dgm:pt modelId="{01E9FF68-2FCB-402C-83DD-B1B23BBA20E1}" type="parTrans" cxnId="{C2BF0B99-1E2C-4950-953F-BDEB694E322B}">
      <dgm:prSet/>
      <dgm:spPr/>
      <dgm:t>
        <a:bodyPr/>
        <a:lstStyle/>
        <a:p>
          <a:endParaRPr lang="en-US"/>
        </a:p>
      </dgm:t>
    </dgm:pt>
    <dgm:pt modelId="{9CE1B568-61C0-46A4-ADC3-A3A376248F70}" type="sibTrans" cxnId="{C2BF0B99-1E2C-4950-953F-BDEB694E322B}">
      <dgm:prSet/>
      <dgm:spPr/>
      <dgm:t>
        <a:bodyPr/>
        <a:lstStyle/>
        <a:p>
          <a:endParaRPr lang="en-US"/>
        </a:p>
      </dgm:t>
    </dgm:pt>
    <dgm:pt modelId="{0B61942D-0B06-4685-AD45-AF4DCBE36EFB}">
      <dgm:prSet custT="1"/>
      <dgm:spPr/>
      <dgm:t>
        <a:bodyPr/>
        <a:lstStyle/>
        <a:p>
          <a:pPr>
            <a:buFontTx/>
            <a:buChar char="-"/>
          </a:pPr>
          <a:r>
            <a:rPr lang="en-US" sz="1600" dirty="0"/>
            <a:t>Customer frustration</a:t>
          </a:r>
        </a:p>
      </dgm:t>
    </dgm:pt>
    <dgm:pt modelId="{9C0052C8-6AF3-4487-8EB8-D477FB112EF9}" type="parTrans" cxnId="{3533863E-4A7F-402F-A990-0A77CA3DCD21}">
      <dgm:prSet/>
      <dgm:spPr/>
      <dgm:t>
        <a:bodyPr/>
        <a:lstStyle/>
        <a:p>
          <a:endParaRPr lang="en-US"/>
        </a:p>
      </dgm:t>
    </dgm:pt>
    <dgm:pt modelId="{68A42297-99DF-4ED5-AE37-918C83E77881}" type="sibTrans" cxnId="{3533863E-4A7F-402F-A990-0A77CA3DCD21}">
      <dgm:prSet/>
      <dgm:spPr/>
      <dgm:t>
        <a:bodyPr/>
        <a:lstStyle/>
        <a:p>
          <a:endParaRPr lang="en-US"/>
        </a:p>
      </dgm:t>
    </dgm:pt>
    <dgm:pt modelId="{3639AD7A-DCA0-45C1-BB1E-96B570F69CB9}">
      <dgm:prSet custT="1"/>
      <dgm:spPr/>
      <dgm:t>
        <a:bodyPr/>
        <a:lstStyle/>
        <a:p>
          <a:pPr>
            <a:buFontTx/>
            <a:buChar char="-"/>
          </a:pPr>
          <a:r>
            <a:rPr lang="en-US" sz="1400" dirty="0"/>
            <a:t>Technician frustration &amp; burnout</a:t>
          </a:r>
        </a:p>
      </dgm:t>
    </dgm:pt>
    <dgm:pt modelId="{193503DA-DE04-4EC3-96D2-8B903A205EB7}" type="parTrans" cxnId="{B65C35B5-A21A-49E7-8BE6-9EE96C9EAEB4}">
      <dgm:prSet/>
      <dgm:spPr/>
      <dgm:t>
        <a:bodyPr/>
        <a:lstStyle/>
        <a:p>
          <a:endParaRPr lang="en-US"/>
        </a:p>
      </dgm:t>
    </dgm:pt>
    <dgm:pt modelId="{658C7F4E-6022-4993-9999-596DA5B16E2E}" type="sibTrans" cxnId="{B65C35B5-A21A-49E7-8BE6-9EE96C9EAEB4}">
      <dgm:prSet/>
      <dgm:spPr/>
      <dgm:t>
        <a:bodyPr/>
        <a:lstStyle/>
        <a:p>
          <a:endParaRPr lang="en-US"/>
        </a:p>
      </dgm:t>
    </dgm:pt>
    <dgm:pt modelId="{FD67923F-9DD0-43B1-9834-8D2EF63B539F}">
      <dgm:prSet phldrT="[Text]" custT="1"/>
      <dgm:spPr/>
      <dgm:t>
        <a:bodyPr/>
        <a:lstStyle/>
        <a:p>
          <a:pPr>
            <a:buFontTx/>
            <a:buChar char="-"/>
          </a:pPr>
          <a:r>
            <a:rPr lang="en-US" sz="1600" dirty="0"/>
            <a:t>Customer schedules technician service requests</a:t>
          </a:r>
        </a:p>
      </dgm:t>
    </dgm:pt>
    <dgm:pt modelId="{E83A6F6A-9D36-473D-99C7-675356D09573}" type="sibTrans" cxnId="{6D09D5EC-1038-4424-9809-12357B95E75C}">
      <dgm:prSet/>
      <dgm:spPr/>
      <dgm:t>
        <a:bodyPr/>
        <a:lstStyle/>
        <a:p>
          <a:endParaRPr lang="en-US"/>
        </a:p>
      </dgm:t>
    </dgm:pt>
    <dgm:pt modelId="{FB0802F9-2CC3-4B00-9D0E-51CA4ACC3E1E}" type="parTrans" cxnId="{6D09D5EC-1038-4424-9809-12357B95E75C}">
      <dgm:prSet/>
      <dgm:spPr/>
      <dgm:t>
        <a:bodyPr/>
        <a:lstStyle/>
        <a:p>
          <a:endParaRPr lang="en-US"/>
        </a:p>
      </dgm:t>
    </dgm:pt>
    <dgm:pt modelId="{440C6A1C-0828-4693-A0CE-BF66E4A11D14}">
      <dgm:prSet phldrT="[Text]" custT="1"/>
      <dgm:spPr/>
      <dgm:t>
        <a:bodyPr/>
        <a:lstStyle/>
        <a:p>
          <a:r>
            <a:rPr lang="en-US" sz="1600" dirty="0"/>
            <a:t>Technician assigned randomly </a:t>
          </a:r>
        </a:p>
      </dgm:t>
    </dgm:pt>
    <dgm:pt modelId="{9B19FA0D-9444-488B-B8ED-5154C69385B2}" type="parTrans" cxnId="{35192AA9-F4A4-4C7A-8C65-F0FFC8A3FE51}">
      <dgm:prSet/>
      <dgm:spPr/>
      <dgm:t>
        <a:bodyPr/>
        <a:lstStyle/>
        <a:p>
          <a:endParaRPr lang="en-US"/>
        </a:p>
      </dgm:t>
    </dgm:pt>
    <dgm:pt modelId="{FE7F54ED-8986-48CF-9173-7517332841D1}" type="sibTrans" cxnId="{35192AA9-F4A4-4C7A-8C65-F0FFC8A3FE51}">
      <dgm:prSet/>
      <dgm:spPr/>
      <dgm:t>
        <a:bodyPr/>
        <a:lstStyle/>
        <a:p>
          <a:endParaRPr lang="en-US"/>
        </a:p>
      </dgm:t>
    </dgm:pt>
    <dgm:pt modelId="{A6753091-0F0B-40A2-B531-F79E9C078A38}" type="pres">
      <dgm:prSet presAssocID="{5F8CAA9D-D82A-4E78-B1C3-AD30FBD57C2B}" presName="linearFlow" presStyleCnt="0">
        <dgm:presLayoutVars>
          <dgm:dir/>
          <dgm:animLvl val="lvl"/>
          <dgm:resizeHandles val="exact"/>
        </dgm:presLayoutVars>
      </dgm:prSet>
      <dgm:spPr/>
    </dgm:pt>
    <dgm:pt modelId="{1293E909-746C-471D-B836-00CE05639476}" type="pres">
      <dgm:prSet presAssocID="{18C0F69A-FBCE-4967-BECE-AB2E01D88C91}" presName="composite" presStyleCnt="0"/>
      <dgm:spPr/>
    </dgm:pt>
    <dgm:pt modelId="{93E61717-2039-478C-9875-0A72E8F00AF8}" type="pres">
      <dgm:prSet presAssocID="{18C0F69A-FBCE-4967-BECE-AB2E01D88C91}" presName="parTx" presStyleLbl="node1" presStyleIdx="0" presStyleCnt="5">
        <dgm:presLayoutVars>
          <dgm:chMax val="0"/>
          <dgm:chPref val="0"/>
          <dgm:bulletEnabled val="1"/>
        </dgm:presLayoutVars>
      </dgm:prSet>
      <dgm:spPr/>
    </dgm:pt>
    <dgm:pt modelId="{927D82D3-02F0-419C-862A-13E999653E22}" type="pres">
      <dgm:prSet presAssocID="{18C0F69A-FBCE-4967-BECE-AB2E01D88C91}" presName="parSh" presStyleLbl="node1" presStyleIdx="0" presStyleCnt="5" custScaleY="96460" custLinFactNeighborX="7867" custLinFactNeighborY="25731"/>
      <dgm:spPr/>
    </dgm:pt>
    <dgm:pt modelId="{26E2DB53-DFF1-4235-8F86-4184067A26FB}" type="pres">
      <dgm:prSet presAssocID="{18C0F69A-FBCE-4967-BECE-AB2E01D88C91}" presName="desTx" presStyleLbl="fgAcc1" presStyleIdx="0" presStyleCnt="5" custScaleY="96831" custLinFactNeighborX="5285" custLinFactNeighborY="4428">
        <dgm:presLayoutVars>
          <dgm:bulletEnabled val="1"/>
        </dgm:presLayoutVars>
      </dgm:prSet>
      <dgm:spPr/>
    </dgm:pt>
    <dgm:pt modelId="{29345F63-C045-47FF-841E-0469DD9BAB98}" type="pres">
      <dgm:prSet presAssocID="{9AF1FB51-DB19-445D-9482-37E9E81722A3}" presName="sibTrans" presStyleLbl="sibTrans2D1" presStyleIdx="0" presStyleCnt="4"/>
      <dgm:spPr/>
    </dgm:pt>
    <dgm:pt modelId="{05A5115B-9C4B-470E-BD86-CA1ADFD7DF9E}" type="pres">
      <dgm:prSet presAssocID="{9AF1FB51-DB19-445D-9482-37E9E81722A3}" presName="connTx" presStyleLbl="sibTrans2D1" presStyleIdx="0" presStyleCnt="4"/>
      <dgm:spPr/>
    </dgm:pt>
    <dgm:pt modelId="{061F18C6-0FF0-4C44-9CED-CBF63B6FAB2F}" type="pres">
      <dgm:prSet presAssocID="{C90AB911-1825-4820-B179-6541D4236B33}" presName="composite" presStyleCnt="0"/>
      <dgm:spPr/>
    </dgm:pt>
    <dgm:pt modelId="{418AD4DD-3539-4CAE-AC6C-CB58F244DA50}" type="pres">
      <dgm:prSet presAssocID="{C90AB911-1825-4820-B179-6541D4236B33}" presName="parTx" presStyleLbl="node1" presStyleIdx="0" presStyleCnt="5">
        <dgm:presLayoutVars>
          <dgm:chMax val="0"/>
          <dgm:chPref val="0"/>
          <dgm:bulletEnabled val="1"/>
        </dgm:presLayoutVars>
      </dgm:prSet>
      <dgm:spPr/>
    </dgm:pt>
    <dgm:pt modelId="{71D6746F-2EF7-475B-8E92-9C69D0813D5E}" type="pres">
      <dgm:prSet presAssocID="{C90AB911-1825-4820-B179-6541D4236B33}" presName="parSh" presStyleLbl="node1" presStyleIdx="1" presStyleCnt="5" custScaleX="109217" custLinFactNeighborX="4229" custLinFactNeighborY="5125"/>
      <dgm:spPr/>
    </dgm:pt>
    <dgm:pt modelId="{F11AF00A-D95F-4C00-B989-BCF3BE3AEDEB}" type="pres">
      <dgm:prSet presAssocID="{C90AB911-1825-4820-B179-6541D4236B33}" presName="desTx" presStyleLbl="fgAcc1" presStyleIdx="1" presStyleCnt="5" custScaleY="86078" custLinFactNeighborX="846" custLinFactNeighborY="973">
        <dgm:presLayoutVars>
          <dgm:bulletEnabled val="1"/>
        </dgm:presLayoutVars>
      </dgm:prSet>
      <dgm:spPr/>
    </dgm:pt>
    <dgm:pt modelId="{6D7A0BBF-9F8C-4A6B-A8F8-34688F4D0BCC}" type="pres">
      <dgm:prSet presAssocID="{88DA3F15-E22B-477D-893F-35D1EE3B2B9E}" presName="sibTrans" presStyleLbl="sibTrans2D1" presStyleIdx="1" presStyleCnt="4"/>
      <dgm:spPr/>
    </dgm:pt>
    <dgm:pt modelId="{9E9F8A59-10BB-4B32-9340-0D635F727BD0}" type="pres">
      <dgm:prSet presAssocID="{88DA3F15-E22B-477D-893F-35D1EE3B2B9E}" presName="connTx" presStyleLbl="sibTrans2D1" presStyleIdx="1" presStyleCnt="4"/>
      <dgm:spPr/>
    </dgm:pt>
    <dgm:pt modelId="{BCC6D2B6-3B41-4DA7-B7D6-285014CCE6FA}" type="pres">
      <dgm:prSet presAssocID="{440C6A1C-0828-4693-A0CE-BF66E4A11D14}" presName="composite" presStyleCnt="0"/>
      <dgm:spPr/>
    </dgm:pt>
    <dgm:pt modelId="{1965AFD5-1B63-4774-A937-A79561AF8E66}" type="pres">
      <dgm:prSet presAssocID="{440C6A1C-0828-4693-A0CE-BF66E4A11D14}" presName="parTx" presStyleLbl="node1" presStyleIdx="1" presStyleCnt="5">
        <dgm:presLayoutVars>
          <dgm:chMax val="0"/>
          <dgm:chPref val="0"/>
          <dgm:bulletEnabled val="1"/>
        </dgm:presLayoutVars>
      </dgm:prSet>
      <dgm:spPr/>
    </dgm:pt>
    <dgm:pt modelId="{427E87E7-8482-4626-81A7-A6A79D211653}" type="pres">
      <dgm:prSet presAssocID="{440C6A1C-0828-4693-A0CE-BF66E4A11D14}" presName="parSh" presStyleLbl="node1" presStyleIdx="2" presStyleCnt="5" custScaleY="112375" custLinFactNeighborX="-3807" custLinFactNeighborY="-19394"/>
      <dgm:spPr/>
    </dgm:pt>
    <dgm:pt modelId="{1AF180F8-E441-4269-8A87-5F0348086CBD}" type="pres">
      <dgm:prSet presAssocID="{440C6A1C-0828-4693-A0CE-BF66E4A11D14}" presName="desTx" presStyleLbl="fgAcc1" presStyleIdx="2" presStyleCnt="5" custScaleY="74387" custLinFactNeighborY="-8072">
        <dgm:presLayoutVars>
          <dgm:bulletEnabled val="1"/>
        </dgm:presLayoutVars>
      </dgm:prSet>
      <dgm:spPr/>
    </dgm:pt>
    <dgm:pt modelId="{BFF7EE14-AF04-4327-A5DB-535B3C98452F}" type="pres">
      <dgm:prSet presAssocID="{FE7F54ED-8986-48CF-9173-7517332841D1}" presName="sibTrans" presStyleLbl="sibTrans2D1" presStyleIdx="2" presStyleCnt="4"/>
      <dgm:spPr/>
    </dgm:pt>
    <dgm:pt modelId="{0E21A4A0-129D-45FE-94FC-4DA89E7F5B43}" type="pres">
      <dgm:prSet presAssocID="{FE7F54ED-8986-48CF-9173-7517332841D1}" presName="connTx" presStyleLbl="sibTrans2D1" presStyleIdx="2" presStyleCnt="4"/>
      <dgm:spPr/>
    </dgm:pt>
    <dgm:pt modelId="{BF7DCC4B-5152-4C6B-8E58-5DB8592C0AFD}" type="pres">
      <dgm:prSet presAssocID="{B9BD071B-A941-4734-8ED2-F0B4B3AC7821}" presName="composite" presStyleCnt="0"/>
      <dgm:spPr/>
    </dgm:pt>
    <dgm:pt modelId="{D21A3802-E354-4ED2-A15E-AD3498A2D5AB}" type="pres">
      <dgm:prSet presAssocID="{B9BD071B-A941-4734-8ED2-F0B4B3AC7821}" presName="parTx" presStyleLbl="node1" presStyleIdx="2" presStyleCnt="5">
        <dgm:presLayoutVars>
          <dgm:chMax val="0"/>
          <dgm:chPref val="0"/>
          <dgm:bulletEnabled val="1"/>
        </dgm:presLayoutVars>
      </dgm:prSet>
      <dgm:spPr/>
    </dgm:pt>
    <dgm:pt modelId="{969FA144-7833-488F-A55A-1F624475AC0E}" type="pres">
      <dgm:prSet presAssocID="{B9BD071B-A941-4734-8ED2-F0B4B3AC7821}" presName="parSh" presStyleLbl="node1" presStyleIdx="3" presStyleCnt="5" custLinFactNeighborX="1693" custLinFactNeighborY="-13214"/>
      <dgm:spPr/>
    </dgm:pt>
    <dgm:pt modelId="{86F3F724-5FD4-4993-A935-D47E380DF994}" type="pres">
      <dgm:prSet presAssocID="{B9BD071B-A941-4734-8ED2-F0B4B3AC7821}" presName="desTx" presStyleLbl="fgAcc1" presStyleIdx="3" presStyleCnt="5" custScaleY="86378" custLinFactNeighborX="-846" custLinFactNeighborY="-13844">
        <dgm:presLayoutVars>
          <dgm:bulletEnabled val="1"/>
        </dgm:presLayoutVars>
      </dgm:prSet>
      <dgm:spPr/>
    </dgm:pt>
    <dgm:pt modelId="{0E3CEF6E-9B86-46C4-9854-03CB70332758}" type="pres">
      <dgm:prSet presAssocID="{316FDFFA-5202-4B7E-AB87-EF2C4DB89629}" presName="sibTrans" presStyleLbl="sibTrans2D1" presStyleIdx="3" presStyleCnt="4"/>
      <dgm:spPr/>
    </dgm:pt>
    <dgm:pt modelId="{FA45E3AE-F034-43A7-9A65-2BEB0596C55E}" type="pres">
      <dgm:prSet presAssocID="{316FDFFA-5202-4B7E-AB87-EF2C4DB89629}" presName="connTx" presStyleLbl="sibTrans2D1" presStyleIdx="3" presStyleCnt="4"/>
      <dgm:spPr/>
    </dgm:pt>
    <dgm:pt modelId="{B981A847-3F92-4A07-AE45-9F5D18B8920A}" type="pres">
      <dgm:prSet presAssocID="{009202B8-7599-44B4-B66C-F1E3124DCACF}" presName="composite" presStyleCnt="0"/>
      <dgm:spPr/>
    </dgm:pt>
    <dgm:pt modelId="{E0492135-C5C1-45CA-BA4E-6CA49361A48F}" type="pres">
      <dgm:prSet presAssocID="{009202B8-7599-44B4-B66C-F1E3124DCACF}" presName="parTx" presStyleLbl="node1" presStyleIdx="3" presStyleCnt="5">
        <dgm:presLayoutVars>
          <dgm:chMax val="0"/>
          <dgm:chPref val="0"/>
          <dgm:bulletEnabled val="1"/>
        </dgm:presLayoutVars>
      </dgm:prSet>
      <dgm:spPr/>
    </dgm:pt>
    <dgm:pt modelId="{A67D30E2-05ED-4949-B9CB-52F7AD647B2B}" type="pres">
      <dgm:prSet presAssocID="{009202B8-7599-44B4-B66C-F1E3124DCACF}" presName="parSh" presStyleLbl="node1" presStyleIdx="4" presStyleCnt="5" custLinFactNeighborY="-13214"/>
      <dgm:spPr/>
    </dgm:pt>
    <dgm:pt modelId="{52124CBC-0F76-48B5-9E0E-3FE2EB0F1567}" type="pres">
      <dgm:prSet presAssocID="{009202B8-7599-44B4-B66C-F1E3124DCACF}" presName="desTx" presStyleLbl="fgAcc1" presStyleIdx="4" presStyleCnt="5">
        <dgm:presLayoutVars>
          <dgm:bulletEnabled val="1"/>
        </dgm:presLayoutVars>
      </dgm:prSet>
      <dgm:spPr/>
    </dgm:pt>
  </dgm:ptLst>
  <dgm:cxnLst>
    <dgm:cxn modelId="{8BB74B09-8045-478A-9C65-10C5E3EAE76C}" type="presOf" srcId="{0B61942D-0B06-4685-AD45-AF4DCBE36EFB}" destId="{52124CBC-0F76-48B5-9E0E-3FE2EB0F1567}" srcOrd="0" destOrd="0" presId="urn:microsoft.com/office/officeart/2005/8/layout/process3"/>
    <dgm:cxn modelId="{9C33C910-8A21-4A5B-9D41-EADC897C7FB7}" srcId="{5F8CAA9D-D82A-4E78-B1C3-AD30FBD57C2B}" destId="{C90AB911-1825-4820-B179-6541D4236B33}" srcOrd="1" destOrd="0" parTransId="{59CAEFF1-ABBF-47A1-8756-FEF2A7AC9235}" sibTransId="{88DA3F15-E22B-477D-893F-35D1EE3B2B9E}"/>
    <dgm:cxn modelId="{DA4F1B11-60DF-4DB0-B4F0-06C69AA15344}" type="presOf" srcId="{440C6A1C-0828-4693-A0CE-BF66E4A11D14}" destId="{427E87E7-8482-4626-81A7-A6A79D211653}" srcOrd="1" destOrd="0" presId="urn:microsoft.com/office/officeart/2005/8/layout/process3"/>
    <dgm:cxn modelId="{C8F48D19-F836-4B12-9E20-E4D7EE4E935E}" srcId="{440C6A1C-0828-4693-A0CE-BF66E4A11D14}" destId="{F577CACE-3861-49AC-A270-765223AF8FD3}" srcOrd="0" destOrd="0" parTransId="{FFD653DC-FF22-4FC5-9D4F-3B19AA5E0F9A}" sibTransId="{4DAD7255-981C-4E7B-8876-A387659A41F7}"/>
    <dgm:cxn modelId="{BB40B321-D70C-41AC-9FC7-2E1FB8582E11}" type="presOf" srcId="{FE7F54ED-8986-48CF-9173-7517332841D1}" destId="{0E21A4A0-129D-45FE-94FC-4DA89E7F5B43}" srcOrd="1" destOrd="0" presId="urn:microsoft.com/office/officeart/2005/8/layout/process3"/>
    <dgm:cxn modelId="{123EB921-D623-4A5B-95B7-0647440F935B}" type="presOf" srcId="{316FDFFA-5202-4B7E-AB87-EF2C4DB89629}" destId="{FA45E3AE-F034-43A7-9A65-2BEB0596C55E}" srcOrd="1" destOrd="0" presId="urn:microsoft.com/office/officeart/2005/8/layout/process3"/>
    <dgm:cxn modelId="{46A80F23-D7E5-4545-B08F-34CD63E3590C}" type="presOf" srcId="{F577CACE-3861-49AC-A270-765223AF8FD3}" destId="{1AF180F8-E441-4269-8A87-5F0348086CBD}" srcOrd="0" destOrd="0" presId="urn:microsoft.com/office/officeart/2005/8/layout/process3"/>
    <dgm:cxn modelId="{684B8B3B-3629-41F2-8685-B24786A0ADC1}" type="presOf" srcId="{88DA3F15-E22B-477D-893F-35D1EE3B2B9E}" destId="{6D7A0BBF-9F8C-4A6B-A8F8-34688F4D0BCC}" srcOrd="0" destOrd="0" presId="urn:microsoft.com/office/officeart/2005/8/layout/process3"/>
    <dgm:cxn modelId="{9D99BD3C-464C-4557-930F-80F2706F5154}" srcId="{5F8CAA9D-D82A-4E78-B1C3-AD30FBD57C2B}" destId="{B9BD071B-A941-4734-8ED2-F0B4B3AC7821}" srcOrd="3" destOrd="0" parTransId="{1CABA7D1-8136-45B0-B166-55E01E7EE1CC}" sibTransId="{316FDFFA-5202-4B7E-AB87-EF2C4DB89629}"/>
    <dgm:cxn modelId="{3533863E-4A7F-402F-A990-0A77CA3DCD21}" srcId="{009202B8-7599-44B4-B66C-F1E3124DCACF}" destId="{0B61942D-0B06-4685-AD45-AF4DCBE36EFB}" srcOrd="0" destOrd="0" parTransId="{9C0052C8-6AF3-4487-8EB8-D477FB112EF9}" sibTransId="{68A42297-99DF-4ED5-AE37-918C83E77881}"/>
    <dgm:cxn modelId="{C63F5961-4F28-418A-80E9-16EB65FDEA73}" type="presOf" srcId="{9AF1FB51-DB19-445D-9482-37E9E81722A3}" destId="{05A5115B-9C4B-470E-BD86-CA1ADFD7DF9E}" srcOrd="1" destOrd="0" presId="urn:microsoft.com/office/officeart/2005/8/layout/process3"/>
    <dgm:cxn modelId="{B2FB1A43-93F5-40F6-BA40-DF0687B41599}" type="presOf" srcId="{009202B8-7599-44B4-B66C-F1E3124DCACF}" destId="{E0492135-C5C1-45CA-BA4E-6CA49361A48F}" srcOrd="0" destOrd="0" presId="urn:microsoft.com/office/officeart/2005/8/layout/process3"/>
    <dgm:cxn modelId="{3C8B8E64-41FD-4329-A35D-AFFAA9BF92E5}" srcId="{5F8CAA9D-D82A-4E78-B1C3-AD30FBD57C2B}" destId="{18C0F69A-FBCE-4967-BECE-AB2E01D88C91}" srcOrd="0" destOrd="0" parTransId="{641891EE-01C6-4FBA-9E23-AADE6D4AB9F6}" sibTransId="{9AF1FB51-DB19-445D-9482-37E9E81722A3}"/>
    <dgm:cxn modelId="{A9DC6072-9799-4182-8C44-6DB8E91415C8}" type="presOf" srcId="{455CC2B4-AFE7-4384-9598-00D650039327}" destId="{F11AF00A-D95F-4C00-B989-BCF3BE3AEDEB}" srcOrd="0" destOrd="0" presId="urn:microsoft.com/office/officeart/2005/8/layout/process3"/>
    <dgm:cxn modelId="{F049967A-C67C-485C-9F84-692E6E13E5E1}" type="presOf" srcId="{C90AB911-1825-4820-B179-6541D4236B33}" destId="{71D6746F-2EF7-475B-8E92-9C69D0813D5E}" srcOrd="1" destOrd="0" presId="urn:microsoft.com/office/officeart/2005/8/layout/process3"/>
    <dgm:cxn modelId="{5B5E8F87-A0D4-4169-A5FB-BB72EA1D7D9C}" srcId="{C90AB911-1825-4820-B179-6541D4236B33}" destId="{455CC2B4-AFE7-4384-9598-00D650039327}" srcOrd="0" destOrd="0" parTransId="{580DD6E5-790B-41A8-AF34-FB3ADA76E14A}" sibTransId="{1A5FAEF2-30F4-40B6-98DA-FD2A799A3801}"/>
    <dgm:cxn modelId="{93DC388F-5117-409B-9C23-039B47351D07}" type="presOf" srcId="{88DA3F15-E22B-477D-893F-35D1EE3B2B9E}" destId="{9E9F8A59-10BB-4B32-9340-0D635F727BD0}" srcOrd="1" destOrd="0" presId="urn:microsoft.com/office/officeart/2005/8/layout/process3"/>
    <dgm:cxn modelId="{59368195-5B10-46CB-B55A-E56B8360E455}" type="presOf" srcId="{C90AB911-1825-4820-B179-6541D4236B33}" destId="{418AD4DD-3539-4CAE-AC6C-CB58F244DA50}" srcOrd="0" destOrd="0" presId="urn:microsoft.com/office/officeart/2005/8/layout/process3"/>
    <dgm:cxn modelId="{2750FC97-0889-4DA1-9EB7-8250B307736A}" type="presOf" srcId="{5F8CAA9D-D82A-4E78-B1C3-AD30FBD57C2B}" destId="{A6753091-0F0B-40A2-B531-F79E9C078A38}" srcOrd="0" destOrd="0" presId="urn:microsoft.com/office/officeart/2005/8/layout/process3"/>
    <dgm:cxn modelId="{C2BF0B99-1E2C-4950-953F-BDEB694E322B}" srcId="{5F8CAA9D-D82A-4E78-B1C3-AD30FBD57C2B}" destId="{009202B8-7599-44B4-B66C-F1E3124DCACF}" srcOrd="4" destOrd="0" parTransId="{01E9FF68-2FCB-402C-83DD-B1B23BBA20E1}" sibTransId="{9CE1B568-61C0-46A4-ADC3-A3A376248F70}"/>
    <dgm:cxn modelId="{8DC94DA0-8E9D-4A85-A5FC-4A35EE9B8DE4}" type="presOf" srcId="{3639AD7A-DCA0-45C1-BB1E-96B570F69CB9}" destId="{86F3F724-5FD4-4993-A935-D47E380DF994}" srcOrd="0" destOrd="0" presId="urn:microsoft.com/office/officeart/2005/8/layout/process3"/>
    <dgm:cxn modelId="{35192AA9-F4A4-4C7A-8C65-F0FFC8A3FE51}" srcId="{5F8CAA9D-D82A-4E78-B1C3-AD30FBD57C2B}" destId="{440C6A1C-0828-4693-A0CE-BF66E4A11D14}" srcOrd="2" destOrd="0" parTransId="{9B19FA0D-9444-488B-B8ED-5154C69385B2}" sibTransId="{FE7F54ED-8986-48CF-9173-7517332841D1}"/>
    <dgm:cxn modelId="{476573B2-F6A5-41DD-8671-559C0342CF51}" type="presOf" srcId="{B9BD071B-A941-4734-8ED2-F0B4B3AC7821}" destId="{D21A3802-E354-4ED2-A15E-AD3498A2D5AB}" srcOrd="0" destOrd="0" presId="urn:microsoft.com/office/officeart/2005/8/layout/process3"/>
    <dgm:cxn modelId="{B65C35B5-A21A-49E7-8BE6-9EE96C9EAEB4}" srcId="{B9BD071B-A941-4734-8ED2-F0B4B3AC7821}" destId="{3639AD7A-DCA0-45C1-BB1E-96B570F69CB9}" srcOrd="0" destOrd="0" parTransId="{193503DA-DE04-4EC3-96D2-8B903A205EB7}" sibTransId="{658C7F4E-6022-4993-9999-596DA5B16E2E}"/>
    <dgm:cxn modelId="{6765FABE-9D77-4C41-9C22-556FBA5F9357}" type="presOf" srcId="{440C6A1C-0828-4693-A0CE-BF66E4A11D14}" destId="{1965AFD5-1B63-4774-A937-A79561AF8E66}" srcOrd="0" destOrd="0" presId="urn:microsoft.com/office/officeart/2005/8/layout/process3"/>
    <dgm:cxn modelId="{C68ABDCE-6E81-4D85-8B32-8C8096E005CB}" type="presOf" srcId="{9AF1FB51-DB19-445D-9482-37E9E81722A3}" destId="{29345F63-C045-47FF-841E-0469DD9BAB98}" srcOrd="0" destOrd="0" presId="urn:microsoft.com/office/officeart/2005/8/layout/process3"/>
    <dgm:cxn modelId="{08FDEED0-580C-47D9-9ED9-5CDFC5BE456C}" type="presOf" srcId="{B9BD071B-A941-4734-8ED2-F0B4B3AC7821}" destId="{969FA144-7833-488F-A55A-1F624475AC0E}" srcOrd="1" destOrd="0" presId="urn:microsoft.com/office/officeart/2005/8/layout/process3"/>
    <dgm:cxn modelId="{20F62ED1-4D02-4B7A-8CF3-E2FCF50DA1EA}" type="presOf" srcId="{FD67923F-9DD0-43B1-9834-8D2EF63B539F}" destId="{26E2DB53-DFF1-4235-8F86-4184067A26FB}" srcOrd="0" destOrd="0" presId="urn:microsoft.com/office/officeart/2005/8/layout/process3"/>
    <dgm:cxn modelId="{235736D3-DA89-47CA-9A05-FD84D6BA669B}" type="presOf" srcId="{009202B8-7599-44B4-B66C-F1E3124DCACF}" destId="{A67D30E2-05ED-4949-B9CB-52F7AD647B2B}" srcOrd="1" destOrd="0" presId="urn:microsoft.com/office/officeart/2005/8/layout/process3"/>
    <dgm:cxn modelId="{14CB12D4-8D1B-42AE-88C6-B2C88D44CD32}" type="presOf" srcId="{316FDFFA-5202-4B7E-AB87-EF2C4DB89629}" destId="{0E3CEF6E-9B86-46C4-9854-03CB70332758}" srcOrd="0" destOrd="0" presId="urn:microsoft.com/office/officeart/2005/8/layout/process3"/>
    <dgm:cxn modelId="{6D09D5EC-1038-4424-9809-12357B95E75C}" srcId="{18C0F69A-FBCE-4967-BECE-AB2E01D88C91}" destId="{FD67923F-9DD0-43B1-9834-8D2EF63B539F}" srcOrd="0" destOrd="0" parTransId="{FB0802F9-2CC3-4B00-9D0E-51CA4ACC3E1E}" sibTransId="{E83A6F6A-9D36-473D-99C7-675356D09573}"/>
    <dgm:cxn modelId="{07DE0CEE-4A72-4F27-86B9-A7DB34E64681}" type="presOf" srcId="{18C0F69A-FBCE-4967-BECE-AB2E01D88C91}" destId="{927D82D3-02F0-419C-862A-13E999653E22}" srcOrd="1" destOrd="0" presId="urn:microsoft.com/office/officeart/2005/8/layout/process3"/>
    <dgm:cxn modelId="{0C1ABDFC-A8C2-4BBC-A77C-9A6714085F68}" type="presOf" srcId="{FE7F54ED-8986-48CF-9173-7517332841D1}" destId="{BFF7EE14-AF04-4327-A5DB-535B3C98452F}" srcOrd="0" destOrd="0" presId="urn:microsoft.com/office/officeart/2005/8/layout/process3"/>
    <dgm:cxn modelId="{4D2DC9FF-DDE4-4A14-92FE-AA9C6CF962B0}" type="presOf" srcId="{18C0F69A-FBCE-4967-BECE-AB2E01D88C91}" destId="{93E61717-2039-478C-9875-0A72E8F00AF8}" srcOrd="0" destOrd="0" presId="urn:microsoft.com/office/officeart/2005/8/layout/process3"/>
    <dgm:cxn modelId="{B39721BD-D0EF-40BF-BA43-288D110E4D25}" type="presParOf" srcId="{A6753091-0F0B-40A2-B531-F79E9C078A38}" destId="{1293E909-746C-471D-B836-00CE05639476}" srcOrd="0" destOrd="0" presId="urn:microsoft.com/office/officeart/2005/8/layout/process3"/>
    <dgm:cxn modelId="{3F5FB627-C059-4AE6-884B-74300DE71A63}" type="presParOf" srcId="{1293E909-746C-471D-B836-00CE05639476}" destId="{93E61717-2039-478C-9875-0A72E8F00AF8}" srcOrd="0" destOrd="0" presId="urn:microsoft.com/office/officeart/2005/8/layout/process3"/>
    <dgm:cxn modelId="{24FD26A5-EC60-4534-A474-9EAD53D7C5BB}" type="presParOf" srcId="{1293E909-746C-471D-B836-00CE05639476}" destId="{927D82D3-02F0-419C-862A-13E999653E22}" srcOrd="1" destOrd="0" presId="urn:microsoft.com/office/officeart/2005/8/layout/process3"/>
    <dgm:cxn modelId="{9AE3027B-2E35-4B8F-BE42-CC054E12F8A1}" type="presParOf" srcId="{1293E909-746C-471D-B836-00CE05639476}" destId="{26E2DB53-DFF1-4235-8F86-4184067A26FB}" srcOrd="2" destOrd="0" presId="urn:microsoft.com/office/officeart/2005/8/layout/process3"/>
    <dgm:cxn modelId="{22697383-3D48-4E57-8251-A7A70A5BF123}" type="presParOf" srcId="{A6753091-0F0B-40A2-B531-F79E9C078A38}" destId="{29345F63-C045-47FF-841E-0469DD9BAB98}" srcOrd="1" destOrd="0" presId="urn:microsoft.com/office/officeart/2005/8/layout/process3"/>
    <dgm:cxn modelId="{F22A4430-F4E3-4C84-B1AD-7B98B6DA6F93}" type="presParOf" srcId="{29345F63-C045-47FF-841E-0469DD9BAB98}" destId="{05A5115B-9C4B-470E-BD86-CA1ADFD7DF9E}" srcOrd="0" destOrd="0" presId="urn:microsoft.com/office/officeart/2005/8/layout/process3"/>
    <dgm:cxn modelId="{642061D7-3054-4549-B975-0498F939D198}" type="presParOf" srcId="{A6753091-0F0B-40A2-B531-F79E9C078A38}" destId="{061F18C6-0FF0-4C44-9CED-CBF63B6FAB2F}" srcOrd="2" destOrd="0" presId="urn:microsoft.com/office/officeart/2005/8/layout/process3"/>
    <dgm:cxn modelId="{29108922-C1FC-4F00-B4E8-B5C34A2EE9B9}" type="presParOf" srcId="{061F18C6-0FF0-4C44-9CED-CBF63B6FAB2F}" destId="{418AD4DD-3539-4CAE-AC6C-CB58F244DA50}" srcOrd="0" destOrd="0" presId="urn:microsoft.com/office/officeart/2005/8/layout/process3"/>
    <dgm:cxn modelId="{D6824DDB-DE39-48F6-8DD4-13A56BC25D5F}" type="presParOf" srcId="{061F18C6-0FF0-4C44-9CED-CBF63B6FAB2F}" destId="{71D6746F-2EF7-475B-8E92-9C69D0813D5E}" srcOrd="1" destOrd="0" presId="urn:microsoft.com/office/officeart/2005/8/layout/process3"/>
    <dgm:cxn modelId="{346937AD-EC5A-4490-AA4C-F7948D7ED016}" type="presParOf" srcId="{061F18C6-0FF0-4C44-9CED-CBF63B6FAB2F}" destId="{F11AF00A-D95F-4C00-B989-BCF3BE3AEDEB}" srcOrd="2" destOrd="0" presId="urn:microsoft.com/office/officeart/2005/8/layout/process3"/>
    <dgm:cxn modelId="{061CE8B9-E539-490F-832C-5A1D9855B893}" type="presParOf" srcId="{A6753091-0F0B-40A2-B531-F79E9C078A38}" destId="{6D7A0BBF-9F8C-4A6B-A8F8-34688F4D0BCC}" srcOrd="3" destOrd="0" presId="urn:microsoft.com/office/officeart/2005/8/layout/process3"/>
    <dgm:cxn modelId="{2408AA0D-A125-4F0D-9102-479503FCEF1A}" type="presParOf" srcId="{6D7A0BBF-9F8C-4A6B-A8F8-34688F4D0BCC}" destId="{9E9F8A59-10BB-4B32-9340-0D635F727BD0}" srcOrd="0" destOrd="0" presId="urn:microsoft.com/office/officeart/2005/8/layout/process3"/>
    <dgm:cxn modelId="{65256D3E-D90E-4B1B-945C-CB1BE73323BC}" type="presParOf" srcId="{A6753091-0F0B-40A2-B531-F79E9C078A38}" destId="{BCC6D2B6-3B41-4DA7-B7D6-285014CCE6FA}" srcOrd="4" destOrd="0" presId="urn:microsoft.com/office/officeart/2005/8/layout/process3"/>
    <dgm:cxn modelId="{C227C7AC-E5F1-4B15-AE35-28B19CAB0EE6}" type="presParOf" srcId="{BCC6D2B6-3B41-4DA7-B7D6-285014CCE6FA}" destId="{1965AFD5-1B63-4774-A937-A79561AF8E66}" srcOrd="0" destOrd="0" presId="urn:microsoft.com/office/officeart/2005/8/layout/process3"/>
    <dgm:cxn modelId="{8D427160-8D88-40F6-9328-06092F54BA8D}" type="presParOf" srcId="{BCC6D2B6-3B41-4DA7-B7D6-285014CCE6FA}" destId="{427E87E7-8482-4626-81A7-A6A79D211653}" srcOrd="1" destOrd="0" presId="urn:microsoft.com/office/officeart/2005/8/layout/process3"/>
    <dgm:cxn modelId="{25D1A9AB-3F17-42EF-8064-C3252863BC03}" type="presParOf" srcId="{BCC6D2B6-3B41-4DA7-B7D6-285014CCE6FA}" destId="{1AF180F8-E441-4269-8A87-5F0348086CBD}" srcOrd="2" destOrd="0" presId="urn:microsoft.com/office/officeart/2005/8/layout/process3"/>
    <dgm:cxn modelId="{BB31766D-CCB0-4DC1-A386-8AA6F325B763}" type="presParOf" srcId="{A6753091-0F0B-40A2-B531-F79E9C078A38}" destId="{BFF7EE14-AF04-4327-A5DB-535B3C98452F}" srcOrd="5" destOrd="0" presId="urn:microsoft.com/office/officeart/2005/8/layout/process3"/>
    <dgm:cxn modelId="{3A275BF7-DDF4-40A7-A891-3ECA165B57A5}" type="presParOf" srcId="{BFF7EE14-AF04-4327-A5DB-535B3C98452F}" destId="{0E21A4A0-129D-45FE-94FC-4DA89E7F5B43}" srcOrd="0" destOrd="0" presId="urn:microsoft.com/office/officeart/2005/8/layout/process3"/>
    <dgm:cxn modelId="{3885113B-703D-40BC-9001-0428558E564E}" type="presParOf" srcId="{A6753091-0F0B-40A2-B531-F79E9C078A38}" destId="{BF7DCC4B-5152-4C6B-8E58-5DB8592C0AFD}" srcOrd="6" destOrd="0" presId="urn:microsoft.com/office/officeart/2005/8/layout/process3"/>
    <dgm:cxn modelId="{D6E80623-8B1F-4EA2-A903-83D4F7297995}" type="presParOf" srcId="{BF7DCC4B-5152-4C6B-8E58-5DB8592C0AFD}" destId="{D21A3802-E354-4ED2-A15E-AD3498A2D5AB}" srcOrd="0" destOrd="0" presId="urn:microsoft.com/office/officeart/2005/8/layout/process3"/>
    <dgm:cxn modelId="{AFCAC2CA-8F10-45F9-9331-CF335F7C03A5}" type="presParOf" srcId="{BF7DCC4B-5152-4C6B-8E58-5DB8592C0AFD}" destId="{969FA144-7833-488F-A55A-1F624475AC0E}" srcOrd="1" destOrd="0" presId="urn:microsoft.com/office/officeart/2005/8/layout/process3"/>
    <dgm:cxn modelId="{88621AAE-E380-4D0C-A4F7-07183E0B090C}" type="presParOf" srcId="{BF7DCC4B-5152-4C6B-8E58-5DB8592C0AFD}" destId="{86F3F724-5FD4-4993-A935-D47E380DF994}" srcOrd="2" destOrd="0" presId="urn:microsoft.com/office/officeart/2005/8/layout/process3"/>
    <dgm:cxn modelId="{CC0FDC25-9B84-4F27-8895-942AE3296C27}" type="presParOf" srcId="{A6753091-0F0B-40A2-B531-F79E9C078A38}" destId="{0E3CEF6E-9B86-46C4-9854-03CB70332758}" srcOrd="7" destOrd="0" presId="urn:microsoft.com/office/officeart/2005/8/layout/process3"/>
    <dgm:cxn modelId="{741945C0-54CC-4AD4-84D7-56F24345C3FA}" type="presParOf" srcId="{0E3CEF6E-9B86-46C4-9854-03CB70332758}" destId="{FA45E3AE-F034-43A7-9A65-2BEB0596C55E}" srcOrd="0" destOrd="0" presId="urn:microsoft.com/office/officeart/2005/8/layout/process3"/>
    <dgm:cxn modelId="{9B399643-160F-4366-BB79-A9BF4CE4C5F3}" type="presParOf" srcId="{A6753091-0F0B-40A2-B531-F79E9C078A38}" destId="{B981A847-3F92-4A07-AE45-9F5D18B8920A}" srcOrd="8" destOrd="0" presId="urn:microsoft.com/office/officeart/2005/8/layout/process3"/>
    <dgm:cxn modelId="{E9E45FD8-F8CD-4954-B5B2-71A5DF2EBC2D}" type="presParOf" srcId="{B981A847-3F92-4A07-AE45-9F5D18B8920A}" destId="{E0492135-C5C1-45CA-BA4E-6CA49361A48F}" srcOrd="0" destOrd="0" presId="urn:microsoft.com/office/officeart/2005/8/layout/process3"/>
    <dgm:cxn modelId="{A8618CBD-DB48-4F8C-AB7A-F068D520755A}" type="presParOf" srcId="{B981A847-3F92-4A07-AE45-9F5D18B8920A}" destId="{A67D30E2-05ED-4949-B9CB-52F7AD647B2B}" srcOrd="1" destOrd="0" presId="urn:microsoft.com/office/officeart/2005/8/layout/process3"/>
    <dgm:cxn modelId="{26F8B4A4-C082-4E6B-A00C-8F37007D70C1}" type="presParOf" srcId="{B981A847-3F92-4A07-AE45-9F5D18B8920A}" destId="{52124CBC-0F76-48B5-9E0E-3FE2EB0F1567}"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CB7661-DAB8-414B-8F4A-C609C92C3CD7}" type="doc">
      <dgm:prSet loTypeId="urn:microsoft.com/office/officeart/2005/8/layout/hList9" loCatId="list" qsTypeId="urn:microsoft.com/office/officeart/2005/8/quickstyle/simple1" qsCatId="simple" csTypeId="urn:microsoft.com/office/officeart/2005/8/colors/accent5_2" csCatId="accent5" phldr="1"/>
      <dgm:spPr/>
      <dgm:t>
        <a:bodyPr/>
        <a:lstStyle/>
        <a:p>
          <a:endParaRPr lang="en-US"/>
        </a:p>
      </dgm:t>
    </dgm:pt>
    <dgm:pt modelId="{9B890105-9BCC-4DA8-9B86-E883EF8F4712}">
      <dgm:prSet phldrT="[Text]" phldr="0"/>
      <dgm:spPr/>
      <dgm:t>
        <a:bodyPr/>
        <a:lstStyle/>
        <a:p>
          <a:r>
            <a:rPr lang="en-US" dirty="0"/>
            <a:t>58%</a:t>
          </a:r>
        </a:p>
      </dgm:t>
    </dgm:pt>
    <dgm:pt modelId="{AA39FD0B-EDCD-4019-81F5-187D116A26A8}" type="parTrans" cxnId="{70BB576A-53AA-4FE0-8C5A-8F1417149E31}">
      <dgm:prSet/>
      <dgm:spPr/>
      <dgm:t>
        <a:bodyPr/>
        <a:lstStyle/>
        <a:p>
          <a:endParaRPr lang="en-US"/>
        </a:p>
      </dgm:t>
    </dgm:pt>
    <dgm:pt modelId="{FDB948C0-6FE0-4ADA-97E5-B036F4BC0B8B}" type="sibTrans" cxnId="{70BB576A-53AA-4FE0-8C5A-8F1417149E31}">
      <dgm:prSet/>
      <dgm:spPr/>
      <dgm:t>
        <a:bodyPr/>
        <a:lstStyle/>
        <a:p>
          <a:endParaRPr lang="en-US"/>
        </a:p>
      </dgm:t>
    </dgm:pt>
    <dgm:pt modelId="{466E0F26-3699-4948-8515-60B34655726D}">
      <dgm:prSet phldrT="[Text]" phldr="0"/>
      <dgm:spPr/>
      <dgm:t>
        <a:bodyPr/>
        <a:lstStyle/>
        <a:p>
          <a:r>
            <a:rPr lang="en-US" dirty="0"/>
            <a:t>Expertise Match Rate</a:t>
          </a:r>
        </a:p>
      </dgm:t>
    </dgm:pt>
    <dgm:pt modelId="{6D08726D-BA8C-471F-8AC1-BC701A023A7B}" type="parTrans" cxnId="{58016890-4928-4209-BAE5-9C46CF7EEDF5}">
      <dgm:prSet/>
      <dgm:spPr/>
      <dgm:t>
        <a:bodyPr/>
        <a:lstStyle/>
        <a:p>
          <a:endParaRPr lang="en-US"/>
        </a:p>
      </dgm:t>
    </dgm:pt>
    <dgm:pt modelId="{8995977F-8E66-429E-900E-FCD9AD1D87EF}" type="sibTrans" cxnId="{58016890-4928-4209-BAE5-9C46CF7EEDF5}">
      <dgm:prSet/>
      <dgm:spPr/>
      <dgm:t>
        <a:bodyPr/>
        <a:lstStyle/>
        <a:p>
          <a:endParaRPr lang="en-US"/>
        </a:p>
      </dgm:t>
    </dgm:pt>
    <dgm:pt modelId="{23E1AB7F-10A6-4C94-A4EB-C88D4F4A56BF}">
      <dgm:prSet phldrT="[Text]" phldr="0"/>
      <dgm:spPr/>
      <dgm:t>
        <a:bodyPr/>
        <a:lstStyle/>
        <a:p>
          <a:r>
            <a:rPr lang="en-US" dirty="0"/>
            <a:t>58%</a:t>
          </a:r>
        </a:p>
      </dgm:t>
    </dgm:pt>
    <dgm:pt modelId="{D0C140FB-6E64-417F-94E9-4BB6B4799048}" type="parTrans" cxnId="{A29203DE-623E-47F8-B61D-B860967A7252}">
      <dgm:prSet/>
      <dgm:spPr/>
      <dgm:t>
        <a:bodyPr/>
        <a:lstStyle/>
        <a:p>
          <a:endParaRPr lang="en-US"/>
        </a:p>
      </dgm:t>
    </dgm:pt>
    <dgm:pt modelId="{57CFC390-2E52-438C-BBDD-ADEFCD682BE0}" type="sibTrans" cxnId="{A29203DE-623E-47F8-B61D-B860967A7252}">
      <dgm:prSet/>
      <dgm:spPr/>
      <dgm:t>
        <a:bodyPr/>
        <a:lstStyle/>
        <a:p>
          <a:endParaRPr lang="en-US"/>
        </a:p>
      </dgm:t>
    </dgm:pt>
    <dgm:pt modelId="{4708DF07-021F-4981-ABCB-A70066070206}">
      <dgm:prSet phldrT="[Text]" phldr="0"/>
      <dgm:spPr/>
      <dgm:t>
        <a:bodyPr/>
        <a:lstStyle/>
        <a:p>
          <a:r>
            <a:rPr lang="en-US" dirty="0"/>
            <a:t>Task Completion Rate</a:t>
          </a:r>
        </a:p>
      </dgm:t>
    </dgm:pt>
    <dgm:pt modelId="{20EB457C-00BB-4F1F-BE6D-946E670AFFB9}" type="parTrans" cxnId="{255FAD0E-580D-4005-BC41-45CAFA066732}">
      <dgm:prSet/>
      <dgm:spPr/>
      <dgm:t>
        <a:bodyPr/>
        <a:lstStyle/>
        <a:p>
          <a:endParaRPr lang="en-US"/>
        </a:p>
      </dgm:t>
    </dgm:pt>
    <dgm:pt modelId="{F5D53BE2-0071-46E8-9555-28CB28C55FD2}" type="sibTrans" cxnId="{255FAD0E-580D-4005-BC41-45CAFA066732}">
      <dgm:prSet/>
      <dgm:spPr/>
      <dgm:t>
        <a:bodyPr/>
        <a:lstStyle/>
        <a:p>
          <a:endParaRPr lang="en-US"/>
        </a:p>
      </dgm:t>
    </dgm:pt>
    <dgm:pt modelId="{F7128399-F944-4DA6-93A5-840F859FC468}">
      <dgm:prSet phldrT="[Text]" phldr="0" custT="1"/>
      <dgm:spPr/>
      <dgm:t>
        <a:bodyPr/>
        <a:lstStyle/>
        <a:p>
          <a:r>
            <a:rPr lang="en-US" sz="1600" dirty="0"/>
            <a:t>$16.8K</a:t>
          </a:r>
        </a:p>
      </dgm:t>
    </dgm:pt>
    <dgm:pt modelId="{E0520F21-00B2-4E2C-B251-07F2829EB93F}" type="parTrans" cxnId="{DF285D76-F377-4461-A007-BBFB3DF3A86C}">
      <dgm:prSet/>
      <dgm:spPr/>
      <dgm:t>
        <a:bodyPr/>
        <a:lstStyle/>
        <a:p>
          <a:endParaRPr lang="en-US"/>
        </a:p>
      </dgm:t>
    </dgm:pt>
    <dgm:pt modelId="{565C83FF-386F-4AA8-8E99-13C50727939A}" type="sibTrans" cxnId="{DF285D76-F377-4461-A007-BBFB3DF3A86C}">
      <dgm:prSet/>
      <dgm:spPr/>
      <dgm:t>
        <a:bodyPr/>
        <a:lstStyle/>
        <a:p>
          <a:endParaRPr lang="en-US"/>
        </a:p>
      </dgm:t>
    </dgm:pt>
    <dgm:pt modelId="{A5FBBBE8-180E-49C3-B67F-15117EC363AC}">
      <dgm:prSet phldrT="[Text]" phldr="0"/>
      <dgm:spPr/>
      <dgm:t>
        <a:bodyPr/>
        <a:lstStyle/>
        <a:p>
          <a:r>
            <a:rPr lang="en-US" dirty="0"/>
            <a:t>Total Penalty Cost for Delays</a:t>
          </a:r>
        </a:p>
      </dgm:t>
    </dgm:pt>
    <dgm:pt modelId="{156C6BFA-AA18-4065-949E-60958003BA62}" type="parTrans" cxnId="{7FF7913C-053A-4469-934A-F3994D4BB76D}">
      <dgm:prSet/>
      <dgm:spPr/>
      <dgm:t>
        <a:bodyPr/>
        <a:lstStyle/>
        <a:p>
          <a:endParaRPr lang="en-US"/>
        </a:p>
      </dgm:t>
    </dgm:pt>
    <dgm:pt modelId="{22B551CC-7E8C-45FA-A636-FE3436843ADA}" type="sibTrans" cxnId="{7FF7913C-053A-4469-934A-F3994D4BB76D}">
      <dgm:prSet/>
      <dgm:spPr/>
      <dgm:t>
        <a:bodyPr/>
        <a:lstStyle/>
        <a:p>
          <a:endParaRPr lang="en-US"/>
        </a:p>
      </dgm:t>
    </dgm:pt>
    <dgm:pt modelId="{87C056D4-01A6-4EC7-BF9B-A1EE8002F67A}">
      <dgm:prSet phldrT="[Text]" phldr="0"/>
      <dgm:spPr/>
      <dgm:t>
        <a:bodyPr/>
        <a:lstStyle/>
        <a:p>
          <a:r>
            <a:rPr lang="en-US" dirty="0"/>
            <a:t>3.06</a:t>
          </a:r>
        </a:p>
      </dgm:t>
    </dgm:pt>
    <dgm:pt modelId="{A7639F87-3BE7-41A4-B58E-34B01440DC37}" type="parTrans" cxnId="{B56B6349-A105-4BF1-A576-6C8916E5E7EC}">
      <dgm:prSet/>
      <dgm:spPr/>
      <dgm:t>
        <a:bodyPr/>
        <a:lstStyle/>
        <a:p>
          <a:endParaRPr lang="en-US"/>
        </a:p>
      </dgm:t>
    </dgm:pt>
    <dgm:pt modelId="{FB086569-BC4C-455F-8E29-C90332112B28}" type="sibTrans" cxnId="{B56B6349-A105-4BF1-A576-6C8916E5E7EC}">
      <dgm:prSet/>
      <dgm:spPr/>
      <dgm:t>
        <a:bodyPr/>
        <a:lstStyle/>
        <a:p>
          <a:endParaRPr lang="en-US"/>
        </a:p>
      </dgm:t>
    </dgm:pt>
    <dgm:pt modelId="{150D63B3-8E2E-47BF-9F15-5100418BB6B2}">
      <dgm:prSet phldrT="[Text]" phldr="0"/>
      <dgm:spPr/>
      <dgm:t>
        <a:bodyPr/>
        <a:lstStyle/>
        <a:p>
          <a:r>
            <a:rPr lang="en-US" dirty="0"/>
            <a:t>Customer Satisfaction Score</a:t>
          </a:r>
        </a:p>
      </dgm:t>
    </dgm:pt>
    <dgm:pt modelId="{6FE33608-4F4E-46A3-A234-9CAB7BA9D48E}" type="parTrans" cxnId="{C115BC34-037F-4126-A19D-5175D037ED68}">
      <dgm:prSet/>
      <dgm:spPr/>
      <dgm:t>
        <a:bodyPr/>
        <a:lstStyle/>
        <a:p>
          <a:endParaRPr lang="en-US"/>
        </a:p>
      </dgm:t>
    </dgm:pt>
    <dgm:pt modelId="{D02E1C58-4D15-40B1-83A7-ACC39C5CCD39}" type="sibTrans" cxnId="{C115BC34-037F-4126-A19D-5175D037ED68}">
      <dgm:prSet/>
      <dgm:spPr/>
      <dgm:t>
        <a:bodyPr/>
        <a:lstStyle/>
        <a:p>
          <a:endParaRPr lang="en-US"/>
        </a:p>
      </dgm:t>
    </dgm:pt>
    <dgm:pt modelId="{556CD5AB-64AB-4B82-A2C7-B04018276FD1}" type="pres">
      <dgm:prSet presAssocID="{19CB7661-DAB8-414B-8F4A-C609C92C3CD7}" presName="list" presStyleCnt="0">
        <dgm:presLayoutVars>
          <dgm:dir/>
          <dgm:animLvl val="lvl"/>
        </dgm:presLayoutVars>
      </dgm:prSet>
      <dgm:spPr/>
    </dgm:pt>
    <dgm:pt modelId="{21A04068-8697-4BE5-9372-632CAA24170F}" type="pres">
      <dgm:prSet presAssocID="{9B890105-9BCC-4DA8-9B86-E883EF8F4712}" presName="posSpace" presStyleCnt="0"/>
      <dgm:spPr/>
    </dgm:pt>
    <dgm:pt modelId="{EC26946D-A54F-4A63-A888-2C3BDCE7E2DD}" type="pres">
      <dgm:prSet presAssocID="{9B890105-9BCC-4DA8-9B86-E883EF8F4712}" presName="vertFlow" presStyleCnt="0"/>
      <dgm:spPr/>
    </dgm:pt>
    <dgm:pt modelId="{49786B0F-93F0-4E76-A120-A2609F54E7C9}" type="pres">
      <dgm:prSet presAssocID="{9B890105-9BCC-4DA8-9B86-E883EF8F4712}" presName="topSpace" presStyleCnt="0"/>
      <dgm:spPr/>
    </dgm:pt>
    <dgm:pt modelId="{610E9DF5-A621-47CB-AF75-2EEA6F36BF2B}" type="pres">
      <dgm:prSet presAssocID="{9B890105-9BCC-4DA8-9B86-E883EF8F4712}" presName="firstComp" presStyleCnt="0"/>
      <dgm:spPr/>
    </dgm:pt>
    <dgm:pt modelId="{12868EE7-0729-4387-ACC6-AA97F145B758}" type="pres">
      <dgm:prSet presAssocID="{9B890105-9BCC-4DA8-9B86-E883EF8F4712}" presName="firstChild" presStyleLbl="bgAccFollowNode1" presStyleIdx="0" presStyleCnt="4"/>
      <dgm:spPr/>
    </dgm:pt>
    <dgm:pt modelId="{AA770CCB-9A58-480A-B547-4DD12A0B6201}" type="pres">
      <dgm:prSet presAssocID="{9B890105-9BCC-4DA8-9B86-E883EF8F4712}" presName="firstChildTx" presStyleLbl="bgAccFollowNode1" presStyleIdx="0" presStyleCnt="4">
        <dgm:presLayoutVars>
          <dgm:bulletEnabled val="1"/>
        </dgm:presLayoutVars>
      </dgm:prSet>
      <dgm:spPr/>
    </dgm:pt>
    <dgm:pt modelId="{4DF60D06-E871-4F38-8619-F171E630C170}" type="pres">
      <dgm:prSet presAssocID="{9B890105-9BCC-4DA8-9B86-E883EF8F4712}" presName="negSpace" presStyleCnt="0"/>
      <dgm:spPr/>
    </dgm:pt>
    <dgm:pt modelId="{FE7F598B-6C42-43BD-9C70-F775B81E9E7B}" type="pres">
      <dgm:prSet presAssocID="{9B890105-9BCC-4DA8-9B86-E883EF8F4712}" presName="circle" presStyleLbl="node1" presStyleIdx="0" presStyleCnt="4"/>
      <dgm:spPr/>
    </dgm:pt>
    <dgm:pt modelId="{845422DE-FDEF-420F-B8D6-C382953E7CB7}" type="pres">
      <dgm:prSet presAssocID="{FDB948C0-6FE0-4ADA-97E5-B036F4BC0B8B}" presName="transSpace" presStyleCnt="0"/>
      <dgm:spPr/>
    </dgm:pt>
    <dgm:pt modelId="{F74CB4FF-55DF-4961-829C-10D4EDCBA4F2}" type="pres">
      <dgm:prSet presAssocID="{23E1AB7F-10A6-4C94-A4EB-C88D4F4A56BF}" presName="posSpace" presStyleCnt="0"/>
      <dgm:spPr/>
    </dgm:pt>
    <dgm:pt modelId="{101E4141-BE47-4B02-88E4-DFCBE1382D07}" type="pres">
      <dgm:prSet presAssocID="{23E1AB7F-10A6-4C94-A4EB-C88D4F4A56BF}" presName="vertFlow" presStyleCnt="0"/>
      <dgm:spPr/>
    </dgm:pt>
    <dgm:pt modelId="{6B3AF31B-7D9C-4EBC-BD05-9BC91BC85704}" type="pres">
      <dgm:prSet presAssocID="{23E1AB7F-10A6-4C94-A4EB-C88D4F4A56BF}" presName="topSpace" presStyleCnt="0"/>
      <dgm:spPr/>
    </dgm:pt>
    <dgm:pt modelId="{6B1EBC4B-8C2E-4451-A4CB-8B6DFFDCC3F2}" type="pres">
      <dgm:prSet presAssocID="{23E1AB7F-10A6-4C94-A4EB-C88D4F4A56BF}" presName="firstComp" presStyleCnt="0"/>
      <dgm:spPr/>
    </dgm:pt>
    <dgm:pt modelId="{8815A827-B2A2-46C2-B9A4-209F2720CC8D}" type="pres">
      <dgm:prSet presAssocID="{23E1AB7F-10A6-4C94-A4EB-C88D4F4A56BF}" presName="firstChild" presStyleLbl="bgAccFollowNode1" presStyleIdx="1" presStyleCnt="4"/>
      <dgm:spPr/>
    </dgm:pt>
    <dgm:pt modelId="{8A9BA674-FAAA-45E9-982F-481B94B5F6AB}" type="pres">
      <dgm:prSet presAssocID="{23E1AB7F-10A6-4C94-A4EB-C88D4F4A56BF}" presName="firstChildTx" presStyleLbl="bgAccFollowNode1" presStyleIdx="1" presStyleCnt="4">
        <dgm:presLayoutVars>
          <dgm:bulletEnabled val="1"/>
        </dgm:presLayoutVars>
      </dgm:prSet>
      <dgm:spPr/>
    </dgm:pt>
    <dgm:pt modelId="{A17BD3FB-0CE9-4FA2-8168-7B987CCABF81}" type="pres">
      <dgm:prSet presAssocID="{23E1AB7F-10A6-4C94-A4EB-C88D4F4A56BF}" presName="negSpace" presStyleCnt="0"/>
      <dgm:spPr/>
    </dgm:pt>
    <dgm:pt modelId="{7B717EE1-3C95-4008-8FDE-1B647F94D66F}" type="pres">
      <dgm:prSet presAssocID="{23E1AB7F-10A6-4C94-A4EB-C88D4F4A56BF}" presName="circle" presStyleLbl="node1" presStyleIdx="1" presStyleCnt="4"/>
      <dgm:spPr/>
    </dgm:pt>
    <dgm:pt modelId="{85421A9F-0534-4174-B972-73FBC52301FD}" type="pres">
      <dgm:prSet presAssocID="{57CFC390-2E52-438C-BBDD-ADEFCD682BE0}" presName="transSpace" presStyleCnt="0"/>
      <dgm:spPr/>
    </dgm:pt>
    <dgm:pt modelId="{AA60141A-DF61-4356-B0F6-2EA892013B1A}" type="pres">
      <dgm:prSet presAssocID="{F7128399-F944-4DA6-93A5-840F859FC468}" presName="posSpace" presStyleCnt="0"/>
      <dgm:spPr/>
    </dgm:pt>
    <dgm:pt modelId="{B02B821F-0E19-44D2-88B7-DB43142BE6DB}" type="pres">
      <dgm:prSet presAssocID="{F7128399-F944-4DA6-93A5-840F859FC468}" presName="vertFlow" presStyleCnt="0"/>
      <dgm:spPr/>
    </dgm:pt>
    <dgm:pt modelId="{100556E8-88AC-43C8-8C7C-C609A8F4727C}" type="pres">
      <dgm:prSet presAssocID="{F7128399-F944-4DA6-93A5-840F859FC468}" presName="topSpace" presStyleCnt="0"/>
      <dgm:spPr/>
    </dgm:pt>
    <dgm:pt modelId="{3897DB62-BAC1-411A-B963-D2B086DEF33E}" type="pres">
      <dgm:prSet presAssocID="{F7128399-F944-4DA6-93A5-840F859FC468}" presName="firstComp" presStyleCnt="0"/>
      <dgm:spPr/>
    </dgm:pt>
    <dgm:pt modelId="{C725CD0C-7382-4E71-8825-8D7F2868B5C2}" type="pres">
      <dgm:prSet presAssocID="{F7128399-F944-4DA6-93A5-840F859FC468}" presName="firstChild" presStyleLbl="bgAccFollowNode1" presStyleIdx="2" presStyleCnt="4"/>
      <dgm:spPr/>
    </dgm:pt>
    <dgm:pt modelId="{BA5EB2CB-DCE7-4739-BAC3-4E4060B6FAF0}" type="pres">
      <dgm:prSet presAssocID="{F7128399-F944-4DA6-93A5-840F859FC468}" presName="firstChildTx" presStyleLbl="bgAccFollowNode1" presStyleIdx="2" presStyleCnt="4">
        <dgm:presLayoutVars>
          <dgm:bulletEnabled val="1"/>
        </dgm:presLayoutVars>
      </dgm:prSet>
      <dgm:spPr/>
    </dgm:pt>
    <dgm:pt modelId="{1AAC9D97-0310-4E23-BF0C-D48EE82ECA78}" type="pres">
      <dgm:prSet presAssocID="{F7128399-F944-4DA6-93A5-840F859FC468}" presName="negSpace" presStyleCnt="0"/>
      <dgm:spPr/>
    </dgm:pt>
    <dgm:pt modelId="{2AFF3D1C-16C6-4285-9446-AA45439E44A8}" type="pres">
      <dgm:prSet presAssocID="{F7128399-F944-4DA6-93A5-840F859FC468}" presName="circle" presStyleLbl="node1" presStyleIdx="2" presStyleCnt="4" custScaleX="107198" custLinFactNeighborX="-4150" custLinFactNeighborY="-4756"/>
      <dgm:spPr/>
    </dgm:pt>
    <dgm:pt modelId="{93C95C23-B448-4EEC-A395-9DF8AC849078}" type="pres">
      <dgm:prSet presAssocID="{565C83FF-386F-4AA8-8E99-13C50727939A}" presName="transSpace" presStyleCnt="0"/>
      <dgm:spPr/>
    </dgm:pt>
    <dgm:pt modelId="{CD017CE6-6310-4E27-9CEB-F73B4B8E718D}" type="pres">
      <dgm:prSet presAssocID="{87C056D4-01A6-4EC7-BF9B-A1EE8002F67A}" presName="posSpace" presStyleCnt="0"/>
      <dgm:spPr/>
    </dgm:pt>
    <dgm:pt modelId="{FE8A7A80-8316-4D9A-9DF2-DF063963B6B4}" type="pres">
      <dgm:prSet presAssocID="{87C056D4-01A6-4EC7-BF9B-A1EE8002F67A}" presName="vertFlow" presStyleCnt="0"/>
      <dgm:spPr/>
    </dgm:pt>
    <dgm:pt modelId="{D50455E2-5CB3-4D7F-AF92-2EE4D432378F}" type="pres">
      <dgm:prSet presAssocID="{87C056D4-01A6-4EC7-BF9B-A1EE8002F67A}" presName="topSpace" presStyleCnt="0"/>
      <dgm:spPr/>
    </dgm:pt>
    <dgm:pt modelId="{5DB8C171-A4F7-47A6-88AE-5E58CBC11132}" type="pres">
      <dgm:prSet presAssocID="{87C056D4-01A6-4EC7-BF9B-A1EE8002F67A}" presName="firstComp" presStyleCnt="0"/>
      <dgm:spPr/>
    </dgm:pt>
    <dgm:pt modelId="{F280C316-3B76-4BCE-9C73-202EDEA4C93D}" type="pres">
      <dgm:prSet presAssocID="{87C056D4-01A6-4EC7-BF9B-A1EE8002F67A}" presName="firstChild" presStyleLbl="bgAccFollowNode1" presStyleIdx="3" presStyleCnt="4"/>
      <dgm:spPr/>
    </dgm:pt>
    <dgm:pt modelId="{7EE6EBBA-FAE5-4B4D-B487-11118F7C8566}" type="pres">
      <dgm:prSet presAssocID="{87C056D4-01A6-4EC7-BF9B-A1EE8002F67A}" presName="firstChildTx" presStyleLbl="bgAccFollowNode1" presStyleIdx="3" presStyleCnt="4">
        <dgm:presLayoutVars>
          <dgm:bulletEnabled val="1"/>
        </dgm:presLayoutVars>
      </dgm:prSet>
      <dgm:spPr/>
    </dgm:pt>
    <dgm:pt modelId="{82C833CD-6DBD-4295-95BB-EAFF34E1D584}" type="pres">
      <dgm:prSet presAssocID="{87C056D4-01A6-4EC7-BF9B-A1EE8002F67A}" presName="negSpace" presStyleCnt="0"/>
      <dgm:spPr/>
    </dgm:pt>
    <dgm:pt modelId="{D521A7E5-A2BB-4BB0-A5BA-ACBEC632E650}" type="pres">
      <dgm:prSet presAssocID="{87C056D4-01A6-4EC7-BF9B-A1EE8002F67A}" presName="circle" presStyleLbl="node1" presStyleIdx="3" presStyleCnt="4"/>
      <dgm:spPr/>
    </dgm:pt>
  </dgm:ptLst>
  <dgm:cxnLst>
    <dgm:cxn modelId="{8D8A810B-154E-4905-843F-3312E3AC26E7}" type="presOf" srcId="{A5FBBBE8-180E-49C3-B67F-15117EC363AC}" destId="{BA5EB2CB-DCE7-4739-BAC3-4E4060B6FAF0}" srcOrd="1" destOrd="0" presId="urn:microsoft.com/office/officeart/2005/8/layout/hList9"/>
    <dgm:cxn modelId="{255FAD0E-580D-4005-BC41-45CAFA066732}" srcId="{23E1AB7F-10A6-4C94-A4EB-C88D4F4A56BF}" destId="{4708DF07-021F-4981-ABCB-A70066070206}" srcOrd="0" destOrd="0" parTransId="{20EB457C-00BB-4F1F-BE6D-946E670AFFB9}" sibTransId="{F5D53BE2-0071-46E8-9555-28CB28C55FD2}"/>
    <dgm:cxn modelId="{D91EF726-ED2D-4787-A0B5-23A0946A537D}" type="presOf" srcId="{4708DF07-021F-4981-ABCB-A70066070206}" destId="{8815A827-B2A2-46C2-B9A4-209F2720CC8D}" srcOrd="0" destOrd="0" presId="urn:microsoft.com/office/officeart/2005/8/layout/hList9"/>
    <dgm:cxn modelId="{911EC02D-5CA2-417B-946F-D27B177044A2}" type="presOf" srcId="{A5FBBBE8-180E-49C3-B67F-15117EC363AC}" destId="{C725CD0C-7382-4E71-8825-8D7F2868B5C2}" srcOrd="0" destOrd="0" presId="urn:microsoft.com/office/officeart/2005/8/layout/hList9"/>
    <dgm:cxn modelId="{A1198931-B76C-47F3-B012-D9AD3EDBAFDD}" type="presOf" srcId="{87C056D4-01A6-4EC7-BF9B-A1EE8002F67A}" destId="{D521A7E5-A2BB-4BB0-A5BA-ACBEC632E650}" srcOrd="0" destOrd="0" presId="urn:microsoft.com/office/officeart/2005/8/layout/hList9"/>
    <dgm:cxn modelId="{C115BC34-037F-4126-A19D-5175D037ED68}" srcId="{87C056D4-01A6-4EC7-BF9B-A1EE8002F67A}" destId="{150D63B3-8E2E-47BF-9F15-5100418BB6B2}" srcOrd="0" destOrd="0" parTransId="{6FE33608-4F4E-46A3-A234-9CAB7BA9D48E}" sibTransId="{D02E1C58-4D15-40B1-83A7-ACC39C5CCD39}"/>
    <dgm:cxn modelId="{7FF7913C-053A-4469-934A-F3994D4BB76D}" srcId="{F7128399-F944-4DA6-93A5-840F859FC468}" destId="{A5FBBBE8-180E-49C3-B67F-15117EC363AC}" srcOrd="0" destOrd="0" parTransId="{156C6BFA-AA18-4065-949E-60958003BA62}" sibTransId="{22B551CC-7E8C-45FA-A636-FE3436843ADA}"/>
    <dgm:cxn modelId="{A672BB3C-D0E6-47EB-B186-C7449AC7C1FB}" type="presOf" srcId="{466E0F26-3699-4948-8515-60B34655726D}" destId="{12868EE7-0729-4387-ACC6-AA97F145B758}" srcOrd="0" destOrd="0" presId="urn:microsoft.com/office/officeart/2005/8/layout/hList9"/>
    <dgm:cxn modelId="{8EF3EB62-4052-4F38-A770-4286C532E2BE}" type="presOf" srcId="{466E0F26-3699-4948-8515-60B34655726D}" destId="{AA770CCB-9A58-480A-B547-4DD12A0B6201}" srcOrd="1" destOrd="0" presId="urn:microsoft.com/office/officeart/2005/8/layout/hList9"/>
    <dgm:cxn modelId="{B56B6349-A105-4BF1-A576-6C8916E5E7EC}" srcId="{19CB7661-DAB8-414B-8F4A-C609C92C3CD7}" destId="{87C056D4-01A6-4EC7-BF9B-A1EE8002F67A}" srcOrd="3" destOrd="0" parTransId="{A7639F87-3BE7-41A4-B58E-34B01440DC37}" sibTransId="{FB086569-BC4C-455F-8E29-C90332112B28}"/>
    <dgm:cxn modelId="{70BB576A-53AA-4FE0-8C5A-8F1417149E31}" srcId="{19CB7661-DAB8-414B-8F4A-C609C92C3CD7}" destId="{9B890105-9BCC-4DA8-9B86-E883EF8F4712}" srcOrd="0" destOrd="0" parTransId="{AA39FD0B-EDCD-4019-81F5-187D116A26A8}" sibTransId="{FDB948C0-6FE0-4ADA-97E5-B036F4BC0B8B}"/>
    <dgm:cxn modelId="{AA459D71-F62E-4C95-9505-34662F45BC14}" type="presOf" srcId="{9B890105-9BCC-4DA8-9B86-E883EF8F4712}" destId="{FE7F598B-6C42-43BD-9C70-F775B81E9E7B}" srcOrd="0" destOrd="0" presId="urn:microsoft.com/office/officeart/2005/8/layout/hList9"/>
    <dgm:cxn modelId="{DF285D76-F377-4461-A007-BBFB3DF3A86C}" srcId="{19CB7661-DAB8-414B-8F4A-C609C92C3CD7}" destId="{F7128399-F944-4DA6-93A5-840F859FC468}" srcOrd="2" destOrd="0" parTransId="{E0520F21-00B2-4E2C-B251-07F2829EB93F}" sibTransId="{565C83FF-386F-4AA8-8E99-13C50727939A}"/>
    <dgm:cxn modelId="{00955389-52FE-438A-BD81-C89F017FDB10}" type="presOf" srcId="{150D63B3-8E2E-47BF-9F15-5100418BB6B2}" destId="{7EE6EBBA-FAE5-4B4D-B487-11118F7C8566}" srcOrd="1" destOrd="0" presId="urn:microsoft.com/office/officeart/2005/8/layout/hList9"/>
    <dgm:cxn modelId="{58016890-4928-4209-BAE5-9C46CF7EEDF5}" srcId="{9B890105-9BCC-4DA8-9B86-E883EF8F4712}" destId="{466E0F26-3699-4948-8515-60B34655726D}" srcOrd="0" destOrd="0" parTransId="{6D08726D-BA8C-471F-8AC1-BC701A023A7B}" sibTransId="{8995977F-8E66-429E-900E-FCD9AD1D87EF}"/>
    <dgm:cxn modelId="{72E11495-AC7C-42B1-A78C-2DCF2479E1A4}" type="presOf" srcId="{150D63B3-8E2E-47BF-9F15-5100418BB6B2}" destId="{F280C316-3B76-4BCE-9C73-202EDEA4C93D}" srcOrd="0" destOrd="0" presId="urn:microsoft.com/office/officeart/2005/8/layout/hList9"/>
    <dgm:cxn modelId="{BACCCCC0-C863-42E4-ACE9-10AF54FB08C3}" type="presOf" srcId="{19CB7661-DAB8-414B-8F4A-C609C92C3CD7}" destId="{556CD5AB-64AB-4B82-A2C7-B04018276FD1}" srcOrd="0" destOrd="0" presId="urn:microsoft.com/office/officeart/2005/8/layout/hList9"/>
    <dgm:cxn modelId="{CE91D5D6-6BFC-43FA-97E7-4231CC986F43}" type="presOf" srcId="{4708DF07-021F-4981-ABCB-A70066070206}" destId="{8A9BA674-FAAA-45E9-982F-481B94B5F6AB}" srcOrd="1" destOrd="0" presId="urn:microsoft.com/office/officeart/2005/8/layout/hList9"/>
    <dgm:cxn modelId="{A29203DE-623E-47F8-B61D-B860967A7252}" srcId="{19CB7661-DAB8-414B-8F4A-C609C92C3CD7}" destId="{23E1AB7F-10A6-4C94-A4EB-C88D4F4A56BF}" srcOrd="1" destOrd="0" parTransId="{D0C140FB-6E64-417F-94E9-4BB6B4799048}" sibTransId="{57CFC390-2E52-438C-BBDD-ADEFCD682BE0}"/>
    <dgm:cxn modelId="{2C09F8DE-26CA-4387-A946-682CCA466268}" type="presOf" srcId="{F7128399-F944-4DA6-93A5-840F859FC468}" destId="{2AFF3D1C-16C6-4285-9446-AA45439E44A8}" srcOrd="0" destOrd="0" presId="urn:microsoft.com/office/officeart/2005/8/layout/hList9"/>
    <dgm:cxn modelId="{95246FF7-FCD2-4E33-8DD5-FA4D7385C24E}" type="presOf" srcId="{23E1AB7F-10A6-4C94-A4EB-C88D4F4A56BF}" destId="{7B717EE1-3C95-4008-8FDE-1B647F94D66F}" srcOrd="0" destOrd="0" presId="urn:microsoft.com/office/officeart/2005/8/layout/hList9"/>
    <dgm:cxn modelId="{0933C70A-7872-479C-A214-175B2340F4A0}" type="presParOf" srcId="{556CD5AB-64AB-4B82-A2C7-B04018276FD1}" destId="{21A04068-8697-4BE5-9372-632CAA24170F}" srcOrd="0" destOrd="0" presId="urn:microsoft.com/office/officeart/2005/8/layout/hList9"/>
    <dgm:cxn modelId="{74DCB4E7-053D-45DB-9166-89D080A62885}" type="presParOf" srcId="{556CD5AB-64AB-4B82-A2C7-B04018276FD1}" destId="{EC26946D-A54F-4A63-A888-2C3BDCE7E2DD}" srcOrd="1" destOrd="0" presId="urn:microsoft.com/office/officeart/2005/8/layout/hList9"/>
    <dgm:cxn modelId="{06E9A2B9-22A7-468E-8359-6D79915E063C}" type="presParOf" srcId="{EC26946D-A54F-4A63-A888-2C3BDCE7E2DD}" destId="{49786B0F-93F0-4E76-A120-A2609F54E7C9}" srcOrd="0" destOrd="0" presId="urn:microsoft.com/office/officeart/2005/8/layout/hList9"/>
    <dgm:cxn modelId="{55D2F4DC-3959-4743-AA63-8213861E1C6D}" type="presParOf" srcId="{EC26946D-A54F-4A63-A888-2C3BDCE7E2DD}" destId="{610E9DF5-A621-47CB-AF75-2EEA6F36BF2B}" srcOrd="1" destOrd="0" presId="urn:microsoft.com/office/officeart/2005/8/layout/hList9"/>
    <dgm:cxn modelId="{C67B2E0F-CD6A-47F2-A40D-3CCA70765802}" type="presParOf" srcId="{610E9DF5-A621-47CB-AF75-2EEA6F36BF2B}" destId="{12868EE7-0729-4387-ACC6-AA97F145B758}" srcOrd="0" destOrd="0" presId="urn:microsoft.com/office/officeart/2005/8/layout/hList9"/>
    <dgm:cxn modelId="{BB9421A3-6164-487E-A725-72029BB2DE70}" type="presParOf" srcId="{610E9DF5-A621-47CB-AF75-2EEA6F36BF2B}" destId="{AA770CCB-9A58-480A-B547-4DD12A0B6201}" srcOrd="1" destOrd="0" presId="urn:microsoft.com/office/officeart/2005/8/layout/hList9"/>
    <dgm:cxn modelId="{A452A90B-1ED0-451D-A1D7-B3A24C3A083B}" type="presParOf" srcId="{556CD5AB-64AB-4B82-A2C7-B04018276FD1}" destId="{4DF60D06-E871-4F38-8619-F171E630C170}" srcOrd="2" destOrd="0" presId="urn:microsoft.com/office/officeart/2005/8/layout/hList9"/>
    <dgm:cxn modelId="{15BEFD7C-329F-4B06-A7DB-72481157AD52}" type="presParOf" srcId="{556CD5AB-64AB-4B82-A2C7-B04018276FD1}" destId="{FE7F598B-6C42-43BD-9C70-F775B81E9E7B}" srcOrd="3" destOrd="0" presId="urn:microsoft.com/office/officeart/2005/8/layout/hList9"/>
    <dgm:cxn modelId="{0754938C-5BE7-4031-9538-E77A42B3CEB8}" type="presParOf" srcId="{556CD5AB-64AB-4B82-A2C7-B04018276FD1}" destId="{845422DE-FDEF-420F-B8D6-C382953E7CB7}" srcOrd="4" destOrd="0" presId="urn:microsoft.com/office/officeart/2005/8/layout/hList9"/>
    <dgm:cxn modelId="{A217BA65-C72C-4BC2-A2CC-4373C91D6068}" type="presParOf" srcId="{556CD5AB-64AB-4B82-A2C7-B04018276FD1}" destId="{F74CB4FF-55DF-4961-829C-10D4EDCBA4F2}" srcOrd="5" destOrd="0" presId="urn:microsoft.com/office/officeart/2005/8/layout/hList9"/>
    <dgm:cxn modelId="{0564B737-6CB1-4D5E-A966-83FB6DAA5C64}" type="presParOf" srcId="{556CD5AB-64AB-4B82-A2C7-B04018276FD1}" destId="{101E4141-BE47-4B02-88E4-DFCBE1382D07}" srcOrd="6" destOrd="0" presId="urn:microsoft.com/office/officeart/2005/8/layout/hList9"/>
    <dgm:cxn modelId="{22FB7D2B-6004-4BF1-B837-F433DD7110AE}" type="presParOf" srcId="{101E4141-BE47-4B02-88E4-DFCBE1382D07}" destId="{6B3AF31B-7D9C-4EBC-BD05-9BC91BC85704}" srcOrd="0" destOrd="0" presId="urn:microsoft.com/office/officeart/2005/8/layout/hList9"/>
    <dgm:cxn modelId="{93F11159-F1FC-45B7-8305-1143C15E39E8}" type="presParOf" srcId="{101E4141-BE47-4B02-88E4-DFCBE1382D07}" destId="{6B1EBC4B-8C2E-4451-A4CB-8B6DFFDCC3F2}" srcOrd="1" destOrd="0" presId="urn:microsoft.com/office/officeart/2005/8/layout/hList9"/>
    <dgm:cxn modelId="{1D3A5BDB-3982-4EA3-9C2D-ED6B8092467A}" type="presParOf" srcId="{6B1EBC4B-8C2E-4451-A4CB-8B6DFFDCC3F2}" destId="{8815A827-B2A2-46C2-B9A4-209F2720CC8D}" srcOrd="0" destOrd="0" presId="urn:microsoft.com/office/officeart/2005/8/layout/hList9"/>
    <dgm:cxn modelId="{185E8108-3513-43EC-8509-396A43DF203F}" type="presParOf" srcId="{6B1EBC4B-8C2E-4451-A4CB-8B6DFFDCC3F2}" destId="{8A9BA674-FAAA-45E9-982F-481B94B5F6AB}" srcOrd="1" destOrd="0" presId="urn:microsoft.com/office/officeart/2005/8/layout/hList9"/>
    <dgm:cxn modelId="{CC7E5C26-73B2-49C2-BDC6-D30C60A73DF6}" type="presParOf" srcId="{556CD5AB-64AB-4B82-A2C7-B04018276FD1}" destId="{A17BD3FB-0CE9-4FA2-8168-7B987CCABF81}" srcOrd="7" destOrd="0" presId="urn:microsoft.com/office/officeart/2005/8/layout/hList9"/>
    <dgm:cxn modelId="{8BAE5CF7-1BD1-40FD-A8D5-7A0001547D44}" type="presParOf" srcId="{556CD5AB-64AB-4B82-A2C7-B04018276FD1}" destId="{7B717EE1-3C95-4008-8FDE-1B647F94D66F}" srcOrd="8" destOrd="0" presId="urn:microsoft.com/office/officeart/2005/8/layout/hList9"/>
    <dgm:cxn modelId="{02E7C73B-0E80-4C46-8C45-4E03814B9BBD}" type="presParOf" srcId="{556CD5AB-64AB-4B82-A2C7-B04018276FD1}" destId="{85421A9F-0534-4174-B972-73FBC52301FD}" srcOrd="9" destOrd="0" presId="urn:microsoft.com/office/officeart/2005/8/layout/hList9"/>
    <dgm:cxn modelId="{53112E8E-34DC-4506-BDA6-E4B317DAD976}" type="presParOf" srcId="{556CD5AB-64AB-4B82-A2C7-B04018276FD1}" destId="{AA60141A-DF61-4356-B0F6-2EA892013B1A}" srcOrd="10" destOrd="0" presId="urn:microsoft.com/office/officeart/2005/8/layout/hList9"/>
    <dgm:cxn modelId="{94BC76EB-663B-4F1C-8FD4-9A3BB267569B}" type="presParOf" srcId="{556CD5AB-64AB-4B82-A2C7-B04018276FD1}" destId="{B02B821F-0E19-44D2-88B7-DB43142BE6DB}" srcOrd="11" destOrd="0" presId="urn:microsoft.com/office/officeart/2005/8/layout/hList9"/>
    <dgm:cxn modelId="{88ED256F-3D52-4B98-A544-71B885603258}" type="presParOf" srcId="{B02B821F-0E19-44D2-88B7-DB43142BE6DB}" destId="{100556E8-88AC-43C8-8C7C-C609A8F4727C}" srcOrd="0" destOrd="0" presId="urn:microsoft.com/office/officeart/2005/8/layout/hList9"/>
    <dgm:cxn modelId="{5E8C2031-C1C6-43EF-A4D8-E7463564471F}" type="presParOf" srcId="{B02B821F-0E19-44D2-88B7-DB43142BE6DB}" destId="{3897DB62-BAC1-411A-B963-D2B086DEF33E}" srcOrd="1" destOrd="0" presId="urn:microsoft.com/office/officeart/2005/8/layout/hList9"/>
    <dgm:cxn modelId="{83E28C09-75B1-423E-986D-E39766ABE3DD}" type="presParOf" srcId="{3897DB62-BAC1-411A-B963-D2B086DEF33E}" destId="{C725CD0C-7382-4E71-8825-8D7F2868B5C2}" srcOrd="0" destOrd="0" presId="urn:microsoft.com/office/officeart/2005/8/layout/hList9"/>
    <dgm:cxn modelId="{04F412B7-F65E-4C35-8C09-B93D105A9B53}" type="presParOf" srcId="{3897DB62-BAC1-411A-B963-D2B086DEF33E}" destId="{BA5EB2CB-DCE7-4739-BAC3-4E4060B6FAF0}" srcOrd="1" destOrd="0" presId="urn:microsoft.com/office/officeart/2005/8/layout/hList9"/>
    <dgm:cxn modelId="{6A48AFFC-A2C6-482A-AAC5-282CD613BBF8}" type="presParOf" srcId="{556CD5AB-64AB-4B82-A2C7-B04018276FD1}" destId="{1AAC9D97-0310-4E23-BF0C-D48EE82ECA78}" srcOrd="12" destOrd="0" presId="urn:microsoft.com/office/officeart/2005/8/layout/hList9"/>
    <dgm:cxn modelId="{0FC3FDC0-BEE0-489D-AFD7-A446631BB0FC}" type="presParOf" srcId="{556CD5AB-64AB-4B82-A2C7-B04018276FD1}" destId="{2AFF3D1C-16C6-4285-9446-AA45439E44A8}" srcOrd="13" destOrd="0" presId="urn:microsoft.com/office/officeart/2005/8/layout/hList9"/>
    <dgm:cxn modelId="{BD955892-06D7-47EA-86C3-708C446A6B60}" type="presParOf" srcId="{556CD5AB-64AB-4B82-A2C7-B04018276FD1}" destId="{93C95C23-B448-4EEC-A395-9DF8AC849078}" srcOrd="14" destOrd="0" presId="urn:microsoft.com/office/officeart/2005/8/layout/hList9"/>
    <dgm:cxn modelId="{D6669B1B-BFFC-424D-9A7F-DF1B951FC6AC}" type="presParOf" srcId="{556CD5AB-64AB-4B82-A2C7-B04018276FD1}" destId="{CD017CE6-6310-4E27-9CEB-F73B4B8E718D}" srcOrd="15" destOrd="0" presId="urn:microsoft.com/office/officeart/2005/8/layout/hList9"/>
    <dgm:cxn modelId="{B7524E25-507D-445C-9428-CB9B3492C9AE}" type="presParOf" srcId="{556CD5AB-64AB-4B82-A2C7-B04018276FD1}" destId="{FE8A7A80-8316-4D9A-9DF2-DF063963B6B4}" srcOrd="16" destOrd="0" presId="urn:microsoft.com/office/officeart/2005/8/layout/hList9"/>
    <dgm:cxn modelId="{DD637EED-5BC7-4226-BDFC-D5DDB0604046}" type="presParOf" srcId="{FE8A7A80-8316-4D9A-9DF2-DF063963B6B4}" destId="{D50455E2-5CB3-4D7F-AF92-2EE4D432378F}" srcOrd="0" destOrd="0" presId="urn:microsoft.com/office/officeart/2005/8/layout/hList9"/>
    <dgm:cxn modelId="{3D20CE27-40FB-460C-8A6C-B2F91DD2339A}" type="presParOf" srcId="{FE8A7A80-8316-4D9A-9DF2-DF063963B6B4}" destId="{5DB8C171-A4F7-47A6-88AE-5E58CBC11132}" srcOrd="1" destOrd="0" presId="urn:microsoft.com/office/officeart/2005/8/layout/hList9"/>
    <dgm:cxn modelId="{187C90AA-EEDC-4C95-8136-76D4DB7CE43F}" type="presParOf" srcId="{5DB8C171-A4F7-47A6-88AE-5E58CBC11132}" destId="{F280C316-3B76-4BCE-9C73-202EDEA4C93D}" srcOrd="0" destOrd="0" presId="urn:microsoft.com/office/officeart/2005/8/layout/hList9"/>
    <dgm:cxn modelId="{8A741167-D590-48A7-B6C2-8CB1F3B30BF7}" type="presParOf" srcId="{5DB8C171-A4F7-47A6-88AE-5E58CBC11132}" destId="{7EE6EBBA-FAE5-4B4D-B487-11118F7C8566}" srcOrd="1" destOrd="0" presId="urn:microsoft.com/office/officeart/2005/8/layout/hList9"/>
    <dgm:cxn modelId="{A633EC7E-95E5-41E4-86DB-5F9BFDA2F6A3}" type="presParOf" srcId="{556CD5AB-64AB-4B82-A2C7-B04018276FD1}" destId="{82C833CD-6DBD-4295-95BB-EAFF34E1D584}" srcOrd="17" destOrd="0" presId="urn:microsoft.com/office/officeart/2005/8/layout/hList9"/>
    <dgm:cxn modelId="{3CC998BF-6CB6-4263-A6BD-89C4324BBBF1}" type="presParOf" srcId="{556CD5AB-64AB-4B82-A2C7-B04018276FD1}" destId="{D521A7E5-A2BB-4BB0-A5BA-ACBEC632E650}" srcOrd="18" destOrd="0" presId="urn:microsoft.com/office/officeart/2005/8/layout/hList9"/>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3B6316-4DBB-4BF8-B9D9-A6B7CA293FDC}" type="doc">
      <dgm:prSet loTypeId="urn:microsoft.com/office/officeart/2005/8/layout/lProcess2" loCatId="list" qsTypeId="urn:microsoft.com/office/officeart/2005/8/quickstyle/simple1" qsCatId="simple" csTypeId="urn:microsoft.com/office/officeart/2005/8/colors/accent4_2" csCatId="accent4" phldr="1"/>
      <dgm:spPr/>
      <dgm:t>
        <a:bodyPr/>
        <a:lstStyle/>
        <a:p>
          <a:endParaRPr lang="en-US"/>
        </a:p>
      </dgm:t>
    </dgm:pt>
    <dgm:pt modelId="{E3CD6BB2-29E7-4AB4-B8FB-05D5335A58DD}">
      <dgm:prSet phldrT="[Text]"/>
      <dgm:spPr/>
      <dgm:t>
        <a:bodyPr/>
        <a:lstStyle/>
        <a:p>
          <a:r>
            <a:rPr lang="en-US" dirty="0"/>
            <a:t>Financial</a:t>
          </a:r>
        </a:p>
      </dgm:t>
    </dgm:pt>
    <dgm:pt modelId="{D4410D8F-5A06-4662-B8D4-00DA76987782}" type="parTrans" cxnId="{F30EDCDD-39DF-410F-B16C-B9DF39DF9DD2}">
      <dgm:prSet/>
      <dgm:spPr/>
      <dgm:t>
        <a:bodyPr/>
        <a:lstStyle/>
        <a:p>
          <a:endParaRPr lang="en-US"/>
        </a:p>
      </dgm:t>
    </dgm:pt>
    <dgm:pt modelId="{35F2F9E9-514B-4BE4-9013-4D66ADB49AAE}" type="sibTrans" cxnId="{F30EDCDD-39DF-410F-B16C-B9DF39DF9DD2}">
      <dgm:prSet/>
      <dgm:spPr/>
      <dgm:t>
        <a:bodyPr/>
        <a:lstStyle/>
        <a:p>
          <a:endParaRPr lang="en-US"/>
        </a:p>
      </dgm:t>
    </dgm:pt>
    <dgm:pt modelId="{9D2D7FAA-4D47-4A24-B1F8-4B7CCDD140FF}">
      <dgm:prSet phldrT="[Text]"/>
      <dgm:spPr/>
      <dgm:t>
        <a:bodyPr/>
        <a:lstStyle/>
        <a:p>
          <a:pPr>
            <a:buFontTx/>
            <a:buChar char="-"/>
          </a:pPr>
          <a:r>
            <a:rPr lang="en-US" b="1" dirty="0"/>
            <a:t>Rework costs</a:t>
          </a:r>
          <a:r>
            <a:rPr lang="en-US" dirty="0"/>
            <a:t> from failed assignments</a:t>
          </a:r>
        </a:p>
      </dgm:t>
    </dgm:pt>
    <dgm:pt modelId="{5B233D32-C313-4B72-AD79-D2A64548D69F}" type="parTrans" cxnId="{24D067B1-84D4-421D-82C6-9F4D0CA8B55E}">
      <dgm:prSet/>
      <dgm:spPr/>
      <dgm:t>
        <a:bodyPr/>
        <a:lstStyle/>
        <a:p>
          <a:endParaRPr lang="en-US"/>
        </a:p>
      </dgm:t>
    </dgm:pt>
    <dgm:pt modelId="{134A7904-F7F3-4F52-A76C-40E9B5814643}" type="sibTrans" cxnId="{24D067B1-84D4-421D-82C6-9F4D0CA8B55E}">
      <dgm:prSet/>
      <dgm:spPr/>
      <dgm:t>
        <a:bodyPr/>
        <a:lstStyle/>
        <a:p>
          <a:endParaRPr lang="en-US"/>
        </a:p>
      </dgm:t>
    </dgm:pt>
    <dgm:pt modelId="{51DA60F4-1A28-45EC-A721-69BBEE8985C4}">
      <dgm:prSet phldrT="[Text]"/>
      <dgm:spPr/>
      <dgm:t>
        <a:bodyPr/>
        <a:lstStyle/>
        <a:p>
          <a:pPr>
            <a:buFontTx/>
            <a:buChar char="-"/>
          </a:pPr>
          <a:r>
            <a:rPr lang="en-US" dirty="0"/>
            <a:t>Revenue loss due to </a:t>
          </a:r>
          <a:r>
            <a:rPr lang="en-US" b="1" dirty="0"/>
            <a:t>missed SLAs and churn</a:t>
          </a:r>
          <a:r>
            <a:rPr lang="en-US" dirty="0"/>
            <a:t> from dissatisfied customers</a:t>
          </a:r>
        </a:p>
      </dgm:t>
    </dgm:pt>
    <dgm:pt modelId="{CC07A4AC-E3B9-4A76-A1F8-9DE2472FE0D4}" type="parTrans" cxnId="{EBD4F0A3-A21D-422F-A4D1-0D1393AB95C4}">
      <dgm:prSet/>
      <dgm:spPr/>
      <dgm:t>
        <a:bodyPr/>
        <a:lstStyle/>
        <a:p>
          <a:endParaRPr lang="en-US"/>
        </a:p>
      </dgm:t>
    </dgm:pt>
    <dgm:pt modelId="{AAA83BF7-81BA-4DAE-8CEC-7531500B098C}" type="sibTrans" cxnId="{EBD4F0A3-A21D-422F-A4D1-0D1393AB95C4}">
      <dgm:prSet/>
      <dgm:spPr/>
      <dgm:t>
        <a:bodyPr/>
        <a:lstStyle/>
        <a:p>
          <a:endParaRPr lang="en-US"/>
        </a:p>
      </dgm:t>
    </dgm:pt>
    <dgm:pt modelId="{5E430B76-B9D1-4A35-980B-8466363D6564}">
      <dgm:prSet phldrT="[Text]"/>
      <dgm:spPr/>
      <dgm:t>
        <a:bodyPr/>
        <a:lstStyle/>
        <a:p>
          <a:r>
            <a:rPr lang="en-US" dirty="0"/>
            <a:t>Operational</a:t>
          </a:r>
        </a:p>
      </dgm:t>
    </dgm:pt>
    <dgm:pt modelId="{65741E11-2C46-4DE3-954A-AD8FABB4159F}" type="parTrans" cxnId="{7303EEB1-0254-4DB4-A536-208BCBBD4132}">
      <dgm:prSet/>
      <dgm:spPr/>
      <dgm:t>
        <a:bodyPr/>
        <a:lstStyle/>
        <a:p>
          <a:endParaRPr lang="en-US"/>
        </a:p>
      </dgm:t>
    </dgm:pt>
    <dgm:pt modelId="{B8AE4C59-7B4D-49E4-BC18-752DD81FEA39}" type="sibTrans" cxnId="{7303EEB1-0254-4DB4-A536-208BCBBD4132}">
      <dgm:prSet/>
      <dgm:spPr/>
      <dgm:t>
        <a:bodyPr/>
        <a:lstStyle/>
        <a:p>
          <a:endParaRPr lang="en-US"/>
        </a:p>
      </dgm:t>
    </dgm:pt>
    <dgm:pt modelId="{66C41EEA-F6EA-4959-B32C-DDF43595E6E6}">
      <dgm:prSet phldrT="[Text]"/>
      <dgm:spPr/>
      <dgm:t>
        <a:bodyPr/>
        <a:lstStyle/>
        <a:p>
          <a:pPr>
            <a:buFontTx/>
            <a:buChar char="-"/>
          </a:pPr>
          <a:r>
            <a:rPr lang="en-US" b="1" dirty="0"/>
            <a:t>Inefficient scheduling</a:t>
          </a:r>
          <a:r>
            <a:rPr lang="en-US" dirty="0"/>
            <a:t> → technician idle time and misallocations</a:t>
          </a:r>
        </a:p>
      </dgm:t>
    </dgm:pt>
    <dgm:pt modelId="{C44937B4-6939-42D5-9CF0-CA3242BFCF28}" type="parTrans" cxnId="{A417E8A7-E017-4C39-9ED9-D2C18D2871F7}">
      <dgm:prSet/>
      <dgm:spPr/>
      <dgm:t>
        <a:bodyPr/>
        <a:lstStyle/>
        <a:p>
          <a:endParaRPr lang="en-US"/>
        </a:p>
      </dgm:t>
    </dgm:pt>
    <dgm:pt modelId="{AB5D1531-D0C3-4FDA-AB84-7182B4459283}" type="sibTrans" cxnId="{A417E8A7-E017-4C39-9ED9-D2C18D2871F7}">
      <dgm:prSet/>
      <dgm:spPr/>
      <dgm:t>
        <a:bodyPr/>
        <a:lstStyle/>
        <a:p>
          <a:endParaRPr lang="en-US"/>
        </a:p>
      </dgm:t>
    </dgm:pt>
    <dgm:pt modelId="{BCE2B3A6-8511-4792-9A0A-2F19FAFB07E5}">
      <dgm:prSet phldrT="[Text]"/>
      <dgm:spPr/>
      <dgm:t>
        <a:bodyPr/>
        <a:lstStyle/>
        <a:p>
          <a:pPr>
            <a:buFontTx/>
            <a:buChar char="-"/>
          </a:pPr>
          <a:r>
            <a:rPr lang="en-US" dirty="0"/>
            <a:t>Increased </a:t>
          </a:r>
          <a:r>
            <a:rPr lang="en-US" b="1" dirty="0"/>
            <a:t>turnover and burnout</a:t>
          </a:r>
          <a:endParaRPr lang="en-US" dirty="0"/>
        </a:p>
      </dgm:t>
    </dgm:pt>
    <dgm:pt modelId="{C8F5E0F4-1A4C-4672-814F-C0A9ECB4D207}" type="parTrans" cxnId="{4573D2D1-A3C2-42AB-91C5-38B7FCA47D35}">
      <dgm:prSet/>
      <dgm:spPr/>
      <dgm:t>
        <a:bodyPr/>
        <a:lstStyle/>
        <a:p>
          <a:endParaRPr lang="en-US"/>
        </a:p>
      </dgm:t>
    </dgm:pt>
    <dgm:pt modelId="{1ACE7241-BD23-4E82-9489-6704B9D1FB72}" type="sibTrans" cxnId="{4573D2D1-A3C2-42AB-91C5-38B7FCA47D35}">
      <dgm:prSet/>
      <dgm:spPr/>
      <dgm:t>
        <a:bodyPr/>
        <a:lstStyle/>
        <a:p>
          <a:endParaRPr lang="en-US"/>
        </a:p>
      </dgm:t>
    </dgm:pt>
    <dgm:pt modelId="{CB830B92-7747-4164-AB49-D94FB19339ED}">
      <dgm:prSet phldrT="[Text]"/>
      <dgm:spPr/>
      <dgm:t>
        <a:bodyPr/>
        <a:lstStyle/>
        <a:p>
          <a:pPr>
            <a:buFontTx/>
            <a:buChar char="-"/>
          </a:pPr>
          <a:r>
            <a:rPr lang="en-US" dirty="0"/>
            <a:t>Decline in </a:t>
          </a:r>
          <a:r>
            <a:rPr lang="en-US" b="1" dirty="0"/>
            <a:t>customer trust </a:t>
          </a:r>
          <a:r>
            <a:rPr lang="en-US" dirty="0"/>
            <a:t>and satisfaction scores</a:t>
          </a:r>
        </a:p>
      </dgm:t>
    </dgm:pt>
    <dgm:pt modelId="{04E4DADB-3000-4156-AACF-C05A0AA769D2}" type="parTrans" cxnId="{81C1279F-EC57-42E6-8F28-78001D4763DE}">
      <dgm:prSet/>
      <dgm:spPr/>
      <dgm:t>
        <a:bodyPr/>
        <a:lstStyle/>
        <a:p>
          <a:endParaRPr lang="en-US"/>
        </a:p>
      </dgm:t>
    </dgm:pt>
    <dgm:pt modelId="{367141A6-B9E4-497F-BDFD-4B5007A05FAB}" type="sibTrans" cxnId="{81C1279F-EC57-42E6-8F28-78001D4763DE}">
      <dgm:prSet/>
      <dgm:spPr/>
      <dgm:t>
        <a:bodyPr/>
        <a:lstStyle/>
        <a:p>
          <a:endParaRPr lang="en-US"/>
        </a:p>
      </dgm:t>
    </dgm:pt>
    <dgm:pt modelId="{186811BF-CCF0-42B8-82C8-960FA59AD4A4}">
      <dgm:prSet phldrT="[Text]"/>
      <dgm:spPr/>
      <dgm:t>
        <a:bodyPr/>
        <a:lstStyle/>
        <a:p>
          <a:pPr>
            <a:buFontTx/>
            <a:buChar char="-"/>
          </a:pPr>
          <a:r>
            <a:rPr lang="en-US" dirty="0"/>
            <a:t>Risk </a:t>
          </a:r>
          <a:r>
            <a:rPr lang="en-US" b="1" dirty="0"/>
            <a:t>of negative reviews</a:t>
          </a:r>
          <a:r>
            <a:rPr lang="en-US" dirty="0"/>
            <a:t>, regulatory scrutiny,</a:t>
          </a:r>
          <a:r>
            <a:rPr lang="en-US" b="1" dirty="0"/>
            <a:t> </a:t>
          </a:r>
          <a:r>
            <a:rPr lang="en-US" b="0" dirty="0"/>
            <a:t>or </a:t>
          </a:r>
          <a:r>
            <a:rPr lang="en-US" b="1" dirty="0"/>
            <a:t>union action</a:t>
          </a:r>
          <a:endParaRPr lang="en-US" dirty="0"/>
        </a:p>
      </dgm:t>
    </dgm:pt>
    <dgm:pt modelId="{CBAE8961-8EA7-4F04-8BED-02CABB802BAA}" type="parTrans" cxnId="{F48AFC4C-FC43-4200-AC87-E9ECEE818AF4}">
      <dgm:prSet/>
      <dgm:spPr/>
      <dgm:t>
        <a:bodyPr/>
        <a:lstStyle/>
        <a:p>
          <a:endParaRPr lang="en-US"/>
        </a:p>
      </dgm:t>
    </dgm:pt>
    <dgm:pt modelId="{3FD4CA78-4A3D-45BB-BB7E-21B9509C7A8A}" type="sibTrans" cxnId="{F48AFC4C-FC43-4200-AC87-E9ECEE818AF4}">
      <dgm:prSet/>
      <dgm:spPr/>
      <dgm:t>
        <a:bodyPr/>
        <a:lstStyle/>
        <a:p>
          <a:endParaRPr lang="en-US"/>
        </a:p>
      </dgm:t>
    </dgm:pt>
    <dgm:pt modelId="{ABFB0AC3-7C3F-4280-A6C7-3997F2277DD9}">
      <dgm:prSet phldrT="[Text]"/>
      <dgm:spPr/>
      <dgm:t>
        <a:bodyPr/>
        <a:lstStyle/>
        <a:p>
          <a:pPr>
            <a:buFontTx/>
            <a:buChar char="-"/>
          </a:pPr>
          <a:r>
            <a:rPr lang="en-US" dirty="0"/>
            <a:t>Inability to scale </a:t>
          </a:r>
          <a:r>
            <a:rPr lang="en-US" b="0" dirty="0"/>
            <a:t>and</a:t>
          </a:r>
          <a:r>
            <a:rPr lang="en-US" b="1" dirty="0"/>
            <a:t> lose industry competitiveness</a:t>
          </a:r>
          <a:endParaRPr lang="en-US" dirty="0"/>
        </a:p>
      </dgm:t>
    </dgm:pt>
    <dgm:pt modelId="{5C49319C-6705-43BF-8AB5-CE2D28555087}" type="parTrans" cxnId="{04910BD3-12DB-4559-BC66-16D9F9E8D33F}">
      <dgm:prSet/>
      <dgm:spPr/>
      <dgm:t>
        <a:bodyPr/>
        <a:lstStyle/>
        <a:p>
          <a:endParaRPr lang="en-US"/>
        </a:p>
      </dgm:t>
    </dgm:pt>
    <dgm:pt modelId="{E4F1CC9D-9A08-4E8E-8D10-3355F7F10641}" type="sibTrans" cxnId="{04910BD3-12DB-4559-BC66-16D9F9E8D33F}">
      <dgm:prSet/>
      <dgm:spPr/>
      <dgm:t>
        <a:bodyPr/>
        <a:lstStyle/>
        <a:p>
          <a:endParaRPr lang="en-US"/>
        </a:p>
      </dgm:t>
    </dgm:pt>
    <dgm:pt modelId="{E5F1C0E1-2913-4FDC-9615-F228CDB124C4}">
      <dgm:prSet phldrT="[Text]"/>
      <dgm:spPr/>
      <dgm:t>
        <a:bodyPr/>
        <a:lstStyle/>
        <a:p>
          <a:pPr>
            <a:buFontTx/>
            <a:buChar char="-"/>
          </a:pPr>
          <a:r>
            <a:rPr lang="en-US" b="1" dirty="0"/>
            <a:t>Stagnant service capacity</a:t>
          </a:r>
          <a:r>
            <a:rPr lang="en-US" dirty="0"/>
            <a:t> </a:t>
          </a:r>
        </a:p>
      </dgm:t>
    </dgm:pt>
    <dgm:pt modelId="{67E501E1-E302-40B7-BFA9-3E7BFB9EF06B}" type="parTrans" cxnId="{778E2BB4-3CD0-4530-BE15-DAB7B690779F}">
      <dgm:prSet/>
      <dgm:spPr/>
      <dgm:t>
        <a:bodyPr/>
        <a:lstStyle/>
        <a:p>
          <a:endParaRPr lang="en-US"/>
        </a:p>
      </dgm:t>
    </dgm:pt>
    <dgm:pt modelId="{1956810D-0D72-4D95-9AC4-6BDD72C1EB39}" type="sibTrans" cxnId="{778E2BB4-3CD0-4530-BE15-DAB7B690779F}">
      <dgm:prSet/>
      <dgm:spPr/>
      <dgm:t>
        <a:bodyPr/>
        <a:lstStyle/>
        <a:p>
          <a:endParaRPr lang="en-US"/>
        </a:p>
      </dgm:t>
    </dgm:pt>
    <dgm:pt modelId="{464746A4-ABDD-4990-B5A6-C25B28D6D896}">
      <dgm:prSet phldrT="[Text]"/>
      <dgm:spPr/>
      <dgm:t>
        <a:bodyPr/>
        <a:lstStyle/>
        <a:p>
          <a:r>
            <a:rPr lang="en-US" dirty="0"/>
            <a:t>Reputational</a:t>
          </a:r>
        </a:p>
      </dgm:t>
    </dgm:pt>
    <dgm:pt modelId="{9E734037-8D19-4DB4-8850-43F41AF969D4}" type="parTrans" cxnId="{E50A8F72-761D-42E6-A24B-FB04250602B8}">
      <dgm:prSet/>
      <dgm:spPr/>
      <dgm:t>
        <a:bodyPr/>
        <a:lstStyle/>
        <a:p>
          <a:endParaRPr lang="en-US"/>
        </a:p>
      </dgm:t>
    </dgm:pt>
    <dgm:pt modelId="{202A2171-D387-4174-8726-3CE468CFF54E}" type="sibTrans" cxnId="{E50A8F72-761D-42E6-A24B-FB04250602B8}">
      <dgm:prSet/>
      <dgm:spPr/>
      <dgm:t>
        <a:bodyPr/>
        <a:lstStyle/>
        <a:p>
          <a:endParaRPr lang="en-US"/>
        </a:p>
      </dgm:t>
    </dgm:pt>
    <dgm:pt modelId="{6B3854C3-D154-4263-93DC-E1A6A51BDB79}" type="pres">
      <dgm:prSet presAssocID="{5B3B6316-4DBB-4BF8-B9D9-A6B7CA293FDC}" presName="theList" presStyleCnt="0">
        <dgm:presLayoutVars>
          <dgm:dir/>
          <dgm:animLvl val="lvl"/>
          <dgm:resizeHandles val="exact"/>
        </dgm:presLayoutVars>
      </dgm:prSet>
      <dgm:spPr/>
    </dgm:pt>
    <dgm:pt modelId="{B128CAE0-714B-4C08-B87F-BA7B8075893A}" type="pres">
      <dgm:prSet presAssocID="{E3CD6BB2-29E7-4AB4-B8FB-05D5335A58DD}" presName="compNode" presStyleCnt="0"/>
      <dgm:spPr/>
    </dgm:pt>
    <dgm:pt modelId="{9AE6E9E7-2AC4-42E1-B8C3-EBA31F4B53FE}" type="pres">
      <dgm:prSet presAssocID="{E3CD6BB2-29E7-4AB4-B8FB-05D5335A58DD}" presName="aNode" presStyleLbl="bgShp" presStyleIdx="0" presStyleCnt="3"/>
      <dgm:spPr/>
    </dgm:pt>
    <dgm:pt modelId="{0FFD156E-3136-4194-800B-B1D0A42347E2}" type="pres">
      <dgm:prSet presAssocID="{E3CD6BB2-29E7-4AB4-B8FB-05D5335A58DD}" presName="textNode" presStyleLbl="bgShp" presStyleIdx="0" presStyleCnt="3"/>
      <dgm:spPr/>
    </dgm:pt>
    <dgm:pt modelId="{9172D1F9-955F-44B8-9739-72E44F5B1068}" type="pres">
      <dgm:prSet presAssocID="{E3CD6BB2-29E7-4AB4-B8FB-05D5335A58DD}" presName="compChildNode" presStyleCnt="0"/>
      <dgm:spPr/>
    </dgm:pt>
    <dgm:pt modelId="{B4CEE808-07AB-4894-8415-EF76A29CD623}" type="pres">
      <dgm:prSet presAssocID="{E3CD6BB2-29E7-4AB4-B8FB-05D5335A58DD}" presName="theInnerList" presStyleCnt="0"/>
      <dgm:spPr/>
    </dgm:pt>
    <dgm:pt modelId="{AC28C1E0-E8FD-47D7-8E57-78E0B2192CDD}" type="pres">
      <dgm:prSet presAssocID="{9D2D7FAA-4D47-4A24-B1F8-4B7CCDD140FF}" presName="childNode" presStyleLbl="node1" presStyleIdx="0" presStyleCnt="8">
        <dgm:presLayoutVars>
          <dgm:bulletEnabled val="1"/>
        </dgm:presLayoutVars>
      </dgm:prSet>
      <dgm:spPr/>
    </dgm:pt>
    <dgm:pt modelId="{0EC06D85-A185-4A08-B0A0-FE0900E8C972}" type="pres">
      <dgm:prSet presAssocID="{9D2D7FAA-4D47-4A24-B1F8-4B7CCDD140FF}" presName="aSpace2" presStyleCnt="0"/>
      <dgm:spPr/>
    </dgm:pt>
    <dgm:pt modelId="{6EC631FA-DB0C-49B2-B647-D077F8FD855D}" type="pres">
      <dgm:prSet presAssocID="{51DA60F4-1A28-45EC-A721-69BBEE8985C4}" presName="childNode" presStyleLbl="node1" presStyleIdx="1" presStyleCnt="8">
        <dgm:presLayoutVars>
          <dgm:bulletEnabled val="1"/>
        </dgm:presLayoutVars>
      </dgm:prSet>
      <dgm:spPr/>
    </dgm:pt>
    <dgm:pt modelId="{A3198F22-2AB4-4777-B14D-96EE5257E512}" type="pres">
      <dgm:prSet presAssocID="{51DA60F4-1A28-45EC-A721-69BBEE8985C4}" presName="aSpace2" presStyleCnt="0"/>
      <dgm:spPr/>
    </dgm:pt>
    <dgm:pt modelId="{91E16534-DB26-40F9-815C-3D6AB6F0D9D8}" type="pres">
      <dgm:prSet presAssocID="{ABFB0AC3-7C3F-4280-A6C7-3997F2277DD9}" presName="childNode" presStyleLbl="node1" presStyleIdx="2" presStyleCnt="8">
        <dgm:presLayoutVars>
          <dgm:bulletEnabled val="1"/>
        </dgm:presLayoutVars>
      </dgm:prSet>
      <dgm:spPr/>
    </dgm:pt>
    <dgm:pt modelId="{C32631A9-E7CE-482A-8415-8AFF4EA8F1CF}" type="pres">
      <dgm:prSet presAssocID="{E3CD6BB2-29E7-4AB4-B8FB-05D5335A58DD}" presName="aSpace" presStyleCnt="0"/>
      <dgm:spPr/>
    </dgm:pt>
    <dgm:pt modelId="{311A5362-FD75-4E8C-A5E9-D9B40F291CD0}" type="pres">
      <dgm:prSet presAssocID="{5E430B76-B9D1-4A35-980B-8466363D6564}" presName="compNode" presStyleCnt="0"/>
      <dgm:spPr/>
    </dgm:pt>
    <dgm:pt modelId="{FDA1D751-0A16-4956-942D-F42D94E50972}" type="pres">
      <dgm:prSet presAssocID="{5E430B76-B9D1-4A35-980B-8466363D6564}" presName="aNode" presStyleLbl="bgShp" presStyleIdx="1" presStyleCnt="3"/>
      <dgm:spPr/>
    </dgm:pt>
    <dgm:pt modelId="{08B23201-8405-44E4-88BA-6D1D3E57DEF6}" type="pres">
      <dgm:prSet presAssocID="{5E430B76-B9D1-4A35-980B-8466363D6564}" presName="textNode" presStyleLbl="bgShp" presStyleIdx="1" presStyleCnt="3"/>
      <dgm:spPr/>
    </dgm:pt>
    <dgm:pt modelId="{769758CF-AD2E-4C61-884E-3CD3C118B6A1}" type="pres">
      <dgm:prSet presAssocID="{5E430B76-B9D1-4A35-980B-8466363D6564}" presName="compChildNode" presStyleCnt="0"/>
      <dgm:spPr/>
    </dgm:pt>
    <dgm:pt modelId="{CA3BC0B8-7AF7-459F-9C11-3C877449D815}" type="pres">
      <dgm:prSet presAssocID="{5E430B76-B9D1-4A35-980B-8466363D6564}" presName="theInnerList" presStyleCnt="0"/>
      <dgm:spPr/>
    </dgm:pt>
    <dgm:pt modelId="{85B8FB2C-7491-48EB-8AF8-923632D5CA52}" type="pres">
      <dgm:prSet presAssocID="{66C41EEA-F6EA-4959-B32C-DDF43595E6E6}" presName="childNode" presStyleLbl="node1" presStyleIdx="3" presStyleCnt="8">
        <dgm:presLayoutVars>
          <dgm:bulletEnabled val="1"/>
        </dgm:presLayoutVars>
      </dgm:prSet>
      <dgm:spPr/>
    </dgm:pt>
    <dgm:pt modelId="{89C74225-C836-4FD7-8176-9DADAEF176B9}" type="pres">
      <dgm:prSet presAssocID="{66C41EEA-F6EA-4959-B32C-DDF43595E6E6}" presName="aSpace2" presStyleCnt="0"/>
      <dgm:spPr/>
    </dgm:pt>
    <dgm:pt modelId="{D83BDF92-E922-4211-A911-D70E8FAE146C}" type="pres">
      <dgm:prSet presAssocID="{BCE2B3A6-8511-4792-9A0A-2F19FAFB07E5}" presName="childNode" presStyleLbl="node1" presStyleIdx="4" presStyleCnt="8">
        <dgm:presLayoutVars>
          <dgm:bulletEnabled val="1"/>
        </dgm:presLayoutVars>
      </dgm:prSet>
      <dgm:spPr/>
    </dgm:pt>
    <dgm:pt modelId="{56D07C59-59FE-47AC-AFA1-720664F342BA}" type="pres">
      <dgm:prSet presAssocID="{BCE2B3A6-8511-4792-9A0A-2F19FAFB07E5}" presName="aSpace2" presStyleCnt="0"/>
      <dgm:spPr/>
    </dgm:pt>
    <dgm:pt modelId="{D729EA07-F73E-4F55-9735-952CA26F3491}" type="pres">
      <dgm:prSet presAssocID="{E5F1C0E1-2913-4FDC-9615-F228CDB124C4}" presName="childNode" presStyleLbl="node1" presStyleIdx="5" presStyleCnt="8">
        <dgm:presLayoutVars>
          <dgm:bulletEnabled val="1"/>
        </dgm:presLayoutVars>
      </dgm:prSet>
      <dgm:spPr/>
    </dgm:pt>
    <dgm:pt modelId="{3853DAA8-6674-4EDB-92D9-AD7D14E90C78}" type="pres">
      <dgm:prSet presAssocID="{5E430B76-B9D1-4A35-980B-8466363D6564}" presName="aSpace" presStyleCnt="0"/>
      <dgm:spPr/>
    </dgm:pt>
    <dgm:pt modelId="{F7564B41-AFB1-4461-9738-A38807E41D3E}" type="pres">
      <dgm:prSet presAssocID="{464746A4-ABDD-4990-B5A6-C25B28D6D896}" presName="compNode" presStyleCnt="0"/>
      <dgm:spPr/>
    </dgm:pt>
    <dgm:pt modelId="{2ECAA9B4-E0BA-49C3-92DB-93F14044E9C9}" type="pres">
      <dgm:prSet presAssocID="{464746A4-ABDD-4990-B5A6-C25B28D6D896}" presName="aNode" presStyleLbl="bgShp" presStyleIdx="2" presStyleCnt="3" custLinFactX="17528" custLinFactNeighborX="100000" custLinFactNeighborY="53028"/>
      <dgm:spPr/>
    </dgm:pt>
    <dgm:pt modelId="{21E53E42-27B6-4E28-BFF4-F847AE16CC62}" type="pres">
      <dgm:prSet presAssocID="{464746A4-ABDD-4990-B5A6-C25B28D6D896}" presName="textNode" presStyleLbl="bgShp" presStyleIdx="2" presStyleCnt="3"/>
      <dgm:spPr/>
    </dgm:pt>
    <dgm:pt modelId="{3ECC4053-F2B2-4EB8-BAEC-CE72FF67A1E5}" type="pres">
      <dgm:prSet presAssocID="{464746A4-ABDD-4990-B5A6-C25B28D6D896}" presName="compChildNode" presStyleCnt="0"/>
      <dgm:spPr/>
    </dgm:pt>
    <dgm:pt modelId="{9309240C-7BE2-4765-BFD7-B6C1F8E9C8C5}" type="pres">
      <dgm:prSet presAssocID="{464746A4-ABDD-4990-B5A6-C25B28D6D896}" presName="theInnerList" presStyleCnt="0"/>
      <dgm:spPr/>
    </dgm:pt>
    <dgm:pt modelId="{5F04DBFE-84B6-4A92-B059-25A26F9CDB55}" type="pres">
      <dgm:prSet presAssocID="{CB830B92-7747-4164-AB49-D94FB19339ED}" presName="childNode" presStyleLbl="node1" presStyleIdx="6" presStyleCnt="8">
        <dgm:presLayoutVars>
          <dgm:bulletEnabled val="1"/>
        </dgm:presLayoutVars>
      </dgm:prSet>
      <dgm:spPr/>
    </dgm:pt>
    <dgm:pt modelId="{A6605431-4552-466F-B776-250C8FD0630D}" type="pres">
      <dgm:prSet presAssocID="{CB830B92-7747-4164-AB49-D94FB19339ED}" presName="aSpace2" presStyleCnt="0"/>
      <dgm:spPr/>
    </dgm:pt>
    <dgm:pt modelId="{A0020B70-7823-49A6-A3CC-E5C371B7324D}" type="pres">
      <dgm:prSet presAssocID="{186811BF-CCF0-42B8-82C8-960FA59AD4A4}" presName="childNode" presStyleLbl="node1" presStyleIdx="7" presStyleCnt="8">
        <dgm:presLayoutVars>
          <dgm:bulletEnabled val="1"/>
        </dgm:presLayoutVars>
      </dgm:prSet>
      <dgm:spPr/>
    </dgm:pt>
  </dgm:ptLst>
  <dgm:cxnLst>
    <dgm:cxn modelId="{998E0E04-F704-4FD4-8A5F-7FB7DE1339E6}" type="presOf" srcId="{9D2D7FAA-4D47-4A24-B1F8-4B7CCDD140FF}" destId="{AC28C1E0-E8FD-47D7-8E57-78E0B2192CDD}" srcOrd="0" destOrd="0" presId="urn:microsoft.com/office/officeart/2005/8/layout/lProcess2"/>
    <dgm:cxn modelId="{85EDC20C-C79D-4F11-8C34-32CC85F34190}" type="presOf" srcId="{464746A4-ABDD-4990-B5A6-C25B28D6D896}" destId="{21E53E42-27B6-4E28-BFF4-F847AE16CC62}" srcOrd="1" destOrd="0" presId="urn:microsoft.com/office/officeart/2005/8/layout/lProcess2"/>
    <dgm:cxn modelId="{188EFE22-03DA-4691-B047-F60474E20F1C}" type="presOf" srcId="{5E430B76-B9D1-4A35-980B-8466363D6564}" destId="{FDA1D751-0A16-4956-942D-F42D94E50972}" srcOrd="0" destOrd="0" presId="urn:microsoft.com/office/officeart/2005/8/layout/lProcess2"/>
    <dgm:cxn modelId="{AFA2A72F-07A3-4255-B440-62843A2BDBFC}" type="presOf" srcId="{E3CD6BB2-29E7-4AB4-B8FB-05D5335A58DD}" destId="{0FFD156E-3136-4194-800B-B1D0A42347E2}" srcOrd="1" destOrd="0" presId="urn:microsoft.com/office/officeart/2005/8/layout/lProcess2"/>
    <dgm:cxn modelId="{5B3ADD32-321D-4F50-818E-4E154325689B}" type="presOf" srcId="{66C41EEA-F6EA-4959-B32C-DDF43595E6E6}" destId="{85B8FB2C-7491-48EB-8AF8-923632D5CA52}" srcOrd="0" destOrd="0" presId="urn:microsoft.com/office/officeart/2005/8/layout/lProcess2"/>
    <dgm:cxn modelId="{D2B6553B-685D-4BA1-B26D-DDCC3AB2019B}" type="presOf" srcId="{E3CD6BB2-29E7-4AB4-B8FB-05D5335A58DD}" destId="{9AE6E9E7-2AC4-42E1-B8C3-EBA31F4B53FE}" srcOrd="0" destOrd="0" presId="urn:microsoft.com/office/officeart/2005/8/layout/lProcess2"/>
    <dgm:cxn modelId="{B7CD866A-A362-4D96-88B3-27311292A103}" type="presOf" srcId="{464746A4-ABDD-4990-B5A6-C25B28D6D896}" destId="{2ECAA9B4-E0BA-49C3-92DB-93F14044E9C9}" srcOrd="0" destOrd="0" presId="urn:microsoft.com/office/officeart/2005/8/layout/lProcess2"/>
    <dgm:cxn modelId="{F48AFC4C-FC43-4200-AC87-E9ECEE818AF4}" srcId="{464746A4-ABDD-4990-B5A6-C25B28D6D896}" destId="{186811BF-CCF0-42B8-82C8-960FA59AD4A4}" srcOrd="1" destOrd="0" parTransId="{CBAE8961-8EA7-4F04-8BED-02CABB802BAA}" sibTransId="{3FD4CA78-4A3D-45BB-BB7E-21B9509C7A8A}"/>
    <dgm:cxn modelId="{E50A8F72-761D-42E6-A24B-FB04250602B8}" srcId="{5B3B6316-4DBB-4BF8-B9D9-A6B7CA293FDC}" destId="{464746A4-ABDD-4990-B5A6-C25B28D6D896}" srcOrd="2" destOrd="0" parTransId="{9E734037-8D19-4DB4-8850-43F41AF969D4}" sibTransId="{202A2171-D387-4174-8726-3CE468CFF54E}"/>
    <dgm:cxn modelId="{5509728A-2589-4A31-8739-D2C1614F24CA}" type="presOf" srcId="{ABFB0AC3-7C3F-4280-A6C7-3997F2277DD9}" destId="{91E16534-DB26-40F9-815C-3D6AB6F0D9D8}" srcOrd="0" destOrd="0" presId="urn:microsoft.com/office/officeart/2005/8/layout/lProcess2"/>
    <dgm:cxn modelId="{0E98A492-B8E3-4845-B3A2-4DEBBBE81659}" type="presOf" srcId="{51DA60F4-1A28-45EC-A721-69BBEE8985C4}" destId="{6EC631FA-DB0C-49B2-B647-D077F8FD855D}" srcOrd="0" destOrd="0" presId="urn:microsoft.com/office/officeart/2005/8/layout/lProcess2"/>
    <dgm:cxn modelId="{81C1279F-EC57-42E6-8F28-78001D4763DE}" srcId="{464746A4-ABDD-4990-B5A6-C25B28D6D896}" destId="{CB830B92-7747-4164-AB49-D94FB19339ED}" srcOrd="0" destOrd="0" parTransId="{04E4DADB-3000-4156-AACF-C05A0AA769D2}" sibTransId="{367141A6-B9E4-497F-BDFD-4B5007A05FAB}"/>
    <dgm:cxn modelId="{EBD4F0A3-A21D-422F-A4D1-0D1393AB95C4}" srcId="{E3CD6BB2-29E7-4AB4-B8FB-05D5335A58DD}" destId="{51DA60F4-1A28-45EC-A721-69BBEE8985C4}" srcOrd="1" destOrd="0" parTransId="{CC07A4AC-E3B9-4A76-A1F8-9DE2472FE0D4}" sibTransId="{AAA83BF7-81BA-4DAE-8CEC-7531500B098C}"/>
    <dgm:cxn modelId="{A417E8A7-E017-4C39-9ED9-D2C18D2871F7}" srcId="{5E430B76-B9D1-4A35-980B-8466363D6564}" destId="{66C41EEA-F6EA-4959-B32C-DDF43595E6E6}" srcOrd="0" destOrd="0" parTransId="{C44937B4-6939-42D5-9CF0-CA3242BFCF28}" sibTransId="{AB5D1531-D0C3-4FDA-AB84-7182B4459283}"/>
    <dgm:cxn modelId="{24D067B1-84D4-421D-82C6-9F4D0CA8B55E}" srcId="{E3CD6BB2-29E7-4AB4-B8FB-05D5335A58DD}" destId="{9D2D7FAA-4D47-4A24-B1F8-4B7CCDD140FF}" srcOrd="0" destOrd="0" parTransId="{5B233D32-C313-4B72-AD79-D2A64548D69F}" sibTransId="{134A7904-F7F3-4F52-A76C-40E9B5814643}"/>
    <dgm:cxn modelId="{7303EEB1-0254-4DB4-A536-208BCBBD4132}" srcId="{5B3B6316-4DBB-4BF8-B9D9-A6B7CA293FDC}" destId="{5E430B76-B9D1-4A35-980B-8466363D6564}" srcOrd="1" destOrd="0" parTransId="{65741E11-2C46-4DE3-954A-AD8FABB4159F}" sibTransId="{B8AE4C59-7B4D-49E4-BC18-752DD81FEA39}"/>
    <dgm:cxn modelId="{778E2BB4-3CD0-4530-BE15-DAB7B690779F}" srcId="{5E430B76-B9D1-4A35-980B-8466363D6564}" destId="{E5F1C0E1-2913-4FDC-9615-F228CDB124C4}" srcOrd="2" destOrd="0" parTransId="{67E501E1-E302-40B7-BFA9-3E7BFB9EF06B}" sibTransId="{1956810D-0D72-4D95-9AC4-6BDD72C1EB39}"/>
    <dgm:cxn modelId="{63ADE5B5-66D4-4772-A4AC-7CCEB27D0E51}" type="presOf" srcId="{E5F1C0E1-2913-4FDC-9615-F228CDB124C4}" destId="{D729EA07-F73E-4F55-9735-952CA26F3491}" srcOrd="0" destOrd="0" presId="urn:microsoft.com/office/officeart/2005/8/layout/lProcess2"/>
    <dgm:cxn modelId="{41823DC3-DE4C-49EF-8406-26A72D1A1AA7}" type="presOf" srcId="{186811BF-CCF0-42B8-82C8-960FA59AD4A4}" destId="{A0020B70-7823-49A6-A3CC-E5C371B7324D}" srcOrd="0" destOrd="0" presId="urn:microsoft.com/office/officeart/2005/8/layout/lProcess2"/>
    <dgm:cxn modelId="{4573D2D1-A3C2-42AB-91C5-38B7FCA47D35}" srcId="{5E430B76-B9D1-4A35-980B-8466363D6564}" destId="{BCE2B3A6-8511-4792-9A0A-2F19FAFB07E5}" srcOrd="1" destOrd="0" parTransId="{C8F5E0F4-1A4C-4672-814F-C0A9ECB4D207}" sibTransId="{1ACE7241-BD23-4E82-9489-6704B9D1FB72}"/>
    <dgm:cxn modelId="{04910BD3-12DB-4559-BC66-16D9F9E8D33F}" srcId="{E3CD6BB2-29E7-4AB4-B8FB-05D5335A58DD}" destId="{ABFB0AC3-7C3F-4280-A6C7-3997F2277DD9}" srcOrd="2" destOrd="0" parTransId="{5C49319C-6705-43BF-8AB5-CE2D28555087}" sibTransId="{E4F1CC9D-9A08-4E8E-8D10-3355F7F10641}"/>
    <dgm:cxn modelId="{56D3EADC-441E-4B2C-822C-CF3600FEE3C2}" type="presOf" srcId="{5B3B6316-4DBB-4BF8-B9D9-A6B7CA293FDC}" destId="{6B3854C3-D154-4263-93DC-E1A6A51BDB79}" srcOrd="0" destOrd="0" presId="urn:microsoft.com/office/officeart/2005/8/layout/lProcess2"/>
    <dgm:cxn modelId="{F30EDCDD-39DF-410F-B16C-B9DF39DF9DD2}" srcId="{5B3B6316-4DBB-4BF8-B9D9-A6B7CA293FDC}" destId="{E3CD6BB2-29E7-4AB4-B8FB-05D5335A58DD}" srcOrd="0" destOrd="0" parTransId="{D4410D8F-5A06-4662-B8D4-00DA76987782}" sibTransId="{35F2F9E9-514B-4BE4-9013-4D66ADB49AAE}"/>
    <dgm:cxn modelId="{9600D5E0-A2D6-4CF1-AE29-568DFCFE3C21}" type="presOf" srcId="{BCE2B3A6-8511-4792-9A0A-2F19FAFB07E5}" destId="{D83BDF92-E922-4211-A911-D70E8FAE146C}" srcOrd="0" destOrd="0" presId="urn:microsoft.com/office/officeart/2005/8/layout/lProcess2"/>
    <dgm:cxn modelId="{44D1F6EF-8AA0-479A-94BE-375AD636E30E}" type="presOf" srcId="{CB830B92-7747-4164-AB49-D94FB19339ED}" destId="{5F04DBFE-84B6-4A92-B059-25A26F9CDB55}" srcOrd="0" destOrd="0" presId="urn:microsoft.com/office/officeart/2005/8/layout/lProcess2"/>
    <dgm:cxn modelId="{E66B96FB-03DE-4BA1-9347-DCFE8302D12A}" type="presOf" srcId="{5E430B76-B9D1-4A35-980B-8466363D6564}" destId="{08B23201-8405-44E4-88BA-6D1D3E57DEF6}" srcOrd="1" destOrd="0" presId="urn:microsoft.com/office/officeart/2005/8/layout/lProcess2"/>
    <dgm:cxn modelId="{1751F18D-2B76-4BF7-96F0-E92DC776B97D}" type="presParOf" srcId="{6B3854C3-D154-4263-93DC-E1A6A51BDB79}" destId="{B128CAE0-714B-4C08-B87F-BA7B8075893A}" srcOrd="0" destOrd="0" presId="urn:microsoft.com/office/officeart/2005/8/layout/lProcess2"/>
    <dgm:cxn modelId="{9F9FA75E-6A4E-4744-BFE4-84925C18887B}" type="presParOf" srcId="{B128CAE0-714B-4C08-B87F-BA7B8075893A}" destId="{9AE6E9E7-2AC4-42E1-B8C3-EBA31F4B53FE}" srcOrd="0" destOrd="0" presId="urn:microsoft.com/office/officeart/2005/8/layout/lProcess2"/>
    <dgm:cxn modelId="{BA0FC32B-6D7A-4953-944D-42E9AC5981A3}" type="presParOf" srcId="{B128CAE0-714B-4C08-B87F-BA7B8075893A}" destId="{0FFD156E-3136-4194-800B-B1D0A42347E2}" srcOrd="1" destOrd="0" presId="urn:microsoft.com/office/officeart/2005/8/layout/lProcess2"/>
    <dgm:cxn modelId="{B2E72229-0A78-4021-997C-A3C18E00CB63}" type="presParOf" srcId="{B128CAE0-714B-4C08-B87F-BA7B8075893A}" destId="{9172D1F9-955F-44B8-9739-72E44F5B1068}" srcOrd="2" destOrd="0" presId="urn:microsoft.com/office/officeart/2005/8/layout/lProcess2"/>
    <dgm:cxn modelId="{0C9FC80D-6422-4DE9-A195-568D597CE79B}" type="presParOf" srcId="{9172D1F9-955F-44B8-9739-72E44F5B1068}" destId="{B4CEE808-07AB-4894-8415-EF76A29CD623}" srcOrd="0" destOrd="0" presId="urn:microsoft.com/office/officeart/2005/8/layout/lProcess2"/>
    <dgm:cxn modelId="{BA52ED85-B45A-4426-AAE9-30A92EB77E3E}" type="presParOf" srcId="{B4CEE808-07AB-4894-8415-EF76A29CD623}" destId="{AC28C1E0-E8FD-47D7-8E57-78E0B2192CDD}" srcOrd="0" destOrd="0" presId="urn:microsoft.com/office/officeart/2005/8/layout/lProcess2"/>
    <dgm:cxn modelId="{55296210-F417-4D1B-92EA-7B8718B30339}" type="presParOf" srcId="{B4CEE808-07AB-4894-8415-EF76A29CD623}" destId="{0EC06D85-A185-4A08-B0A0-FE0900E8C972}" srcOrd="1" destOrd="0" presId="urn:microsoft.com/office/officeart/2005/8/layout/lProcess2"/>
    <dgm:cxn modelId="{62D80C8E-28E6-41CE-8285-589B64A8BC0F}" type="presParOf" srcId="{B4CEE808-07AB-4894-8415-EF76A29CD623}" destId="{6EC631FA-DB0C-49B2-B647-D077F8FD855D}" srcOrd="2" destOrd="0" presId="urn:microsoft.com/office/officeart/2005/8/layout/lProcess2"/>
    <dgm:cxn modelId="{04AD48FD-6507-47F8-B3B5-D59DD782C2FA}" type="presParOf" srcId="{B4CEE808-07AB-4894-8415-EF76A29CD623}" destId="{A3198F22-2AB4-4777-B14D-96EE5257E512}" srcOrd="3" destOrd="0" presId="urn:microsoft.com/office/officeart/2005/8/layout/lProcess2"/>
    <dgm:cxn modelId="{106C8B4D-1EA9-4B1E-B97F-F557EB3A1ECC}" type="presParOf" srcId="{B4CEE808-07AB-4894-8415-EF76A29CD623}" destId="{91E16534-DB26-40F9-815C-3D6AB6F0D9D8}" srcOrd="4" destOrd="0" presId="urn:microsoft.com/office/officeart/2005/8/layout/lProcess2"/>
    <dgm:cxn modelId="{A52303F0-7352-49CF-9EE2-8FE4F71FB62D}" type="presParOf" srcId="{6B3854C3-D154-4263-93DC-E1A6A51BDB79}" destId="{C32631A9-E7CE-482A-8415-8AFF4EA8F1CF}" srcOrd="1" destOrd="0" presId="urn:microsoft.com/office/officeart/2005/8/layout/lProcess2"/>
    <dgm:cxn modelId="{D8E5FE03-E508-4D26-BA03-6D5BD7CADFF3}" type="presParOf" srcId="{6B3854C3-D154-4263-93DC-E1A6A51BDB79}" destId="{311A5362-FD75-4E8C-A5E9-D9B40F291CD0}" srcOrd="2" destOrd="0" presId="urn:microsoft.com/office/officeart/2005/8/layout/lProcess2"/>
    <dgm:cxn modelId="{F02ACC43-2DBB-43CE-A661-83EDAA4C04E5}" type="presParOf" srcId="{311A5362-FD75-4E8C-A5E9-D9B40F291CD0}" destId="{FDA1D751-0A16-4956-942D-F42D94E50972}" srcOrd="0" destOrd="0" presId="urn:microsoft.com/office/officeart/2005/8/layout/lProcess2"/>
    <dgm:cxn modelId="{EE8391B5-1050-4707-9C14-CA1574B759A1}" type="presParOf" srcId="{311A5362-FD75-4E8C-A5E9-D9B40F291CD0}" destId="{08B23201-8405-44E4-88BA-6D1D3E57DEF6}" srcOrd="1" destOrd="0" presId="urn:microsoft.com/office/officeart/2005/8/layout/lProcess2"/>
    <dgm:cxn modelId="{88E6D3A1-095B-4D63-A0B2-0132CB0CEDED}" type="presParOf" srcId="{311A5362-FD75-4E8C-A5E9-D9B40F291CD0}" destId="{769758CF-AD2E-4C61-884E-3CD3C118B6A1}" srcOrd="2" destOrd="0" presId="urn:microsoft.com/office/officeart/2005/8/layout/lProcess2"/>
    <dgm:cxn modelId="{0C0B5E5B-59F1-4AC5-9214-E33E99B99BC2}" type="presParOf" srcId="{769758CF-AD2E-4C61-884E-3CD3C118B6A1}" destId="{CA3BC0B8-7AF7-459F-9C11-3C877449D815}" srcOrd="0" destOrd="0" presId="urn:microsoft.com/office/officeart/2005/8/layout/lProcess2"/>
    <dgm:cxn modelId="{20797B95-3567-4DBE-88B2-FCE0557912C6}" type="presParOf" srcId="{CA3BC0B8-7AF7-459F-9C11-3C877449D815}" destId="{85B8FB2C-7491-48EB-8AF8-923632D5CA52}" srcOrd="0" destOrd="0" presId="urn:microsoft.com/office/officeart/2005/8/layout/lProcess2"/>
    <dgm:cxn modelId="{92D55286-E383-432B-A25D-0DA43A272A1C}" type="presParOf" srcId="{CA3BC0B8-7AF7-459F-9C11-3C877449D815}" destId="{89C74225-C836-4FD7-8176-9DADAEF176B9}" srcOrd="1" destOrd="0" presId="urn:microsoft.com/office/officeart/2005/8/layout/lProcess2"/>
    <dgm:cxn modelId="{8DEFA3D6-44B9-4840-9A2B-6721B2C244C1}" type="presParOf" srcId="{CA3BC0B8-7AF7-459F-9C11-3C877449D815}" destId="{D83BDF92-E922-4211-A911-D70E8FAE146C}" srcOrd="2" destOrd="0" presId="urn:microsoft.com/office/officeart/2005/8/layout/lProcess2"/>
    <dgm:cxn modelId="{75CD14D1-752F-4909-B9B0-DADFC12D75D2}" type="presParOf" srcId="{CA3BC0B8-7AF7-459F-9C11-3C877449D815}" destId="{56D07C59-59FE-47AC-AFA1-720664F342BA}" srcOrd="3" destOrd="0" presId="urn:microsoft.com/office/officeart/2005/8/layout/lProcess2"/>
    <dgm:cxn modelId="{AC58EE2A-14DB-4D62-98FF-36AABFC569D0}" type="presParOf" srcId="{CA3BC0B8-7AF7-459F-9C11-3C877449D815}" destId="{D729EA07-F73E-4F55-9735-952CA26F3491}" srcOrd="4" destOrd="0" presId="urn:microsoft.com/office/officeart/2005/8/layout/lProcess2"/>
    <dgm:cxn modelId="{1E3C6358-B12D-4997-8B6F-84BCDA44153D}" type="presParOf" srcId="{6B3854C3-D154-4263-93DC-E1A6A51BDB79}" destId="{3853DAA8-6674-4EDB-92D9-AD7D14E90C78}" srcOrd="3" destOrd="0" presId="urn:microsoft.com/office/officeart/2005/8/layout/lProcess2"/>
    <dgm:cxn modelId="{9E719814-7BE4-492C-89D3-5FB26803D271}" type="presParOf" srcId="{6B3854C3-D154-4263-93DC-E1A6A51BDB79}" destId="{F7564B41-AFB1-4461-9738-A38807E41D3E}" srcOrd="4" destOrd="0" presId="urn:microsoft.com/office/officeart/2005/8/layout/lProcess2"/>
    <dgm:cxn modelId="{03EE5E76-4D46-43E4-9412-044C852406F8}" type="presParOf" srcId="{F7564B41-AFB1-4461-9738-A38807E41D3E}" destId="{2ECAA9B4-E0BA-49C3-92DB-93F14044E9C9}" srcOrd="0" destOrd="0" presId="urn:microsoft.com/office/officeart/2005/8/layout/lProcess2"/>
    <dgm:cxn modelId="{752DFC96-E0BB-4E8B-93C8-08255BD3A437}" type="presParOf" srcId="{F7564B41-AFB1-4461-9738-A38807E41D3E}" destId="{21E53E42-27B6-4E28-BFF4-F847AE16CC62}" srcOrd="1" destOrd="0" presId="urn:microsoft.com/office/officeart/2005/8/layout/lProcess2"/>
    <dgm:cxn modelId="{A0C33F68-DB32-466E-8B99-080CF57D13D8}" type="presParOf" srcId="{F7564B41-AFB1-4461-9738-A38807E41D3E}" destId="{3ECC4053-F2B2-4EB8-BAEC-CE72FF67A1E5}" srcOrd="2" destOrd="0" presId="urn:microsoft.com/office/officeart/2005/8/layout/lProcess2"/>
    <dgm:cxn modelId="{CC598215-68EB-4540-B194-C80578436BD6}" type="presParOf" srcId="{3ECC4053-F2B2-4EB8-BAEC-CE72FF67A1E5}" destId="{9309240C-7BE2-4765-BFD7-B6C1F8E9C8C5}" srcOrd="0" destOrd="0" presId="urn:microsoft.com/office/officeart/2005/8/layout/lProcess2"/>
    <dgm:cxn modelId="{957843C4-91B8-48C6-9F2A-3B150F67B40B}" type="presParOf" srcId="{9309240C-7BE2-4765-BFD7-B6C1F8E9C8C5}" destId="{5F04DBFE-84B6-4A92-B059-25A26F9CDB55}" srcOrd="0" destOrd="0" presId="urn:microsoft.com/office/officeart/2005/8/layout/lProcess2"/>
    <dgm:cxn modelId="{133DF76A-48FE-454B-B7B7-B188D3027891}" type="presParOf" srcId="{9309240C-7BE2-4765-BFD7-B6C1F8E9C8C5}" destId="{A6605431-4552-466F-B776-250C8FD0630D}" srcOrd="1" destOrd="0" presId="urn:microsoft.com/office/officeart/2005/8/layout/lProcess2"/>
    <dgm:cxn modelId="{9E653491-16E7-45F5-8580-CC04EAA01806}" type="presParOf" srcId="{9309240C-7BE2-4765-BFD7-B6C1F8E9C8C5}" destId="{A0020B70-7823-49A6-A3CC-E5C371B7324D}"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39F2F8B-D8D8-436A-9499-61368C47D1CE}" type="doc">
      <dgm:prSet loTypeId="urn:microsoft.com/office/officeart/2008/layout/RadialCluster" loCatId="relationship" qsTypeId="urn:microsoft.com/office/officeart/2005/8/quickstyle/simple1" qsCatId="simple" csTypeId="urn:microsoft.com/office/officeart/2005/8/colors/accent4_2" csCatId="accent4" phldr="1"/>
      <dgm:spPr/>
      <dgm:t>
        <a:bodyPr/>
        <a:lstStyle/>
        <a:p>
          <a:endParaRPr lang="en-US"/>
        </a:p>
      </dgm:t>
    </dgm:pt>
    <dgm:pt modelId="{46C66DB7-CD1C-42DE-8012-10367E053F62}">
      <dgm:prSet phldrT="[Text]" phldr="0"/>
      <dgm:spPr>
        <a:solidFill>
          <a:schemeClr val="tx2">
            <a:lumMod val="20000"/>
            <a:lumOff val="80000"/>
          </a:schemeClr>
        </a:solidFill>
      </dgm:spPr>
      <dgm:t>
        <a:bodyPr/>
        <a:lstStyle/>
        <a:p>
          <a:r>
            <a:rPr lang="en-US" dirty="0">
              <a:solidFill>
                <a:schemeClr val="bg1"/>
              </a:solidFill>
            </a:rPr>
            <a:t>Automated Task Assignment System</a:t>
          </a:r>
        </a:p>
      </dgm:t>
    </dgm:pt>
    <dgm:pt modelId="{51095FC6-1F3B-4D08-8050-862F34FF5DF2}" type="parTrans" cxnId="{904660C4-DBCA-4B4C-ACA8-DCD40DF02265}">
      <dgm:prSet/>
      <dgm:spPr/>
      <dgm:t>
        <a:bodyPr/>
        <a:lstStyle/>
        <a:p>
          <a:endParaRPr lang="en-US"/>
        </a:p>
      </dgm:t>
    </dgm:pt>
    <dgm:pt modelId="{56A31FCB-CEE2-4B5F-9A65-CAFD5119258B}" type="sibTrans" cxnId="{904660C4-DBCA-4B4C-ACA8-DCD40DF02265}">
      <dgm:prSet/>
      <dgm:spPr/>
      <dgm:t>
        <a:bodyPr/>
        <a:lstStyle/>
        <a:p>
          <a:endParaRPr lang="en-US"/>
        </a:p>
      </dgm:t>
    </dgm:pt>
    <dgm:pt modelId="{294339B4-FACE-4A7C-9C94-575261D2DE5E}">
      <dgm:prSet phldrT="[Text]" phldr="0"/>
      <dgm:spPr/>
      <dgm:t>
        <a:bodyPr/>
        <a:lstStyle/>
        <a:p>
          <a:r>
            <a:rPr lang="en-US" b="0" dirty="0">
              <a:solidFill>
                <a:schemeClr val="bg1"/>
              </a:solidFill>
            </a:rPr>
            <a:t>Improved UI</a:t>
          </a:r>
        </a:p>
      </dgm:t>
    </dgm:pt>
    <dgm:pt modelId="{A78FA98C-E888-43A5-B36E-2A2D17AB460F}" type="parTrans" cxnId="{B841609A-FB6F-4697-AB5D-C912F17FADD0}">
      <dgm:prSet/>
      <dgm:spPr/>
      <dgm:t>
        <a:bodyPr/>
        <a:lstStyle/>
        <a:p>
          <a:endParaRPr lang="en-US"/>
        </a:p>
      </dgm:t>
    </dgm:pt>
    <dgm:pt modelId="{8D17BC2D-0465-448C-B728-13ED87B6EDFC}" type="sibTrans" cxnId="{B841609A-FB6F-4697-AB5D-C912F17FADD0}">
      <dgm:prSet/>
      <dgm:spPr/>
      <dgm:t>
        <a:bodyPr/>
        <a:lstStyle/>
        <a:p>
          <a:endParaRPr lang="en-US"/>
        </a:p>
      </dgm:t>
    </dgm:pt>
    <dgm:pt modelId="{9EB56B87-AE32-46F2-BB4A-06B06FD3038D}">
      <dgm:prSet phldrT="[Text]" phldr="0"/>
      <dgm:spPr/>
      <dgm:t>
        <a:bodyPr/>
        <a:lstStyle/>
        <a:p>
          <a:pPr>
            <a:buNone/>
          </a:pPr>
          <a:r>
            <a:rPr lang="en-US" b="0" dirty="0">
              <a:solidFill>
                <a:schemeClr val="bg1"/>
              </a:solidFill>
            </a:rPr>
            <a:t>Automation</a:t>
          </a:r>
        </a:p>
      </dgm:t>
    </dgm:pt>
    <dgm:pt modelId="{10045CBB-D666-4A40-B16B-42E9ABD12A56}" type="parTrans" cxnId="{36BD3A12-0276-404A-9C2D-B0DED30A7985}">
      <dgm:prSet/>
      <dgm:spPr/>
      <dgm:t>
        <a:bodyPr/>
        <a:lstStyle/>
        <a:p>
          <a:endParaRPr lang="en-US"/>
        </a:p>
      </dgm:t>
    </dgm:pt>
    <dgm:pt modelId="{C405222B-6413-41C0-9418-7AA88C04C183}" type="sibTrans" cxnId="{36BD3A12-0276-404A-9C2D-B0DED30A7985}">
      <dgm:prSet/>
      <dgm:spPr/>
      <dgm:t>
        <a:bodyPr/>
        <a:lstStyle/>
        <a:p>
          <a:endParaRPr lang="en-US"/>
        </a:p>
      </dgm:t>
    </dgm:pt>
    <dgm:pt modelId="{CEC0DABB-C2A7-411C-A3FC-92073A59FC2A}">
      <dgm:prSet phldrT="[Text]" phldr="0"/>
      <dgm:spPr/>
      <dgm:t>
        <a:bodyPr/>
        <a:lstStyle/>
        <a:p>
          <a:r>
            <a:rPr lang="en-US" b="0" dirty="0">
              <a:solidFill>
                <a:schemeClr val="bg1"/>
              </a:solidFill>
            </a:rPr>
            <a:t>Robust Database &amp; Pipeline</a:t>
          </a:r>
        </a:p>
      </dgm:t>
    </dgm:pt>
    <dgm:pt modelId="{FDF4A39C-599E-473F-BC33-00C36FAB3F33}" type="parTrans" cxnId="{1FA69026-65B6-4C0B-B7A6-681F89EF3080}">
      <dgm:prSet/>
      <dgm:spPr/>
      <dgm:t>
        <a:bodyPr/>
        <a:lstStyle/>
        <a:p>
          <a:endParaRPr lang="en-US"/>
        </a:p>
      </dgm:t>
    </dgm:pt>
    <dgm:pt modelId="{6EAB1E00-FA17-491F-8954-B9A4F9CE96D1}" type="sibTrans" cxnId="{1FA69026-65B6-4C0B-B7A6-681F89EF3080}">
      <dgm:prSet/>
      <dgm:spPr/>
      <dgm:t>
        <a:bodyPr/>
        <a:lstStyle/>
        <a:p>
          <a:endParaRPr lang="en-US"/>
        </a:p>
      </dgm:t>
    </dgm:pt>
    <dgm:pt modelId="{163B8299-6FC5-4370-AA5F-C0C343175E4D}">
      <dgm:prSet phldrT="[Text]" phldr="0"/>
      <dgm:spPr/>
      <dgm:t>
        <a:bodyPr/>
        <a:lstStyle/>
        <a:p>
          <a:r>
            <a:rPr lang="en-US" b="0" dirty="0">
              <a:solidFill>
                <a:schemeClr val="bg1"/>
              </a:solidFill>
            </a:rPr>
            <a:t>ML Matching Algorithm</a:t>
          </a:r>
        </a:p>
      </dgm:t>
    </dgm:pt>
    <dgm:pt modelId="{1FFDBB61-30F2-4E8F-9908-EFC868CB369E}" type="parTrans" cxnId="{91372214-5734-41C2-B74D-9441A87E13D8}">
      <dgm:prSet/>
      <dgm:spPr/>
      <dgm:t>
        <a:bodyPr/>
        <a:lstStyle/>
        <a:p>
          <a:endParaRPr lang="en-US"/>
        </a:p>
      </dgm:t>
    </dgm:pt>
    <dgm:pt modelId="{9BE9EDEE-E9DC-413F-B788-DF8748E27792}" type="sibTrans" cxnId="{91372214-5734-41C2-B74D-9441A87E13D8}">
      <dgm:prSet/>
      <dgm:spPr/>
      <dgm:t>
        <a:bodyPr/>
        <a:lstStyle/>
        <a:p>
          <a:endParaRPr lang="en-US"/>
        </a:p>
      </dgm:t>
    </dgm:pt>
    <dgm:pt modelId="{A4BEE9B6-8C09-4C03-8C60-612CBA116808}">
      <dgm:prSet phldrT="[Text]" phldr="0"/>
      <dgm:spPr/>
      <dgm:t>
        <a:bodyPr/>
        <a:lstStyle/>
        <a:p>
          <a:pPr>
            <a:buNone/>
          </a:pPr>
          <a:endParaRPr lang="en-US" b="0" dirty="0">
            <a:solidFill>
              <a:schemeClr val="bg1"/>
            </a:solidFill>
          </a:endParaRPr>
        </a:p>
      </dgm:t>
    </dgm:pt>
    <dgm:pt modelId="{DD8DACA9-1DAA-40B4-BAA4-774243027DDC}" type="parTrans" cxnId="{2D694A99-F17F-4A47-8A31-F83EB4553CAB}">
      <dgm:prSet/>
      <dgm:spPr/>
      <dgm:t>
        <a:bodyPr/>
        <a:lstStyle/>
        <a:p>
          <a:endParaRPr lang="en-US"/>
        </a:p>
      </dgm:t>
    </dgm:pt>
    <dgm:pt modelId="{74722295-1E1F-4585-9BF0-5DDE98259603}" type="sibTrans" cxnId="{2D694A99-F17F-4A47-8A31-F83EB4553CAB}">
      <dgm:prSet/>
      <dgm:spPr/>
      <dgm:t>
        <a:bodyPr/>
        <a:lstStyle/>
        <a:p>
          <a:endParaRPr lang="en-US"/>
        </a:p>
      </dgm:t>
    </dgm:pt>
    <dgm:pt modelId="{BD3BCB9F-6570-4180-A6DD-ECAED3DAA5A6}" type="pres">
      <dgm:prSet presAssocID="{939F2F8B-D8D8-436A-9499-61368C47D1CE}" presName="Name0" presStyleCnt="0">
        <dgm:presLayoutVars>
          <dgm:chMax val="1"/>
          <dgm:chPref val="1"/>
          <dgm:dir/>
          <dgm:animOne val="branch"/>
          <dgm:animLvl val="lvl"/>
        </dgm:presLayoutVars>
      </dgm:prSet>
      <dgm:spPr/>
    </dgm:pt>
    <dgm:pt modelId="{C925B2F5-4D27-429F-A63C-F0D53E609D03}" type="pres">
      <dgm:prSet presAssocID="{46C66DB7-CD1C-42DE-8012-10367E053F62}" presName="singleCycle" presStyleCnt="0"/>
      <dgm:spPr/>
    </dgm:pt>
    <dgm:pt modelId="{4FF3BF49-A404-4084-88D9-B4564F8134AD}" type="pres">
      <dgm:prSet presAssocID="{46C66DB7-CD1C-42DE-8012-10367E053F62}" presName="singleCenter" presStyleLbl="node1" presStyleIdx="0" presStyleCnt="5" custScaleX="159133" custLinFactNeighborX="-4169" custLinFactNeighborY="-2402">
        <dgm:presLayoutVars>
          <dgm:chMax val="7"/>
          <dgm:chPref val="7"/>
        </dgm:presLayoutVars>
      </dgm:prSet>
      <dgm:spPr/>
    </dgm:pt>
    <dgm:pt modelId="{C21BD58D-3282-4918-B3E2-D242D16B4D44}" type="pres">
      <dgm:prSet presAssocID="{A78FA98C-E888-43A5-B36E-2A2D17AB460F}" presName="Name56" presStyleLbl="parChTrans1D2" presStyleIdx="0" presStyleCnt="4"/>
      <dgm:spPr/>
    </dgm:pt>
    <dgm:pt modelId="{D4E39B0C-FC33-44DF-A7BE-B6596D629637}" type="pres">
      <dgm:prSet presAssocID="{294339B4-FACE-4A7C-9C94-575261D2DE5E}" presName="text0" presStyleLbl="node1" presStyleIdx="1" presStyleCnt="5" custScaleX="163831" custScaleY="47675" custRadScaleRad="153651" custRadScaleInc="-242379">
        <dgm:presLayoutVars>
          <dgm:bulletEnabled val="1"/>
        </dgm:presLayoutVars>
      </dgm:prSet>
      <dgm:spPr/>
    </dgm:pt>
    <dgm:pt modelId="{9332C759-E85E-4E97-B569-C2CE3A86D95C}" type="pres">
      <dgm:prSet presAssocID="{1FFDBB61-30F2-4E8F-9908-EFC868CB369E}" presName="Name56" presStyleLbl="parChTrans1D2" presStyleIdx="1" presStyleCnt="4"/>
      <dgm:spPr/>
    </dgm:pt>
    <dgm:pt modelId="{6FDF3780-96DC-4DD7-A1BE-3AE8EFE1C0D3}" type="pres">
      <dgm:prSet presAssocID="{163B8299-6FC5-4370-AA5F-C0C343175E4D}" presName="text0" presStyleLbl="node1" presStyleIdx="2" presStyleCnt="5" custScaleX="171197" custScaleY="75625" custRadScaleRad="152451" custRadScaleInc="-366929">
        <dgm:presLayoutVars>
          <dgm:bulletEnabled val="1"/>
        </dgm:presLayoutVars>
      </dgm:prSet>
      <dgm:spPr/>
    </dgm:pt>
    <dgm:pt modelId="{F9ABF9A7-2A47-4085-9D4B-4E7700E2A760}" type="pres">
      <dgm:prSet presAssocID="{FDF4A39C-599E-473F-BC33-00C36FAB3F33}" presName="Name56" presStyleLbl="parChTrans1D2" presStyleIdx="2" presStyleCnt="4"/>
      <dgm:spPr/>
    </dgm:pt>
    <dgm:pt modelId="{7F9463A5-FFA3-4E71-A7DD-EE9F884B4A9B}" type="pres">
      <dgm:prSet presAssocID="{CEC0DABB-C2A7-411C-A3FC-92073A59FC2A}" presName="text0" presStyleLbl="node1" presStyleIdx="3" presStyleCnt="5" custScaleX="220068" custScaleY="74584" custRadScaleRad="92173" custRadScaleInc="383087">
        <dgm:presLayoutVars>
          <dgm:bulletEnabled val="1"/>
        </dgm:presLayoutVars>
      </dgm:prSet>
      <dgm:spPr/>
    </dgm:pt>
    <dgm:pt modelId="{7475F6C8-0C4B-4B14-917D-A6FD892265CE}" type="pres">
      <dgm:prSet presAssocID="{10045CBB-D666-4A40-B16B-42E9ABD12A56}" presName="Name56" presStyleLbl="parChTrans1D2" presStyleIdx="3" presStyleCnt="4"/>
      <dgm:spPr/>
    </dgm:pt>
    <dgm:pt modelId="{6CB9A409-254F-454C-ADA2-4245D46829F5}" type="pres">
      <dgm:prSet presAssocID="{9EB56B87-AE32-46F2-BB4A-06B06FD3038D}" presName="text0" presStyleLbl="node1" presStyleIdx="4" presStyleCnt="5" custScaleX="180761" custScaleY="52219" custRadScaleRad="85221" custRadScaleInc="-189163">
        <dgm:presLayoutVars>
          <dgm:bulletEnabled val="1"/>
        </dgm:presLayoutVars>
      </dgm:prSet>
      <dgm:spPr/>
    </dgm:pt>
  </dgm:ptLst>
  <dgm:cxnLst>
    <dgm:cxn modelId="{E2AB6706-F5C0-42AD-9C0A-34F410618396}" type="presOf" srcId="{46C66DB7-CD1C-42DE-8012-10367E053F62}" destId="{4FF3BF49-A404-4084-88D9-B4564F8134AD}" srcOrd="0" destOrd="0" presId="urn:microsoft.com/office/officeart/2008/layout/RadialCluster"/>
    <dgm:cxn modelId="{36BD3A12-0276-404A-9C2D-B0DED30A7985}" srcId="{46C66DB7-CD1C-42DE-8012-10367E053F62}" destId="{9EB56B87-AE32-46F2-BB4A-06B06FD3038D}" srcOrd="3" destOrd="0" parTransId="{10045CBB-D666-4A40-B16B-42E9ABD12A56}" sibTransId="{C405222B-6413-41C0-9418-7AA88C04C183}"/>
    <dgm:cxn modelId="{91372214-5734-41C2-B74D-9441A87E13D8}" srcId="{46C66DB7-CD1C-42DE-8012-10367E053F62}" destId="{163B8299-6FC5-4370-AA5F-C0C343175E4D}" srcOrd="1" destOrd="0" parTransId="{1FFDBB61-30F2-4E8F-9908-EFC868CB369E}" sibTransId="{9BE9EDEE-E9DC-413F-B788-DF8748E27792}"/>
    <dgm:cxn modelId="{1FA69026-65B6-4C0B-B7A6-681F89EF3080}" srcId="{46C66DB7-CD1C-42DE-8012-10367E053F62}" destId="{CEC0DABB-C2A7-411C-A3FC-92073A59FC2A}" srcOrd="2" destOrd="0" parTransId="{FDF4A39C-599E-473F-BC33-00C36FAB3F33}" sibTransId="{6EAB1E00-FA17-491F-8954-B9A4F9CE96D1}"/>
    <dgm:cxn modelId="{D20ADB26-BC37-4841-AA11-55CC73530DD4}" type="presOf" srcId="{10045CBB-D666-4A40-B16B-42E9ABD12A56}" destId="{7475F6C8-0C4B-4B14-917D-A6FD892265CE}" srcOrd="0" destOrd="0" presId="urn:microsoft.com/office/officeart/2008/layout/RadialCluster"/>
    <dgm:cxn modelId="{221E2F40-A5BA-4961-B038-838C11614504}" type="presOf" srcId="{FDF4A39C-599E-473F-BC33-00C36FAB3F33}" destId="{F9ABF9A7-2A47-4085-9D4B-4E7700E2A760}" srcOrd="0" destOrd="0" presId="urn:microsoft.com/office/officeart/2008/layout/RadialCluster"/>
    <dgm:cxn modelId="{F964234C-6D4B-403A-AFCB-1925A9A2F3D6}" type="presOf" srcId="{A78FA98C-E888-43A5-B36E-2A2D17AB460F}" destId="{C21BD58D-3282-4918-B3E2-D242D16B4D44}" srcOrd="0" destOrd="0" presId="urn:microsoft.com/office/officeart/2008/layout/RadialCluster"/>
    <dgm:cxn modelId="{2D694A99-F17F-4A47-8A31-F83EB4553CAB}" srcId="{939F2F8B-D8D8-436A-9499-61368C47D1CE}" destId="{A4BEE9B6-8C09-4C03-8C60-612CBA116808}" srcOrd="1" destOrd="0" parTransId="{DD8DACA9-1DAA-40B4-BAA4-774243027DDC}" sibTransId="{74722295-1E1F-4585-9BF0-5DDE98259603}"/>
    <dgm:cxn modelId="{B841609A-FB6F-4697-AB5D-C912F17FADD0}" srcId="{46C66DB7-CD1C-42DE-8012-10367E053F62}" destId="{294339B4-FACE-4A7C-9C94-575261D2DE5E}" srcOrd="0" destOrd="0" parTransId="{A78FA98C-E888-43A5-B36E-2A2D17AB460F}" sibTransId="{8D17BC2D-0465-448C-B728-13ED87B6EDFC}"/>
    <dgm:cxn modelId="{4275319B-7051-49A7-95D1-9EB360EF2D76}" type="presOf" srcId="{163B8299-6FC5-4370-AA5F-C0C343175E4D}" destId="{6FDF3780-96DC-4DD7-A1BE-3AE8EFE1C0D3}" srcOrd="0" destOrd="0" presId="urn:microsoft.com/office/officeart/2008/layout/RadialCluster"/>
    <dgm:cxn modelId="{7871CEA7-BA11-455D-A27E-F5AAE3C01BA8}" type="presOf" srcId="{294339B4-FACE-4A7C-9C94-575261D2DE5E}" destId="{D4E39B0C-FC33-44DF-A7BE-B6596D629637}" srcOrd="0" destOrd="0" presId="urn:microsoft.com/office/officeart/2008/layout/RadialCluster"/>
    <dgm:cxn modelId="{293411BD-2C0F-456A-B0C7-1F707BAFCFB5}" type="presOf" srcId="{939F2F8B-D8D8-436A-9499-61368C47D1CE}" destId="{BD3BCB9F-6570-4180-A6DD-ECAED3DAA5A6}" srcOrd="0" destOrd="0" presId="urn:microsoft.com/office/officeart/2008/layout/RadialCluster"/>
    <dgm:cxn modelId="{904660C4-DBCA-4B4C-ACA8-DCD40DF02265}" srcId="{939F2F8B-D8D8-436A-9499-61368C47D1CE}" destId="{46C66DB7-CD1C-42DE-8012-10367E053F62}" srcOrd="0" destOrd="0" parTransId="{51095FC6-1F3B-4D08-8050-862F34FF5DF2}" sibTransId="{56A31FCB-CEE2-4B5F-9A65-CAFD5119258B}"/>
    <dgm:cxn modelId="{DAF743EE-0D2D-4191-BEAD-58E601540906}" type="presOf" srcId="{1FFDBB61-30F2-4E8F-9908-EFC868CB369E}" destId="{9332C759-E85E-4E97-B569-C2CE3A86D95C}" srcOrd="0" destOrd="0" presId="urn:microsoft.com/office/officeart/2008/layout/RadialCluster"/>
    <dgm:cxn modelId="{289C49F0-1948-4022-A465-C13F4B18F886}" type="presOf" srcId="{9EB56B87-AE32-46F2-BB4A-06B06FD3038D}" destId="{6CB9A409-254F-454C-ADA2-4245D46829F5}" srcOrd="0" destOrd="0" presId="urn:microsoft.com/office/officeart/2008/layout/RadialCluster"/>
    <dgm:cxn modelId="{8D4AB7F8-13C9-4DC0-BF10-24EF265F5ACE}" type="presOf" srcId="{CEC0DABB-C2A7-411C-A3FC-92073A59FC2A}" destId="{7F9463A5-FFA3-4E71-A7DD-EE9F884B4A9B}" srcOrd="0" destOrd="0" presId="urn:microsoft.com/office/officeart/2008/layout/RadialCluster"/>
    <dgm:cxn modelId="{92588B8F-BE6E-423E-BC0E-33D8280B84B2}" type="presParOf" srcId="{BD3BCB9F-6570-4180-A6DD-ECAED3DAA5A6}" destId="{C925B2F5-4D27-429F-A63C-F0D53E609D03}" srcOrd="0" destOrd="0" presId="urn:microsoft.com/office/officeart/2008/layout/RadialCluster"/>
    <dgm:cxn modelId="{D0AE84A5-401B-4BA6-9ED9-554E89DCC1B8}" type="presParOf" srcId="{C925B2F5-4D27-429F-A63C-F0D53E609D03}" destId="{4FF3BF49-A404-4084-88D9-B4564F8134AD}" srcOrd="0" destOrd="0" presId="urn:microsoft.com/office/officeart/2008/layout/RadialCluster"/>
    <dgm:cxn modelId="{60BF141A-06E6-42BD-B3B3-AB3CEA671D91}" type="presParOf" srcId="{C925B2F5-4D27-429F-A63C-F0D53E609D03}" destId="{C21BD58D-3282-4918-B3E2-D242D16B4D44}" srcOrd="1" destOrd="0" presId="urn:microsoft.com/office/officeart/2008/layout/RadialCluster"/>
    <dgm:cxn modelId="{13E53454-EC57-40C9-B4DA-01267CB47BE5}" type="presParOf" srcId="{C925B2F5-4D27-429F-A63C-F0D53E609D03}" destId="{D4E39B0C-FC33-44DF-A7BE-B6596D629637}" srcOrd="2" destOrd="0" presId="urn:microsoft.com/office/officeart/2008/layout/RadialCluster"/>
    <dgm:cxn modelId="{972B4360-1EF3-4B8A-92DF-9DC671312AFB}" type="presParOf" srcId="{C925B2F5-4D27-429F-A63C-F0D53E609D03}" destId="{9332C759-E85E-4E97-B569-C2CE3A86D95C}" srcOrd="3" destOrd="0" presId="urn:microsoft.com/office/officeart/2008/layout/RadialCluster"/>
    <dgm:cxn modelId="{8B036685-5191-4B55-8BD7-D00DBF3BA83E}" type="presParOf" srcId="{C925B2F5-4D27-429F-A63C-F0D53E609D03}" destId="{6FDF3780-96DC-4DD7-A1BE-3AE8EFE1C0D3}" srcOrd="4" destOrd="0" presId="urn:microsoft.com/office/officeart/2008/layout/RadialCluster"/>
    <dgm:cxn modelId="{C5669C83-0B8F-436F-9C64-977270B62C2F}" type="presParOf" srcId="{C925B2F5-4D27-429F-A63C-F0D53E609D03}" destId="{F9ABF9A7-2A47-4085-9D4B-4E7700E2A760}" srcOrd="5" destOrd="0" presId="urn:microsoft.com/office/officeart/2008/layout/RadialCluster"/>
    <dgm:cxn modelId="{AE0515A1-B83F-42DF-9563-DFD091179BD7}" type="presParOf" srcId="{C925B2F5-4D27-429F-A63C-F0D53E609D03}" destId="{7F9463A5-FFA3-4E71-A7DD-EE9F884B4A9B}" srcOrd="6" destOrd="0" presId="urn:microsoft.com/office/officeart/2008/layout/RadialCluster"/>
    <dgm:cxn modelId="{4E43553A-AE87-49D1-AA04-FE1278E4AE94}" type="presParOf" srcId="{C925B2F5-4D27-429F-A63C-F0D53E609D03}" destId="{7475F6C8-0C4B-4B14-917D-A6FD892265CE}" srcOrd="7" destOrd="0" presId="urn:microsoft.com/office/officeart/2008/layout/RadialCluster"/>
    <dgm:cxn modelId="{AE7212D8-FED0-449A-8867-76B2E31FB5E0}" type="presParOf" srcId="{C925B2F5-4D27-429F-A63C-F0D53E609D03}" destId="{6CB9A409-254F-454C-ADA2-4245D46829F5}" srcOrd="8" destOrd="0" presId="urn:microsoft.com/office/officeart/2008/layout/RadialCluster"/>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DF09600-3E2F-481B-82C7-395C3C91F4A7}" type="doc">
      <dgm:prSet loTypeId="urn:microsoft.com/office/officeart/2005/8/layout/default" loCatId="list" qsTypeId="urn:microsoft.com/office/officeart/2005/8/quickstyle/simple1" qsCatId="simple" csTypeId="urn:microsoft.com/office/officeart/2005/8/colors/accent5_5" csCatId="accent5" phldr="1"/>
      <dgm:spPr/>
      <dgm:t>
        <a:bodyPr/>
        <a:lstStyle/>
        <a:p>
          <a:endParaRPr lang="en-US"/>
        </a:p>
      </dgm:t>
    </dgm:pt>
    <dgm:pt modelId="{A5BD7752-75C4-40C0-BF8E-20EB49436BC8}">
      <dgm:prSet phldrT="[Text]" phldr="0"/>
      <dgm:spPr/>
      <dgm:t>
        <a:bodyPr/>
        <a:lstStyle/>
        <a:p>
          <a:r>
            <a:rPr lang="en-US" b="1" dirty="0"/>
            <a:t>Join</a:t>
          </a:r>
        </a:p>
      </dgm:t>
    </dgm:pt>
    <dgm:pt modelId="{1C54ED6D-EB19-46AF-9179-2A8990EE417E}" type="parTrans" cxnId="{ABD700FB-DB43-4F3F-ABAA-8D595F3391D1}">
      <dgm:prSet/>
      <dgm:spPr/>
      <dgm:t>
        <a:bodyPr/>
        <a:lstStyle/>
        <a:p>
          <a:endParaRPr lang="en-US"/>
        </a:p>
      </dgm:t>
    </dgm:pt>
    <dgm:pt modelId="{188904B8-0917-432E-B5A6-993091A4A44C}" type="sibTrans" cxnId="{ABD700FB-DB43-4F3F-ABAA-8D595F3391D1}">
      <dgm:prSet/>
      <dgm:spPr/>
      <dgm:t>
        <a:bodyPr/>
        <a:lstStyle/>
        <a:p>
          <a:endParaRPr lang="en-US"/>
        </a:p>
      </dgm:t>
    </dgm:pt>
    <dgm:pt modelId="{3A77462F-9E0B-4B26-A8DE-8E17CA0C28BE}">
      <dgm:prSet phldrT="[Text]" phldr="0"/>
      <dgm:spPr/>
      <dgm:t>
        <a:bodyPr/>
        <a:lstStyle/>
        <a:p>
          <a:r>
            <a:rPr lang="en-US" b="1" dirty="0"/>
            <a:t>Imputation</a:t>
          </a:r>
        </a:p>
      </dgm:t>
    </dgm:pt>
    <dgm:pt modelId="{2422BF56-A5A5-4E51-BFCA-68E9B2464497}" type="parTrans" cxnId="{927849BC-48B5-4536-AA97-66FDD529F7A3}">
      <dgm:prSet/>
      <dgm:spPr/>
      <dgm:t>
        <a:bodyPr/>
        <a:lstStyle/>
        <a:p>
          <a:endParaRPr lang="en-US"/>
        </a:p>
      </dgm:t>
    </dgm:pt>
    <dgm:pt modelId="{1685AAA0-93D4-4A89-8E9D-B0F78ABE57AC}" type="sibTrans" cxnId="{927849BC-48B5-4536-AA97-66FDD529F7A3}">
      <dgm:prSet/>
      <dgm:spPr/>
      <dgm:t>
        <a:bodyPr/>
        <a:lstStyle/>
        <a:p>
          <a:endParaRPr lang="en-US"/>
        </a:p>
      </dgm:t>
    </dgm:pt>
    <dgm:pt modelId="{F7BA0878-801E-4FA8-9E47-FAAAEE922D89}">
      <dgm:prSet phldrT="[Text]" phldr="0"/>
      <dgm:spPr/>
      <dgm:t>
        <a:bodyPr/>
        <a:lstStyle/>
        <a:p>
          <a:r>
            <a:rPr lang="en-US" i="1" dirty="0"/>
            <a:t>Task Complexity</a:t>
          </a:r>
        </a:p>
      </dgm:t>
    </dgm:pt>
    <dgm:pt modelId="{9E23FA41-99B3-4688-BD86-547F428FD8B1}" type="parTrans" cxnId="{DA88E687-366B-4258-9DAD-B160BDB55C04}">
      <dgm:prSet/>
      <dgm:spPr/>
      <dgm:t>
        <a:bodyPr/>
        <a:lstStyle/>
        <a:p>
          <a:endParaRPr lang="en-US"/>
        </a:p>
      </dgm:t>
    </dgm:pt>
    <dgm:pt modelId="{F317A394-E435-41D3-9760-853A80531FB3}" type="sibTrans" cxnId="{DA88E687-366B-4258-9DAD-B160BDB55C04}">
      <dgm:prSet/>
      <dgm:spPr/>
      <dgm:t>
        <a:bodyPr/>
        <a:lstStyle/>
        <a:p>
          <a:endParaRPr lang="en-US"/>
        </a:p>
      </dgm:t>
    </dgm:pt>
    <dgm:pt modelId="{AA96EFEC-EAD0-4BC2-AEC4-27DE6BE062B7}">
      <dgm:prSet phldrT="[Text]" phldr="0"/>
      <dgm:spPr/>
      <dgm:t>
        <a:bodyPr/>
        <a:lstStyle/>
        <a:p>
          <a:r>
            <a:rPr lang="en-US" i="1" dirty="0"/>
            <a:t>Penalty Cost</a:t>
          </a:r>
        </a:p>
      </dgm:t>
    </dgm:pt>
    <dgm:pt modelId="{28A38835-4D66-44C8-8BA6-7665414FE787}" type="parTrans" cxnId="{22231E40-85CB-49D1-9B39-3D988504B1F8}">
      <dgm:prSet/>
      <dgm:spPr/>
      <dgm:t>
        <a:bodyPr/>
        <a:lstStyle/>
        <a:p>
          <a:endParaRPr lang="en-US"/>
        </a:p>
      </dgm:t>
    </dgm:pt>
    <dgm:pt modelId="{0430A49D-28ED-4616-A90A-D7DE912AC2D5}" type="sibTrans" cxnId="{22231E40-85CB-49D1-9B39-3D988504B1F8}">
      <dgm:prSet/>
      <dgm:spPr/>
      <dgm:t>
        <a:bodyPr/>
        <a:lstStyle/>
        <a:p>
          <a:endParaRPr lang="en-US"/>
        </a:p>
      </dgm:t>
    </dgm:pt>
    <dgm:pt modelId="{923A08C1-D6C4-4297-A13F-95876531D949}">
      <dgm:prSet phldrT="[Text]" phldr="0"/>
      <dgm:spPr/>
      <dgm:t>
        <a:bodyPr/>
        <a:lstStyle/>
        <a:p>
          <a:r>
            <a:rPr lang="en-US" i="1" dirty="0"/>
            <a:t>Eqpt Required</a:t>
          </a:r>
        </a:p>
      </dgm:t>
    </dgm:pt>
    <dgm:pt modelId="{83509945-42BA-4716-A5CC-1265C001718B}" type="parTrans" cxnId="{2B2D27F6-095B-4CA4-BCAB-F9B1B7760B87}">
      <dgm:prSet/>
      <dgm:spPr/>
      <dgm:t>
        <a:bodyPr/>
        <a:lstStyle/>
        <a:p>
          <a:endParaRPr lang="en-US"/>
        </a:p>
      </dgm:t>
    </dgm:pt>
    <dgm:pt modelId="{329467AF-63F8-4399-8DC9-05810767BEDF}" type="sibTrans" cxnId="{2B2D27F6-095B-4CA4-BCAB-F9B1B7760B87}">
      <dgm:prSet/>
      <dgm:spPr/>
      <dgm:t>
        <a:bodyPr/>
        <a:lstStyle/>
        <a:p>
          <a:endParaRPr lang="en-US"/>
        </a:p>
      </dgm:t>
    </dgm:pt>
    <dgm:pt modelId="{5797F77F-BDD6-4F23-BC54-7F5715B488F7}">
      <dgm:prSet phldrT="[Text]" phldr="0"/>
      <dgm:spPr/>
      <dgm:t>
        <a:bodyPr/>
        <a:lstStyle/>
        <a:p>
          <a:r>
            <a:rPr lang="en-US" i="1" dirty="0"/>
            <a:t>Customer Rating</a:t>
          </a:r>
        </a:p>
      </dgm:t>
    </dgm:pt>
    <dgm:pt modelId="{C2A0EE55-8066-4629-BB31-841F7B0B6284}" type="parTrans" cxnId="{C224E118-729E-4397-AE87-F36BB499F100}">
      <dgm:prSet/>
      <dgm:spPr/>
      <dgm:t>
        <a:bodyPr/>
        <a:lstStyle/>
        <a:p>
          <a:endParaRPr lang="en-US"/>
        </a:p>
      </dgm:t>
    </dgm:pt>
    <dgm:pt modelId="{5D5CF3C7-E0B7-4DF5-A985-39DB4124F8A6}" type="sibTrans" cxnId="{C224E118-729E-4397-AE87-F36BB499F100}">
      <dgm:prSet/>
      <dgm:spPr/>
      <dgm:t>
        <a:bodyPr/>
        <a:lstStyle/>
        <a:p>
          <a:endParaRPr lang="en-US"/>
        </a:p>
      </dgm:t>
    </dgm:pt>
    <dgm:pt modelId="{2F161EFD-1B2F-48AD-9ED1-9EBA3BEAA0A1}">
      <dgm:prSet phldrT="[Text]" phldr="0"/>
      <dgm:spPr/>
      <dgm:t>
        <a:bodyPr/>
        <a:lstStyle/>
        <a:p>
          <a:r>
            <a:rPr lang="en-US" i="0" dirty="0"/>
            <a:t>Based on </a:t>
          </a:r>
          <a:r>
            <a:rPr lang="en-US" i="1" dirty="0"/>
            <a:t>Task Priority</a:t>
          </a:r>
          <a:endParaRPr lang="en-US" i="0" dirty="0"/>
        </a:p>
      </dgm:t>
    </dgm:pt>
    <dgm:pt modelId="{9D0F7611-0771-474D-AFB5-5B9A8AD65569}" type="parTrans" cxnId="{68E7D5AD-4158-463E-B2C1-98CCFEE9EAF8}">
      <dgm:prSet/>
      <dgm:spPr/>
      <dgm:t>
        <a:bodyPr/>
        <a:lstStyle/>
        <a:p>
          <a:endParaRPr lang="en-US"/>
        </a:p>
      </dgm:t>
    </dgm:pt>
    <dgm:pt modelId="{32144286-A994-4B14-9CAE-36AF435CDBA2}" type="sibTrans" cxnId="{68E7D5AD-4158-463E-B2C1-98CCFEE9EAF8}">
      <dgm:prSet/>
      <dgm:spPr/>
      <dgm:t>
        <a:bodyPr/>
        <a:lstStyle/>
        <a:p>
          <a:endParaRPr lang="en-US"/>
        </a:p>
      </dgm:t>
    </dgm:pt>
    <dgm:pt modelId="{E3E6A194-F141-4417-9C96-71BAF46521B5}" type="pres">
      <dgm:prSet presAssocID="{8DF09600-3E2F-481B-82C7-395C3C91F4A7}" presName="diagram" presStyleCnt="0">
        <dgm:presLayoutVars>
          <dgm:dir/>
          <dgm:resizeHandles val="exact"/>
        </dgm:presLayoutVars>
      </dgm:prSet>
      <dgm:spPr/>
    </dgm:pt>
    <dgm:pt modelId="{F7CABA8C-F68E-4747-BEE6-2CD84CE5039C}" type="pres">
      <dgm:prSet presAssocID="{A5BD7752-75C4-40C0-BF8E-20EB49436BC8}" presName="node" presStyleLbl="node1" presStyleIdx="0" presStyleCnt="2" custScaleX="77132" custScaleY="63543" custLinFactNeighborX="-19114" custLinFactNeighborY="-17810">
        <dgm:presLayoutVars>
          <dgm:bulletEnabled val="1"/>
        </dgm:presLayoutVars>
      </dgm:prSet>
      <dgm:spPr/>
    </dgm:pt>
    <dgm:pt modelId="{8DAAFC61-F4B2-412F-A528-6D50CFA42C59}" type="pres">
      <dgm:prSet presAssocID="{188904B8-0917-432E-B5A6-993091A4A44C}" presName="sibTrans" presStyleCnt="0"/>
      <dgm:spPr/>
    </dgm:pt>
    <dgm:pt modelId="{E3D83339-3605-41D3-B9CD-828554CE7429}" type="pres">
      <dgm:prSet presAssocID="{3A77462F-9E0B-4B26-A8DE-8E17CA0C28BE}" presName="node" presStyleLbl="node1" presStyleIdx="1" presStyleCnt="2" custScaleX="74213" custScaleY="48091" custLinFactX="-100000" custLinFactY="66735" custLinFactNeighborX="-107307" custLinFactNeighborY="100000">
        <dgm:presLayoutVars>
          <dgm:bulletEnabled val="1"/>
        </dgm:presLayoutVars>
      </dgm:prSet>
      <dgm:spPr/>
    </dgm:pt>
  </dgm:ptLst>
  <dgm:cxnLst>
    <dgm:cxn modelId="{B0D59B04-106A-45D2-8B48-745DEE1E963F}" type="presOf" srcId="{2F161EFD-1B2F-48AD-9ED1-9EBA3BEAA0A1}" destId="{E3D83339-3605-41D3-B9CD-828554CE7429}" srcOrd="0" destOrd="2" presId="urn:microsoft.com/office/officeart/2005/8/layout/default"/>
    <dgm:cxn modelId="{DA026517-48DE-4884-94A0-AAAFEF62D303}" type="presOf" srcId="{AA96EFEC-EAD0-4BC2-AEC4-27DE6BE062B7}" destId="{E3D83339-3605-41D3-B9CD-828554CE7429}" srcOrd="0" destOrd="1" presId="urn:microsoft.com/office/officeart/2005/8/layout/default"/>
    <dgm:cxn modelId="{C224E118-729E-4397-AE87-F36BB499F100}" srcId="{A5BD7752-75C4-40C0-BF8E-20EB49436BC8}" destId="{5797F77F-BDD6-4F23-BC54-7F5715B488F7}" srcOrd="2" destOrd="0" parTransId="{C2A0EE55-8066-4629-BB31-841F7B0B6284}" sibTransId="{5D5CF3C7-E0B7-4DF5-A985-39DB4124F8A6}"/>
    <dgm:cxn modelId="{A5A07F33-1D72-424C-A71A-91DA2A020B14}" type="presOf" srcId="{923A08C1-D6C4-4297-A13F-95876531D949}" destId="{F7CABA8C-F68E-4747-BEE6-2CD84CE5039C}" srcOrd="0" destOrd="2" presId="urn:microsoft.com/office/officeart/2005/8/layout/default"/>
    <dgm:cxn modelId="{22231E40-85CB-49D1-9B39-3D988504B1F8}" srcId="{3A77462F-9E0B-4B26-A8DE-8E17CA0C28BE}" destId="{AA96EFEC-EAD0-4BC2-AEC4-27DE6BE062B7}" srcOrd="0" destOrd="0" parTransId="{28A38835-4D66-44C8-8BA6-7665414FE787}" sibTransId="{0430A49D-28ED-4616-A90A-D7DE912AC2D5}"/>
    <dgm:cxn modelId="{EA5A4965-4889-4235-8C31-BCA308C6A39A}" type="presOf" srcId="{8DF09600-3E2F-481B-82C7-395C3C91F4A7}" destId="{E3E6A194-F141-4417-9C96-71BAF46521B5}" srcOrd="0" destOrd="0" presId="urn:microsoft.com/office/officeart/2005/8/layout/default"/>
    <dgm:cxn modelId="{5E8A404B-43A1-4FCA-A099-177E21D55DDF}" type="presOf" srcId="{3A77462F-9E0B-4B26-A8DE-8E17CA0C28BE}" destId="{E3D83339-3605-41D3-B9CD-828554CE7429}" srcOrd="0" destOrd="0" presId="urn:microsoft.com/office/officeart/2005/8/layout/default"/>
    <dgm:cxn modelId="{A00DDF75-921B-43C1-A890-3EEE99BAF07B}" type="presOf" srcId="{A5BD7752-75C4-40C0-BF8E-20EB49436BC8}" destId="{F7CABA8C-F68E-4747-BEE6-2CD84CE5039C}" srcOrd="0" destOrd="0" presId="urn:microsoft.com/office/officeart/2005/8/layout/default"/>
    <dgm:cxn modelId="{2AC35858-29D4-4C31-ADA9-12384A1F477B}" type="presOf" srcId="{F7BA0878-801E-4FA8-9E47-FAAAEE922D89}" destId="{F7CABA8C-F68E-4747-BEE6-2CD84CE5039C}" srcOrd="0" destOrd="1" presId="urn:microsoft.com/office/officeart/2005/8/layout/default"/>
    <dgm:cxn modelId="{DA88E687-366B-4258-9DAD-B160BDB55C04}" srcId="{A5BD7752-75C4-40C0-BF8E-20EB49436BC8}" destId="{F7BA0878-801E-4FA8-9E47-FAAAEE922D89}" srcOrd="0" destOrd="0" parTransId="{9E23FA41-99B3-4688-BD86-547F428FD8B1}" sibTransId="{F317A394-E435-41D3-9760-853A80531FB3}"/>
    <dgm:cxn modelId="{68E7D5AD-4158-463E-B2C1-98CCFEE9EAF8}" srcId="{AA96EFEC-EAD0-4BC2-AEC4-27DE6BE062B7}" destId="{2F161EFD-1B2F-48AD-9ED1-9EBA3BEAA0A1}" srcOrd="0" destOrd="0" parTransId="{9D0F7611-0771-474D-AFB5-5B9A8AD65569}" sibTransId="{32144286-A994-4B14-9CAE-36AF435CDBA2}"/>
    <dgm:cxn modelId="{62A21DB1-4140-4D0E-BA7C-BE06E07B779D}" type="presOf" srcId="{5797F77F-BDD6-4F23-BC54-7F5715B488F7}" destId="{F7CABA8C-F68E-4747-BEE6-2CD84CE5039C}" srcOrd="0" destOrd="3" presId="urn:microsoft.com/office/officeart/2005/8/layout/default"/>
    <dgm:cxn modelId="{927849BC-48B5-4536-AA97-66FDD529F7A3}" srcId="{8DF09600-3E2F-481B-82C7-395C3C91F4A7}" destId="{3A77462F-9E0B-4B26-A8DE-8E17CA0C28BE}" srcOrd="1" destOrd="0" parTransId="{2422BF56-A5A5-4E51-BFCA-68E9B2464497}" sibTransId="{1685AAA0-93D4-4A89-8E9D-B0F78ABE57AC}"/>
    <dgm:cxn modelId="{2B2D27F6-095B-4CA4-BCAB-F9B1B7760B87}" srcId="{A5BD7752-75C4-40C0-BF8E-20EB49436BC8}" destId="{923A08C1-D6C4-4297-A13F-95876531D949}" srcOrd="1" destOrd="0" parTransId="{83509945-42BA-4716-A5CC-1265C001718B}" sibTransId="{329467AF-63F8-4399-8DC9-05810767BEDF}"/>
    <dgm:cxn modelId="{ABD700FB-DB43-4F3F-ABAA-8D595F3391D1}" srcId="{8DF09600-3E2F-481B-82C7-395C3C91F4A7}" destId="{A5BD7752-75C4-40C0-BF8E-20EB49436BC8}" srcOrd="0" destOrd="0" parTransId="{1C54ED6D-EB19-46AF-9179-2A8990EE417E}" sibTransId="{188904B8-0917-432E-B5A6-993091A4A44C}"/>
    <dgm:cxn modelId="{21243C7C-E51A-4341-A060-C94A0F57DBCD}" type="presParOf" srcId="{E3E6A194-F141-4417-9C96-71BAF46521B5}" destId="{F7CABA8C-F68E-4747-BEE6-2CD84CE5039C}" srcOrd="0" destOrd="0" presId="urn:microsoft.com/office/officeart/2005/8/layout/default"/>
    <dgm:cxn modelId="{C2C4BD13-F09F-4B5C-A992-EC0DACAB39EC}" type="presParOf" srcId="{E3E6A194-F141-4417-9C96-71BAF46521B5}" destId="{8DAAFC61-F4B2-412F-A528-6D50CFA42C59}" srcOrd="1" destOrd="0" presId="urn:microsoft.com/office/officeart/2005/8/layout/default"/>
    <dgm:cxn modelId="{D58A6BE2-C43D-44CB-B3C7-492DA8772F7E}" type="presParOf" srcId="{E3E6A194-F141-4417-9C96-71BAF46521B5}" destId="{E3D83339-3605-41D3-B9CD-828554CE7429}" srcOrd="2"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16C4B5B-F846-44B5-8C94-868CF5B17B38}" type="doc">
      <dgm:prSet loTypeId="urn:microsoft.com/office/officeart/2005/8/layout/StepDownProcess" loCatId="process" qsTypeId="urn:microsoft.com/office/officeart/2005/8/quickstyle/simple5" qsCatId="simple" csTypeId="urn:microsoft.com/office/officeart/2005/8/colors/accent5_3" csCatId="accent5" phldr="1"/>
      <dgm:spPr/>
      <dgm:t>
        <a:bodyPr/>
        <a:lstStyle/>
        <a:p>
          <a:endParaRPr lang="en-US"/>
        </a:p>
      </dgm:t>
    </dgm:pt>
    <dgm:pt modelId="{B9531AB7-2690-4DE1-A662-79599F688F8A}">
      <dgm:prSet phldrT="[Text]" phldr="0" custT="1"/>
      <dgm:spPr/>
      <dgm:t>
        <a:bodyPr/>
        <a:lstStyle/>
        <a:p>
          <a:r>
            <a:rPr lang="en-US" sz="1800" dirty="0"/>
            <a:t>Are you QUALIFIED or not?</a:t>
          </a:r>
        </a:p>
      </dgm:t>
    </dgm:pt>
    <dgm:pt modelId="{A84DC318-911E-4A43-BF76-A6EF8882A47C}" type="parTrans" cxnId="{0C6DB51E-E680-41A8-8A41-ABC0E996DA33}">
      <dgm:prSet/>
      <dgm:spPr/>
      <dgm:t>
        <a:bodyPr/>
        <a:lstStyle/>
        <a:p>
          <a:endParaRPr lang="en-US"/>
        </a:p>
      </dgm:t>
    </dgm:pt>
    <dgm:pt modelId="{487343B0-97A9-43ED-BBD6-9B0AFED35548}" type="sibTrans" cxnId="{0C6DB51E-E680-41A8-8A41-ABC0E996DA33}">
      <dgm:prSet/>
      <dgm:spPr/>
      <dgm:t>
        <a:bodyPr/>
        <a:lstStyle/>
        <a:p>
          <a:endParaRPr lang="en-US"/>
        </a:p>
      </dgm:t>
    </dgm:pt>
    <dgm:pt modelId="{0A70D41D-E125-41B1-9C5E-71D7D2B42219}">
      <dgm:prSet phldrT="[Text]" custT="1"/>
      <dgm:spPr/>
      <dgm:t>
        <a:bodyPr/>
        <a:lstStyle/>
        <a:p>
          <a:r>
            <a:rPr lang="en-US" sz="1400" i="0" dirty="0"/>
            <a:t>Assumption: Expertise Match looks at equipment requirement and complexity level</a:t>
          </a:r>
        </a:p>
      </dgm:t>
    </dgm:pt>
    <dgm:pt modelId="{1778A704-166E-4C20-B298-D0BD33F88BA9}" type="parTrans" cxnId="{A9171045-7E5D-44C2-8CD3-C222B22CD92D}">
      <dgm:prSet/>
      <dgm:spPr/>
      <dgm:t>
        <a:bodyPr/>
        <a:lstStyle/>
        <a:p>
          <a:endParaRPr lang="en-US"/>
        </a:p>
      </dgm:t>
    </dgm:pt>
    <dgm:pt modelId="{84C7F0C1-26EE-43E5-9310-04E31B3239B2}" type="sibTrans" cxnId="{A9171045-7E5D-44C2-8CD3-C222B22CD92D}">
      <dgm:prSet/>
      <dgm:spPr/>
      <dgm:t>
        <a:bodyPr/>
        <a:lstStyle/>
        <a:p>
          <a:endParaRPr lang="en-US"/>
        </a:p>
      </dgm:t>
    </dgm:pt>
    <dgm:pt modelId="{8EFA4B97-E733-43CC-AB1B-5C5A72591DF0}">
      <dgm:prSet phldrT="[Text]"/>
      <dgm:spPr/>
      <dgm:t>
        <a:bodyPr/>
        <a:lstStyle/>
        <a:p>
          <a:r>
            <a:rPr lang="en-US" i="1" dirty="0"/>
            <a:t>Expertise Match </a:t>
          </a:r>
          <a:r>
            <a:rPr lang="en-US" dirty="0"/>
            <a:t>+</a:t>
          </a:r>
          <a:r>
            <a:rPr lang="en-US" i="1" dirty="0"/>
            <a:t> Eqpt Required </a:t>
          </a:r>
          <a:r>
            <a:rPr lang="en-US" dirty="0"/>
            <a:t>+ </a:t>
          </a:r>
          <a:r>
            <a:rPr lang="en-US" i="1" dirty="0"/>
            <a:t>Task Complexity</a:t>
          </a:r>
          <a:endParaRPr lang="en-US" dirty="0"/>
        </a:p>
      </dgm:t>
    </dgm:pt>
    <dgm:pt modelId="{320740CE-4C4E-4525-9DD1-B5EE1D11396A}" type="parTrans" cxnId="{957E9E66-6092-47B0-9551-1FA3A968C8B1}">
      <dgm:prSet/>
      <dgm:spPr/>
      <dgm:t>
        <a:bodyPr/>
        <a:lstStyle/>
        <a:p>
          <a:endParaRPr lang="en-US"/>
        </a:p>
      </dgm:t>
    </dgm:pt>
    <dgm:pt modelId="{D98F9541-5591-4FDC-A260-D099C9318662}" type="sibTrans" cxnId="{957E9E66-6092-47B0-9551-1FA3A968C8B1}">
      <dgm:prSet/>
      <dgm:spPr/>
      <dgm:t>
        <a:bodyPr/>
        <a:lstStyle/>
        <a:p>
          <a:endParaRPr lang="en-US"/>
        </a:p>
      </dgm:t>
    </dgm:pt>
    <dgm:pt modelId="{96C5BA3A-4257-485B-ABDD-619231BABB85}">
      <dgm:prSet phldrT="[Text]" phldr="0"/>
      <dgm:spPr/>
      <dgm:t>
        <a:bodyPr/>
        <a:lstStyle/>
        <a:p>
          <a:r>
            <a:rPr lang="en-US" dirty="0"/>
            <a:t>Create </a:t>
          </a:r>
          <a:r>
            <a:rPr lang="en-US" i="1" dirty="0"/>
            <a:t>Eqpt Trained </a:t>
          </a:r>
          <a:r>
            <a:rPr lang="en-US" dirty="0"/>
            <a:t>+ </a:t>
          </a:r>
          <a:r>
            <a:rPr lang="en-US" i="1" dirty="0"/>
            <a:t>Tech Complexity</a:t>
          </a:r>
        </a:p>
      </dgm:t>
    </dgm:pt>
    <dgm:pt modelId="{BCB996BA-F604-455C-BA7F-8A2DBD239041}" type="parTrans" cxnId="{606B35D9-D842-4374-B582-F6DDB5B2C020}">
      <dgm:prSet/>
      <dgm:spPr/>
      <dgm:t>
        <a:bodyPr/>
        <a:lstStyle/>
        <a:p>
          <a:endParaRPr lang="en-US"/>
        </a:p>
      </dgm:t>
    </dgm:pt>
    <dgm:pt modelId="{0A20DEDA-7D21-43D0-B241-13924AC9623C}" type="sibTrans" cxnId="{606B35D9-D842-4374-B582-F6DDB5B2C020}">
      <dgm:prSet/>
      <dgm:spPr/>
      <dgm:t>
        <a:bodyPr/>
        <a:lstStyle/>
        <a:p>
          <a:endParaRPr lang="en-US"/>
        </a:p>
      </dgm:t>
    </dgm:pt>
    <dgm:pt modelId="{19C531A1-731B-429D-9797-6D17354BC74A}">
      <dgm:prSet phldrT="[Text]" phldr="0"/>
      <dgm:spPr/>
      <dgm:t>
        <a:bodyPr/>
        <a:lstStyle/>
        <a:p>
          <a:r>
            <a:rPr lang="en-US" dirty="0"/>
            <a:t>Recalibrate </a:t>
          </a:r>
          <a:r>
            <a:rPr lang="en-US" i="1" dirty="0"/>
            <a:t>Expertise Match</a:t>
          </a:r>
        </a:p>
      </dgm:t>
    </dgm:pt>
    <dgm:pt modelId="{DCCB310A-9AF4-4FBF-8344-214A30F9293F}" type="parTrans" cxnId="{6FBAB860-A53D-49F6-A91B-893688B3CD4C}">
      <dgm:prSet/>
      <dgm:spPr/>
      <dgm:t>
        <a:bodyPr/>
        <a:lstStyle/>
        <a:p>
          <a:endParaRPr lang="en-US"/>
        </a:p>
      </dgm:t>
    </dgm:pt>
    <dgm:pt modelId="{4D92E019-BBD6-4829-B25E-6C2BD93E8FEB}" type="sibTrans" cxnId="{6FBAB860-A53D-49F6-A91B-893688B3CD4C}">
      <dgm:prSet/>
      <dgm:spPr/>
      <dgm:t>
        <a:bodyPr/>
        <a:lstStyle/>
        <a:p>
          <a:endParaRPr lang="en-US"/>
        </a:p>
      </dgm:t>
    </dgm:pt>
    <dgm:pt modelId="{41597A71-CA5B-4D48-94A8-589E85DB50BA}" type="pres">
      <dgm:prSet presAssocID="{816C4B5B-F846-44B5-8C94-868CF5B17B38}" presName="rootnode" presStyleCnt="0">
        <dgm:presLayoutVars>
          <dgm:chMax/>
          <dgm:chPref/>
          <dgm:dir/>
          <dgm:animLvl val="lvl"/>
        </dgm:presLayoutVars>
      </dgm:prSet>
      <dgm:spPr/>
    </dgm:pt>
    <dgm:pt modelId="{FE9C425B-C19F-4695-9D95-413BFB1902E1}" type="pres">
      <dgm:prSet presAssocID="{B9531AB7-2690-4DE1-A662-79599F688F8A}" presName="composite" presStyleCnt="0"/>
      <dgm:spPr/>
    </dgm:pt>
    <dgm:pt modelId="{F02E8A46-9238-40ED-B101-44435CBA6304}" type="pres">
      <dgm:prSet presAssocID="{B9531AB7-2690-4DE1-A662-79599F688F8A}" presName="bentUpArrow1" presStyleLbl="alignImgPlace1" presStyleIdx="0" presStyleCnt="3"/>
      <dgm:spPr/>
    </dgm:pt>
    <dgm:pt modelId="{DBD125FD-C586-47EA-A490-7B599CC40096}" type="pres">
      <dgm:prSet presAssocID="{B9531AB7-2690-4DE1-A662-79599F688F8A}" presName="ParentText" presStyleLbl="node1" presStyleIdx="0" presStyleCnt="4">
        <dgm:presLayoutVars>
          <dgm:chMax val="1"/>
          <dgm:chPref val="1"/>
          <dgm:bulletEnabled val="1"/>
        </dgm:presLayoutVars>
      </dgm:prSet>
      <dgm:spPr/>
    </dgm:pt>
    <dgm:pt modelId="{F0CD7D26-32D7-40A1-8DF8-49E0E82D88D5}" type="pres">
      <dgm:prSet presAssocID="{B9531AB7-2690-4DE1-A662-79599F688F8A}" presName="ChildText" presStyleLbl="revTx" presStyleIdx="0" presStyleCnt="3" custScaleX="182156" custLinFactNeighborX="55445" custLinFactNeighborY="-695">
        <dgm:presLayoutVars>
          <dgm:chMax val="0"/>
          <dgm:chPref val="0"/>
          <dgm:bulletEnabled val="1"/>
        </dgm:presLayoutVars>
      </dgm:prSet>
      <dgm:spPr/>
    </dgm:pt>
    <dgm:pt modelId="{47491F37-E7D1-489D-96D6-36C20E008556}" type="pres">
      <dgm:prSet presAssocID="{487343B0-97A9-43ED-BBD6-9B0AFED35548}" presName="sibTrans" presStyleCnt="0"/>
      <dgm:spPr/>
    </dgm:pt>
    <dgm:pt modelId="{3B96F734-DBB3-4E19-8A79-109628B228E4}" type="pres">
      <dgm:prSet presAssocID="{8EFA4B97-E733-43CC-AB1B-5C5A72591DF0}" presName="composite" presStyleCnt="0"/>
      <dgm:spPr/>
    </dgm:pt>
    <dgm:pt modelId="{DE2C5742-C436-441D-8960-126E2AE09B85}" type="pres">
      <dgm:prSet presAssocID="{8EFA4B97-E733-43CC-AB1B-5C5A72591DF0}" presName="bentUpArrow1" presStyleLbl="alignImgPlace1" presStyleIdx="1" presStyleCnt="3"/>
      <dgm:spPr/>
    </dgm:pt>
    <dgm:pt modelId="{C90D36B6-7075-4469-B7B7-5330204202A1}" type="pres">
      <dgm:prSet presAssocID="{8EFA4B97-E733-43CC-AB1B-5C5A72591DF0}" presName="ParentText" presStyleLbl="node1" presStyleIdx="1" presStyleCnt="4">
        <dgm:presLayoutVars>
          <dgm:chMax val="1"/>
          <dgm:chPref val="1"/>
          <dgm:bulletEnabled val="1"/>
        </dgm:presLayoutVars>
      </dgm:prSet>
      <dgm:spPr/>
    </dgm:pt>
    <dgm:pt modelId="{9BFAC67A-B977-4505-88C5-538A1CF85EA9}" type="pres">
      <dgm:prSet presAssocID="{8EFA4B97-E733-43CC-AB1B-5C5A72591DF0}" presName="ChildText" presStyleLbl="revTx" presStyleIdx="1" presStyleCnt="3">
        <dgm:presLayoutVars>
          <dgm:chMax val="0"/>
          <dgm:chPref val="0"/>
          <dgm:bulletEnabled val="1"/>
        </dgm:presLayoutVars>
      </dgm:prSet>
      <dgm:spPr/>
    </dgm:pt>
    <dgm:pt modelId="{FB0E2E2C-01F2-4E7C-B53F-15E5B86D83A9}" type="pres">
      <dgm:prSet presAssocID="{D98F9541-5591-4FDC-A260-D099C9318662}" presName="sibTrans" presStyleCnt="0"/>
      <dgm:spPr/>
    </dgm:pt>
    <dgm:pt modelId="{C3E63C13-9460-4B53-93DA-5A3E1FFFAE1C}" type="pres">
      <dgm:prSet presAssocID="{96C5BA3A-4257-485B-ABDD-619231BABB85}" presName="composite" presStyleCnt="0"/>
      <dgm:spPr/>
    </dgm:pt>
    <dgm:pt modelId="{59A39938-074C-4F3A-8003-019AEB108AC8}" type="pres">
      <dgm:prSet presAssocID="{96C5BA3A-4257-485B-ABDD-619231BABB85}" presName="bentUpArrow1" presStyleLbl="alignImgPlace1" presStyleIdx="2" presStyleCnt="3"/>
      <dgm:spPr/>
    </dgm:pt>
    <dgm:pt modelId="{A5B98524-4AA6-4E6B-BB2E-73E66BD1805D}" type="pres">
      <dgm:prSet presAssocID="{96C5BA3A-4257-485B-ABDD-619231BABB85}" presName="ParentText" presStyleLbl="node1" presStyleIdx="2" presStyleCnt="4">
        <dgm:presLayoutVars>
          <dgm:chMax val="1"/>
          <dgm:chPref val="1"/>
          <dgm:bulletEnabled val="1"/>
        </dgm:presLayoutVars>
      </dgm:prSet>
      <dgm:spPr/>
    </dgm:pt>
    <dgm:pt modelId="{59008FDF-80C7-4C4D-8133-F393AD4597C1}" type="pres">
      <dgm:prSet presAssocID="{96C5BA3A-4257-485B-ABDD-619231BABB85}" presName="ChildText" presStyleLbl="revTx" presStyleIdx="2" presStyleCnt="3">
        <dgm:presLayoutVars>
          <dgm:chMax val="0"/>
          <dgm:chPref val="0"/>
          <dgm:bulletEnabled val="1"/>
        </dgm:presLayoutVars>
      </dgm:prSet>
      <dgm:spPr/>
    </dgm:pt>
    <dgm:pt modelId="{21190DA3-7E51-4883-95FA-97501D7F6BF2}" type="pres">
      <dgm:prSet presAssocID="{0A20DEDA-7D21-43D0-B241-13924AC9623C}" presName="sibTrans" presStyleCnt="0"/>
      <dgm:spPr/>
    </dgm:pt>
    <dgm:pt modelId="{FF43DDA6-251B-47CD-AB7C-14229B7C2F12}" type="pres">
      <dgm:prSet presAssocID="{19C531A1-731B-429D-9797-6D17354BC74A}" presName="composite" presStyleCnt="0"/>
      <dgm:spPr/>
    </dgm:pt>
    <dgm:pt modelId="{FE460D8C-9DFB-4D72-A167-AFBC1AF4BE93}" type="pres">
      <dgm:prSet presAssocID="{19C531A1-731B-429D-9797-6D17354BC74A}" presName="ParentText" presStyleLbl="node1" presStyleIdx="3" presStyleCnt="4">
        <dgm:presLayoutVars>
          <dgm:chMax val="1"/>
          <dgm:chPref val="1"/>
          <dgm:bulletEnabled val="1"/>
        </dgm:presLayoutVars>
      </dgm:prSet>
      <dgm:spPr/>
    </dgm:pt>
  </dgm:ptLst>
  <dgm:cxnLst>
    <dgm:cxn modelId="{0C6DB51E-E680-41A8-8A41-ABC0E996DA33}" srcId="{816C4B5B-F846-44B5-8C94-868CF5B17B38}" destId="{B9531AB7-2690-4DE1-A662-79599F688F8A}" srcOrd="0" destOrd="0" parTransId="{A84DC318-911E-4A43-BF76-A6EF8882A47C}" sibTransId="{487343B0-97A9-43ED-BBD6-9B0AFED35548}"/>
    <dgm:cxn modelId="{52F9A920-4263-44BC-B005-B7EEF0570842}" type="presOf" srcId="{B9531AB7-2690-4DE1-A662-79599F688F8A}" destId="{DBD125FD-C586-47EA-A490-7B599CC40096}" srcOrd="0" destOrd="0" presId="urn:microsoft.com/office/officeart/2005/8/layout/StepDownProcess"/>
    <dgm:cxn modelId="{6FBAB860-A53D-49F6-A91B-893688B3CD4C}" srcId="{816C4B5B-F846-44B5-8C94-868CF5B17B38}" destId="{19C531A1-731B-429D-9797-6D17354BC74A}" srcOrd="3" destOrd="0" parTransId="{DCCB310A-9AF4-4FBF-8344-214A30F9293F}" sibTransId="{4D92E019-BBD6-4829-B25E-6C2BD93E8FEB}"/>
    <dgm:cxn modelId="{A9171045-7E5D-44C2-8CD3-C222B22CD92D}" srcId="{B9531AB7-2690-4DE1-A662-79599F688F8A}" destId="{0A70D41D-E125-41B1-9C5E-71D7D2B42219}" srcOrd="0" destOrd="0" parTransId="{1778A704-166E-4C20-B298-D0BD33F88BA9}" sibTransId="{84C7F0C1-26EE-43E5-9310-04E31B3239B2}"/>
    <dgm:cxn modelId="{957E9E66-6092-47B0-9551-1FA3A968C8B1}" srcId="{816C4B5B-F846-44B5-8C94-868CF5B17B38}" destId="{8EFA4B97-E733-43CC-AB1B-5C5A72591DF0}" srcOrd="1" destOrd="0" parTransId="{320740CE-4C4E-4525-9DD1-B5EE1D11396A}" sibTransId="{D98F9541-5591-4FDC-A260-D099C9318662}"/>
    <dgm:cxn modelId="{98A3A555-0A9E-46A0-9D9C-528E10718E69}" type="presOf" srcId="{19C531A1-731B-429D-9797-6D17354BC74A}" destId="{FE460D8C-9DFB-4D72-A167-AFBC1AF4BE93}" srcOrd="0" destOrd="0" presId="urn:microsoft.com/office/officeart/2005/8/layout/StepDownProcess"/>
    <dgm:cxn modelId="{465A06CC-795E-4351-969F-51AE92C5F20F}" type="presOf" srcId="{96C5BA3A-4257-485B-ABDD-619231BABB85}" destId="{A5B98524-4AA6-4E6B-BB2E-73E66BD1805D}" srcOrd="0" destOrd="0" presId="urn:microsoft.com/office/officeart/2005/8/layout/StepDownProcess"/>
    <dgm:cxn modelId="{EE1856D7-D160-46DA-B1AB-82EE764396B0}" type="presOf" srcId="{8EFA4B97-E733-43CC-AB1B-5C5A72591DF0}" destId="{C90D36B6-7075-4469-B7B7-5330204202A1}" srcOrd="0" destOrd="0" presId="urn:microsoft.com/office/officeart/2005/8/layout/StepDownProcess"/>
    <dgm:cxn modelId="{789FB0D8-7D06-4602-8F61-53B1B4D93865}" type="presOf" srcId="{816C4B5B-F846-44B5-8C94-868CF5B17B38}" destId="{41597A71-CA5B-4D48-94A8-589E85DB50BA}" srcOrd="0" destOrd="0" presId="urn:microsoft.com/office/officeart/2005/8/layout/StepDownProcess"/>
    <dgm:cxn modelId="{606B35D9-D842-4374-B582-F6DDB5B2C020}" srcId="{816C4B5B-F846-44B5-8C94-868CF5B17B38}" destId="{96C5BA3A-4257-485B-ABDD-619231BABB85}" srcOrd="2" destOrd="0" parTransId="{BCB996BA-F604-455C-BA7F-8A2DBD239041}" sibTransId="{0A20DEDA-7D21-43D0-B241-13924AC9623C}"/>
    <dgm:cxn modelId="{9D0613DE-32EC-45ED-AB41-30B3BA0A646E}" type="presOf" srcId="{0A70D41D-E125-41B1-9C5E-71D7D2B42219}" destId="{F0CD7D26-32D7-40A1-8DF8-49E0E82D88D5}" srcOrd="0" destOrd="0" presId="urn:microsoft.com/office/officeart/2005/8/layout/StepDownProcess"/>
    <dgm:cxn modelId="{F588C304-8EC8-4096-BFC5-C74ECD2B6765}" type="presParOf" srcId="{41597A71-CA5B-4D48-94A8-589E85DB50BA}" destId="{FE9C425B-C19F-4695-9D95-413BFB1902E1}" srcOrd="0" destOrd="0" presId="urn:microsoft.com/office/officeart/2005/8/layout/StepDownProcess"/>
    <dgm:cxn modelId="{6760D351-FC3E-4727-8DE3-326DB054C680}" type="presParOf" srcId="{FE9C425B-C19F-4695-9D95-413BFB1902E1}" destId="{F02E8A46-9238-40ED-B101-44435CBA6304}" srcOrd="0" destOrd="0" presId="urn:microsoft.com/office/officeart/2005/8/layout/StepDownProcess"/>
    <dgm:cxn modelId="{241CBE29-D095-451E-A150-922F8846D774}" type="presParOf" srcId="{FE9C425B-C19F-4695-9D95-413BFB1902E1}" destId="{DBD125FD-C586-47EA-A490-7B599CC40096}" srcOrd="1" destOrd="0" presId="urn:microsoft.com/office/officeart/2005/8/layout/StepDownProcess"/>
    <dgm:cxn modelId="{72D1C22C-0AE7-48D3-BCA0-CC7EA8834584}" type="presParOf" srcId="{FE9C425B-C19F-4695-9D95-413BFB1902E1}" destId="{F0CD7D26-32D7-40A1-8DF8-49E0E82D88D5}" srcOrd="2" destOrd="0" presId="urn:microsoft.com/office/officeart/2005/8/layout/StepDownProcess"/>
    <dgm:cxn modelId="{7C12D9A5-3B3C-4DA8-8363-5374907D3683}" type="presParOf" srcId="{41597A71-CA5B-4D48-94A8-589E85DB50BA}" destId="{47491F37-E7D1-489D-96D6-36C20E008556}" srcOrd="1" destOrd="0" presId="urn:microsoft.com/office/officeart/2005/8/layout/StepDownProcess"/>
    <dgm:cxn modelId="{54B3EB0D-E92C-4799-9080-9C10EC744B5D}" type="presParOf" srcId="{41597A71-CA5B-4D48-94A8-589E85DB50BA}" destId="{3B96F734-DBB3-4E19-8A79-109628B228E4}" srcOrd="2" destOrd="0" presId="urn:microsoft.com/office/officeart/2005/8/layout/StepDownProcess"/>
    <dgm:cxn modelId="{55861603-173F-4567-AC08-BA1AF7A75250}" type="presParOf" srcId="{3B96F734-DBB3-4E19-8A79-109628B228E4}" destId="{DE2C5742-C436-441D-8960-126E2AE09B85}" srcOrd="0" destOrd="0" presId="urn:microsoft.com/office/officeart/2005/8/layout/StepDownProcess"/>
    <dgm:cxn modelId="{46AE3CA4-C5BD-42D2-93D2-FF597CF08562}" type="presParOf" srcId="{3B96F734-DBB3-4E19-8A79-109628B228E4}" destId="{C90D36B6-7075-4469-B7B7-5330204202A1}" srcOrd="1" destOrd="0" presId="urn:microsoft.com/office/officeart/2005/8/layout/StepDownProcess"/>
    <dgm:cxn modelId="{8D13C0D9-7160-4D67-8694-7EFADCFFB3D2}" type="presParOf" srcId="{3B96F734-DBB3-4E19-8A79-109628B228E4}" destId="{9BFAC67A-B977-4505-88C5-538A1CF85EA9}" srcOrd="2" destOrd="0" presId="urn:microsoft.com/office/officeart/2005/8/layout/StepDownProcess"/>
    <dgm:cxn modelId="{13626B63-A493-49E5-98F9-0862C3189823}" type="presParOf" srcId="{41597A71-CA5B-4D48-94A8-589E85DB50BA}" destId="{FB0E2E2C-01F2-4E7C-B53F-15E5B86D83A9}" srcOrd="3" destOrd="0" presId="urn:microsoft.com/office/officeart/2005/8/layout/StepDownProcess"/>
    <dgm:cxn modelId="{CEC5DDF4-78C6-414D-98CA-49D383E53830}" type="presParOf" srcId="{41597A71-CA5B-4D48-94A8-589E85DB50BA}" destId="{C3E63C13-9460-4B53-93DA-5A3E1FFFAE1C}" srcOrd="4" destOrd="0" presId="urn:microsoft.com/office/officeart/2005/8/layout/StepDownProcess"/>
    <dgm:cxn modelId="{837F2693-4A9C-4A1C-96DF-CEBD5C11761B}" type="presParOf" srcId="{C3E63C13-9460-4B53-93DA-5A3E1FFFAE1C}" destId="{59A39938-074C-4F3A-8003-019AEB108AC8}" srcOrd="0" destOrd="0" presId="urn:microsoft.com/office/officeart/2005/8/layout/StepDownProcess"/>
    <dgm:cxn modelId="{BBDE30CE-78B2-4299-89FB-C0DA2A52AC54}" type="presParOf" srcId="{C3E63C13-9460-4B53-93DA-5A3E1FFFAE1C}" destId="{A5B98524-4AA6-4E6B-BB2E-73E66BD1805D}" srcOrd="1" destOrd="0" presId="urn:microsoft.com/office/officeart/2005/8/layout/StepDownProcess"/>
    <dgm:cxn modelId="{14D9F87B-ABEA-4DD3-88B2-791983455E9D}" type="presParOf" srcId="{C3E63C13-9460-4B53-93DA-5A3E1FFFAE1C}" destId="{59008FDF-80C7-4C4D-8133-F393AD4597C1}" srcOrd="2" destOrd="0" presId="urn:microsoft.com/office/officeart/2005/8/layout/StepDownProcess"/>
    <dgm:cxn modelId="{5316E53D-CC69-4AE9-BE56-290D2FD93E2A}" type="presParOf" srcId="{41597A71-CA5B-4D48-94A8-589E85DB50BA}" destId="{21190DA3-7E51-4883-95FA-97501D7F6BF2}" srcOrd="5" destOrd="0" presId="urn:microsoft.com/office/officeart/2005/8/layout/StepDownProcess"/>
    <dgm:cxn modelId="{129D1682-DF51-4ED5-A49E-56DB45E67205}" type="presParOf" srcId="{41597A71-CA5B-4D48-94A8-589E85DB50BA}" destId="{FF43DDA6-251B-47CD-AB7C-14229B7C2F12}" srcOrd="6" destOrd="0" presId="urn:microsoft.com/office/officeart/2005/8/layout/StepDownProcess"/>
    <dgm:cxn modelId="{30856232-BF86-4FDB-BB85-AC08DBCE08AA}" type="presParOf" srcId="{FF43DDA6-251B-47CD-AB7C-14229B7C2F12}" destId="{FE460D8C-9DFB-4D72-A167-AFBC1AF4BE93}" srcOrd="0" destOrd="0" presId="urn:microsoft.com/office/officeart/2005/8/layout/StepDownProcess"/>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AC0FF62-E435-4373-9E4C-01B80BACA60D}" type="doc">
      <dgm:prSet loTypeId="urn:microsoft.com/office/officeart/2005/8/layout/process4" loCatId="process" qsTypeId="urn:microsoft.com/office/officeart/2005/8/quickstyle/simple1" qsCatId="simple" csTypeId="urn:microsoft.com/office/officeart/2005/8/colors/accent5_3" csCatId="accent5" phldr="1"/>
      <dgm:spPr/>
      <dgm:t>
        <a:bodyPr/>
        <a:lstStyle/>
        <a:p>
          <a:endParaRPr lang="en-US"/>
        </a:p>
      </dgm:t>
    </dgm:pt>
    <dgm:pt modelId="{EC3EB24F-F7E3-4ED6-A52A-44CD00DDE2E4}">
      <dgm:prSet phldrT="[Text]" phldr="0"/>
      <dgm:spPr/>
      <dgm:t>
        <a:bodyPr/>
        <a:lstStyle/>
        <a:p>
          <a:r>
            <a:rPr lang="en-US" dirty="0"/>
            <a:t>TRAIN/TEST XGBOOST CLASSIFIER MODEL</a:t>
          </a:r>
        </a:p>
      </dgm:t>
    </dgm:pt>
    <dgm:pt modelId="{2057D9DC-6921-49E8-852B-A32DC50D042C}" type="parTrans" cxnId="{856F6C4C-4FA7-4EE0-A0B2-59356343BE9E}">
      <dgm:prSet/>
      <dgm:spPr/>
      <dgm:t>
        <a:bodyPr/>
        <a:lstStyle/>
        <a:p>
          <a:endParaRPr lang="en-US"/>
        </a:p>
      </dgm:t>
    </dgm:pt>
    <dgm:pt modelId="{6B616F99-F2C6-4799-AB1A-B70780EC0A5C}" type="sibTrans" cxnId="{856F6C4C-4FA7-4EE0-A0B2-59356343BE9E}">
      <dgm:prSet/>
      <dgm:spPr/>
      <dgm:t>
        <a:bodyPr/>
        <a:lstStyle/>
        <a:p>
          <a:endParaRPr lang="en-US"/>
        </a:p>
      </dgm:t>
    </dgm:pt>
    <dgm:pt modelId="{074C0443-8720-411A-B2BD-12576BFEA530}">
      <dgm:prSet phldrT="[Text]" phldr="0"/>
      <dgm:spPr/>
      <dgm:t>
        <a:bodyPr/>
        <a:lstStyle/>
        <a:p>
          <a:r>
            <a:rPr lang="en-US" dirty="0"/>
            <a:t>Task Attributes &amp; Tech Stats</a:t>
          </a:r>
        </a:p>
      </dgm:t>
    </dgm:pt>
    <dgm:pt modelId="{399B5346-26B2-4605-98AB-2D81432FC937}" type="parTrans" cxnId="{FB214D46-8872-4B72-854F-E0BB52695994}">
      <dgm:prSet/>
      <dgm:spPr/>
      <dgm:t>
        <a:bodyPr/>
        <a:lstStyle/>
        <a:p>
          <a:endParaRPr lang="en-US"/>
        </a:p>
      </dgm:t>
    </dgm:pt>
    <dgm:pt modelId="{270AA83F-C941-4972-B271-D4E003E21569}" type="sibTrans" cxnId="{FB214D46-8872-4B72-854F-E0BB52695994}">
      <dgm:prSet/>
      <dgm:spPr/>
      <dgm:t>
        <a:bodyPr/>
        <a:lstStyle/>
        <a:p>
          <a:endParaRPr lang="en-US"/>
        </a:p>
      </dgm:t>
    </dgm:pt>
    <dgm:pt modelId="{E3A63DA6-785F-4BD1-B8E3-1E2CA13D3062}">
      <dgm:prSet phldrT="[Text]" phldr="0"/>
      <dgm:spPr/>
      <dgm:t>
        <a:bodyPr/>
        <a:lstStyle/>
        <a:p>
          <a:r>
            <a:rPr lang="en-US" dirty="0"/>
            <a:t>ROC: 0.667 </a:t>
          </a:r>
        </a:p>
        <a:p>
          <a:r>
            <a:rPr lang="en-US" dirty="0"/>
            <a:t>Accuracy: 83.3% </a:t>
          </a:r>
        </a:p>
      </dgm:t>
    </dgm:pt>
    <dgm:pt modelId="{C2AFA877-12D6-442F-88E7-34F5B9954F27}" type="parTrans" cxnId="{0038D602-A83A-4434-9C12-FDCFDCD22F17}">
      <dgm:prSet/>
      <dgm:spPr/>
      <dgm:t>
        <a:bodyPr/>
        <a:lstStyle/>
        <a:p>
          <a:endParaRPr lang="en-US"/>
        </a:p>
      </dgm:t>
    </dgm:pt>
    <dgm:pt modelId="{9FABA761-8C55-4782-B80D-A6FEEA2159B4}" type="sibTrans" cxnId="{0038D602-A83A-4434-9C12-FDCFDCD22F17}">
      <dgm:prSet/>
      <dgm:spPr/>
      <dgm:t>
        <a:bodyPr/>
        <a:lstStyle/>
        <a:p>
          <a:endParaRPr lang="en-US"/>
        </a:p>
      </dgm:t>
    </dgm:pt>
    <dgm:pt modelId="{74D33D0C-9B22-4152-8D88-50E5F5B0E757}">
      <dgm:prSet phldrT="[Text]" phldr="0"/>
      <dgm:spPr/>
      <dgm:t>
        <a:bodyPr/>
        <a:lstStyle/>
        <a:p>
          <a:r>
            <a:rPr lang="en-US" dirty="0"/>
            <a:t>PREDICT</a:t>
          </a:r>
        </a:p>
      </dgm:t>
    </dgm:pt>
    <dgm:pt modelId="{D0927325-5D67-4E16-805A-41B7073E1AC5}" type="parTrans" cxnId="{523E7965-EE3D-48D6-866D-D480D761023F}">
      <dgm:prSet/>
      <dgm:spPr/>
      <dgm:t>
        <a:bodyPr/>
        <a:lstStyle/>
        <a:p>
          <a:endParaRPr lang="en-US"/>
        </a:p>
      </dgm:t>
    </dgm:pt>
    <dgm:pt modelId="{88A003EE-8269-4F75-B8B2-04451C30E53B}" type="sibTrans" cxnId="{523E7965-EE3D-48D6-866D-D480D761023F}">
      <dgm:prSet/>
      <dgm:spPr/>
      <dgm:t>
        <a:bodyPr/>
        <a:lstStyle/>
        <a:p>
          <a:endParaRPr lang="en-US"/>
        </a:p>
      </dgm:t>
    </dgm:pt>
    <dgm:pt modelId="{B7BFEA02-9FF9-4AA3-B328-F5EA92FD0B88}">
      <dgm:prSet phldrT="[Text]" phldr="0"/>
      <dgm:spPr/>
      <dgm:t>
        <a:bodyPr/>
        <a:lstStyle/>
        <a:p>
          <a:r>
            <a:rPr lang="en-US" dirty="0"/>
            <a:t>Each tech-task pair</a:t>
          </a:r>
        </a:p>
      </dgm:t>
    </dgm:pt>
    <dgm:pt modelId="{0F5A2570-3A07-46AA-A94B-49FA0094754D}" type="parTrans" cxnId="{8093D028-0703-4E5B-8565-C51C247D4A64}">
      <dgm:prSet/>
      <dgm:spPr/>
      <dgm:t>
        <a:bodyPr/>
        <a:lstStyle/>
        <a:p>
          <a:endParaRPr lang="en-US"/>
        </a:p>
      </dgm:t>
    </dgm:pt>
    <dgm:pt modelId="{663DE948-25FF-44D9-B73A-6DE1F7435903}" type="sibTrans" cxnId="{8093D028-0703-4E5B-8565-C51C247D4A64}">
      <dgm:prSet/>
      <dgm:spPr/>
      <dgm:t>
        <a:bodyPr/>
        <a:lstStyle/>
        <a:p>
          <a:endParaRPr lang="en-US"/>
        </a:p>
      </dgm:t>
    </dgm:pt>
    <dgm:pt modelId="{F49C7105-7457-4747-A5C8-3D4A13F6CC7F}">
      <dgm:prSet phldrT="[Text]" phldr="0"/>
      <dgm:spPr/>
      <dgm:t>
        <a:bodyPr/>
        <a:lstStyle/>
        <a:p>
          <a:r>
            <a:rPr lang="en-US" dirty="0"/>
            <a:t>Predict possibility of completing the task</a:t>
          </a:r>
        </a:p>
      </dgm:t>
    </dgm:pt>
    <dgm:pt modelId="{26FAA4B9-C02E-4169-BEF6-6C5E5C18EC7C}" type="parTrans" cxnId="{280EFFDE-9675-4A96-B3C6-8C8E10F0177D}">
      <dgm:prSet/>
      <dgm:spPr/>
      <dgm:t>
        <a:bodyPr/>
        <a:lstStyle/>
        <a:p>
          <a:endParaRPr lang="en-US"/>
        </a:p>
      </dgm:t>
    </dgm:pt>
    <dgm:pt modelId="{509D466A-2BC0-49C7-9917-A1AB6D3A1318}" type="sibTrans" cxnId="{280EFFDE-9675-4A96-B3C6-8C8E10F0177D}">
      <dgm:prSet/>
      <dgm:spPr/>
      <dgm:t>
        <a:bodyPr/>
        <a:lstStyle/>
        <a:p>
          <a:endParaRPr lang="en-US"/>
        </a:p>
      </dgm:t>
    </dgm:pt>
    <dgm:pt modelId="{A0F3C998-1F08-446A-90BD-ED9B8704B3B2}">
      <dgm:prSet phldrT="[Text]" phldr="0"/>
      <dgm:spPr/>
      <dgm:t>
        <a:bodyPr/>
        <a:lstStyle/>
        <a:p>
          <a:r>
            <a:rPr lang="en-US" dirty="0"/>
            <a:t>PICK BEST TECH</a:t>
          </a:r>
        </a:p>
      </dgm:t>
    </dgm:pt>
    <dgm:pt modelId="{27B85D92-8206-415B-A770-90C0B87F4768}" type="parTrans" cxnId="{354F3D29-A4E7-4B34-9F38-F3D09C5EB360}">
      <dgm:prSet/>
      <dgm:spPr/>
      <dgm:t>
        <a:bodyPr/>
        <a:lstStyle/>
        <a:p>
          <a:endParaRPr lang="en-US"/>
        </a:p>
      </dgm:t>
    </dgm:pt>
    <dgm:pt modelId="{11408958-3AA9-4821-AC98-26B0E625E8E2}" type="sibTrans" cxnId="{354F3D29-A4E7-4B34-9F38-F3D09C5EB360}">
      <dgm:prSet/>
      <dgm:spPr/>
      <dgm:t>
        <a:bodyPr/>
        <a:lstStyle/>
        <a:p>
          <a:endParaRPr lang="en-US"/>
        </a:p>
      </dgm:t>
    </dgm:pt>
    <dgm:pt modelId="{D68DF28B-297A-47E7-8C11-DDC29809D18F}">
      <dgm:prSet phldrT="[Text]" phldr="0"/>
      <dgm:spPr/>
      <dgm:t>
        <a:bodyPr/>
        <a:lstStyle/>
        <a:p>
          <a:r>
            <a:rPr lang="en-US"/>
            <a:t>Soft max</a:t>
          </a:r>
          <a:endParaRPr lang="en-US" dirty="0"/>
        </a:p>
      </dgm:t>
    </dgm:pt>
    <dgm:pt modelId="{F34E080E-D5E2-440C-86FA-0FD42795B239}" type="parTrans" cxnId="{31479A9F-9A0F-46CA-981A-792F2B4799F2}">
      <dgm:prSet/>
      <dgm:spPr/>
      <dgm:t>
        <a:bodyPr/>
        <a:lstStyle/>
        <a:p>
          <a:endParaRPr lang="en-US"/>
        </a:p>
      </dgm:t>
    </dgm:pt>
    <dgm:pt modelId="{13D4BABF-96A1-4477-90D1-336087E8015D}" type="sibTrans" cxnId="{31479A9F-9A0F-46CA-981A-792F2B4799F2}">
      <dgm:prSet/>
      <dgm:spPr/>
      <dgm:t>
        <a:bodyPr/>
        <a:lstStyle/>
        <a:p>
          <a:endParaRPr lang="en-US"/>
        </a:p>
      </dgm:t>
    </dgm:pt>
    <dgm:pt modelId="{336304A0-4C41-4BCB-A421-116A90869ADD}">
      <dgm:prSet phldrT="[Text]" phldr="0"/>
      <dgm:spPr/>
      <dgm:t>
        <a:bodyPr/>
        <a:lstStyle/>
        <a:p>
          <a:r>
            <a:rPr lang="en-US" dirty="0"/>
            <a:t>Fair distribution of tech assignments</a:t>
          </a:r>
        </a:p>
      </dgm:t>
    </dgm:pt>
    <dgm:pt modelId="{3CB65BC5-4C67-41DE-B64C-813E07F6C0BB}" type="parTrans" cxnId="{D77A8B8C-CC57-42E6-BFC8-7BE310502EAF}">
      <dgm:prSet/>
      <dgm:spPr/>
      <dgm:t>
        <a:bodyPr/>
        <a:lstStyle/>
        <a:p>
          <a:endParaRPr lang="en-US"/>
        </a:p>
      </dgm:t>
    </dgm:pt>
    <dgm:pt modelId="{DD4C90AB-07E3-49D1-AABA-92E28D551D94}" type="sibTrans" cxnId="{D77A8B8C-CC57-42E6-BFC8-7BE310502EAF}">
      <dgm:prSet/>
      <dgm:spPr/>
      <dgm:t>
        <a:bodyPr/>
        <a:lstStyle/>
        <a:p>
          <a:endParaRPr lang="en-US"/>
        </a:p>
      </dgm:t>
    </dgm:pt>
    <dgm:pt modelId="{ED86E6AD-B7B9-4AFE-B8B0-FA5DD2E3D402}">
      <dgm:prSet phldrT="[Text]" phldr="0"/>
      <dgm:spPr/>
      <dgm:t>
        <a:bodyPr/>
        <a:lstStyle/>
        <a:p>
          <a:r>
            <a:rPr lang="en-US" dirty="0"/>
            <a:t>Target Variable: Task Completed</a:t>
          </a:r>
        </a:p>
      </dgm:t>
    </dgm:pt>
    <dgm:pt modelId="{E5C9EF12-750A-4ACD-B275-E7B269F32B72}" type="parTrans" cxnId="{EAA6106C-9671-4220-B71C-6D607083AEB2}">
      <dgm:prSet/>
      <dgm:spPr/>
      <dgm:t>
        <a:bodyPr/>
        <a:lstStyle/>
        <a:p>
          <a:endParaRPr lang="en-US"/>
        </a:p>
      </dgm:t>
    </dgm:pt>
    <dgm:pt modelId="{B318CF03-7AEA-4D7C-852D-568C1429FE78}" type="sibTrans" cxnId="{EAA6106C-9671-4220-B71C-6D607083AEB2}">
      <dgm:prSet/>
      <dgm:spPr/>
      <dgm:t>
        <a:bodyPr/>
        <a:lstStyle/>
        <a:p>
          <a:endParaRPr lang="en-US"/>
        </a:p>
      </dgm:t>
    </dgm:pt>
    <dgm:pt modelId="{09A97893-5D62-4042-81EA-53A21172F53C}" type="pres">
      <dgm:prSet presAssocID="{6AC0FF62-E435-4373-9E4C-01B80BACA60D}" presName="Name0" presStyleCnt="0">
        <dgm:presLayoutVars>
          <dgm:dir/>
          <dgm:animLvl val="lvl"/>
          <dgm:resizeHandles val="exact"/>
        </dgm:presLayoutVars>
      </dgm:prSet>
      <dgm:spPr/>
    </dgm:pt>
    <dgm:pt modelId="{073C8148-9BAE-475B-8CA8-C1A72AF6AE80}" type="pres">
      <dgm:prSet presAssocID="{A0F3C998-1F08-446A-90BD-ED9B8704B3B2}" presName="boxAndChildren" presStyleCnt="0"/>
      <dgm:spPr/>
    </dgm:pt>
    <dgm:pt modelId="{69CDA30F-0166-4191-A37D-926C3086DC46}" type="pres">
      <dgm:prSet presAssocID="{A0F3C998-1F08-446A-90BD-ED9B8704B3B2}" presName="parentTextBox" presStyleLbl="node1" presStyleIdx="0" presStyleCnt="3"/>
      <dgm:spPr/>
    </dgm:pt>
    <dgm:pt modelId="{43C64EB1-1214-444E-AB45-2801BF31A0BC}" type="pres">
      <dgm:prSet presAssocID="{A0F3C998-1F08-446A-90BD-ED9B8704B3B2}" presName="entireBox" presStyleLbl="node1" presStyleIdx="0" presStyleCnt="3" custLinFactNeighborX="6129" custLinFactNeighborY="19280"/>
      <dgm:spPr/>
    </dgm:pt>
    <dgm:pt modelId="{1FD742CB-FC01-47D4-8156-835EA30B2B1B}" type="pres">
      <dgm:prSet presAssocID="{A0F3C998-1F08-446A-90BD-ED9B8704B3B2}" presName="descendantBox" presStyleCnt="0"/>
      <dgm:spPr/>
    </dgm:pt>
    <dgm:pt modelId="{EE3A4992-5792-4366-AD06-56115DAA1AF2}" type="pres">
      <dgm:prSet presAssocID="{D68DF28B-297A-47E7-8C11-DDC29809D18F}" presName="childTextBox" presStyleLbl="fgAccFollowNode1" presStyleIdx="0" presStyleCnt="7">
        <dgm:presLayoutVars>
          <dgm:bulletEnabled val="1"/>
        </dgm:presLayoutVars>
      </dgm:prSet>
      <dgm:spPr/>
    </dgm:pt>
    <dgm:pt modelId="{67C60EBC-7CAF-4911-9011-8B40734D3ACC}" type="pres">
      <dgm:prSet presAssocID="{336304A0-4C41-4BCB-A421-116A90869ADD}" presName="childTextBox" presStyleLbl="fgAccFollowNode1" presStyleIdx="1" presStyleCnt="7">
        <dgm:presLayoutVars>
          <dgm:bulletEnabled val="1"/>
        </dgm:presLayoutVars>
      </dgm:prSet>
      <dgm:spPr/>
    </dgm:pt>
    <dgm:pt modelId="{B8BE130A-5876-4941-B8EC-20C9CA8500B2}" type="pres">
      <dgm:prSet presAssocID="{88A003EE-8269-4F75-B8B2-04451C30E53B}" presName="sp" presStyleCnt="0"/>
      <dgm:spPr/>
    </dgm:pt>
    <dgm:pt modelId="{DE301C3E-9ECB-40F1-89E4-1A9A17E53E1D}" type="pres">
      <dgm:prSet presAssocID="{74D33D0C-9B22-4152-8D88-50E5F5B0E757}" presName="arrowAndChildren" presStyleCnt="0"/>
      <dgm:spPr/>
    </dgm:pt>
    <dgm:pt modelId="{6C871E19-311E-4A5B-808B-A9DD86271ADC}" type="pres">
      <dgm:prSet presAssocID="{74D33D0C-9B22-4152-8D88-50E5F5B0E757}" presName="parentTextArrow" presStyleLbl="node1" presStyleIdx="0" presStyleCnt="3"/>
      <dgm:spPr/>
    </dgm:pt>
    <dgm:pt modelId="{7A1E1409-D09C-48A1-BE21-AAD0F6430B18}" type="pres">
      <dgm:prSet presAssocID="{74D33D0C-9B22-4152-8D88-50E5F5B0E757}" presName="arrow" presStyleLbl="node1" presStyleIdx="1" presStyleCnt="3"/>
      <dgm:spPr/>
    </dgm:pt>
    <dgm:pt modelId="{8C1D1304-79CD-498C-BBED-3EC5CA6F5DF6}" type="pres">
      <dgm:prSet presAssocID="{74D33D0C-9B22-4152-8D88-50E5F5B0E757}" presName="descendantArrow" presStyleCnt="0"/>
      <dgm:spPr/>
    </dgm:pt>
    <dgm:pt modelId="{A5C97C86-E057-4800-BF8D-543A41CEF243}" type="pres">
      <dgm:prSet presAssocID="{B7BFEA02-9FF9-4AA3-B328-F5EA92FD0B88}" presName="childTextArrow" presStyleLbl="fgAccFollowNode1" presStyleIdx="2" presStyleCnt="7">
        <dgm:presLayoutVars>
          <dgm:bulletEnabled val="1"/>
        </dgm:presLayoutVars>
      </dgm:prSet>
      <dgm:spPr/>
    </dgm:pt>
    <dgm:pt modelId="{4EC99613-076C-41CB-AE4C-FE803C7047FA}" type="pres">
      <dgm:prSet presAssocID="{F49C7105-7457-4747-A5C8-3D4A13F6CC7F}" presName="childTextArrow" presStyleLbl="fgAccFollowNode1" presStyleIdx="3" presStyleCnt="7">
        <dgm:presLayoutVars>
          <dgm:bulletEnabled val="1"/>
        </dgm:presLayoutVars>
      </dgm:prSet>
      <dgm:spPr/>
    </dgm:pt>
    <dgm:pt modelId="{4DD7808B-994F-4A04-8B3B-8DC0C958E550}" type="pres">
      <dgm:prSet presAssocID="{6B616F99-F2C6-4799-AB1A-B70780EC0A5C}" presName="sp" presStyleCnt="0"/>
      <dgm:spPr/>
    </dgm:pt>
    <dgm:pt modelId="{A99FF164-E5EE-4FF9-993D-B5EF4F5098BF}" type="pres">
      <dgm:prSet presAssocID="{EC3EB24F-F7E3-4ED6-A52A-44CD00DDE2E4}" presName="arrowAndChildren" presStyleCnt="0"/>
      <dgm:spPr/>
    </dgm:pt>
    <dgm:pt modelId="{33C226BF-59CA-46DD-9BFF-42B6BF3A8A70}" type="pres">
      <dgm:prSet presAssocID="{EC3EB24F-F7E3-4ED6-A52A-44CD00DDE2E4}" presName="parentTextArrow" presStyleLbl="node1" presStyleIdx="1" presStyleCnt="3"/>
      <dgm:spPr/>
    </dgm:pt>
    <dgm:pt modelId="{B343DECD-0542-4B76-AE18-284480B0B298}" type="pres">
      <dgm:prSet presAssocID="{EC3EB24F-F7E3-4ED6-A52A-44CD00DDE2E4}" presName="arrow" presStyleLbl="node1" presStyleIdx="2" presStyleCnt="3" custLinFactNeighborX="1324" custLinFactNeighborY="-57901"/>
      <dgm:spPr/>
    </dgm:pt>
    <dgm:pt modelId="{7918F164-B34B-4A31-9CF8-9FECE47FE07A}" type="pres">
      <dgm:prSet presAssocID="{EC3EB24F-F7E3-4ED6-A52A-44CD00DDE2E4}" presName="descendantArrow" presStyleCnt="0"/>
      <dgm:spPr/>
    </dgm:pt>
    <dgm:pt modelId="{5269A965-7284-4586-8970-1D7D6F46AFA7}" type="pres">
      <dgm:prSet presAssocID="{074C0443-8720-411A-B2BD-12576BFEA530}" presName="childTextArrow" presStyleLbl="fgAccFollowNode1" presStyleIdx="4" presStyleCnt="7">
        <dgm:presLayoutVars>
          <dgm:bulletEnabled val="1"/>
        </dgm:presLayoutVars>
      </dgm:prSet>
      <dgm:spPr/>
    </dgm:pt>
    <dgm:pt modelId="{1712AA49-430E-4C41-B1E8-4A1BA1BC4924}" type="pres">
      <dgm:prSet presAssocID="{ED86E6AD-B7B9-4AFE-B8B0-FA5DD2E3D402}" presName="childTextArrow" presStyleLbl="fgAccFollowNode1" presStyleIdx="5" presStyleCnt="7">
        <dgm:presLayoutVars>
          <dgm:bulletEnabled val="1"/>
        </dgm:presLayoutVars>
      </dgm:prSet>
      <dgm:spPr/>
    </dgm:pt>
    <dgm:pt modelId="{F3D1D10B-A256-49D0-A2EE-9FFBFCB2F114}" type="pres">
      <dgm:prSet presAssocID="{E3A63DA6-785F-4BD1-B8E3-1E2CA13D3062}" presName="childTextArrow" presStyleLbl="fgAccFollowNode1" presStyleIdx="6" presStyleCnt="7">
        <dgm:presLayoutVars>
          <dgm:bulletEnabled val="1"/>
        </dgm:presLayoutVars>
      </dgm:prSet>
      <dgm:spPr/>
    </dgm:pt>
  </dgm:ptLst>
  <dgm:cxnLst>
    <dgm:cxn modelId="{0038D602-A83A-4434-9C12-FDCFDCD22F17}" srcId="{EC3EB24F-F7E3-4ED6-A52A-44CD00DDE2E4}" destId="{E3A63DA6-785F-4BD1-B8E3-1E2CA13D3062}" srcOrd="2" destOrd="0" parTransId="{C2AFA877-12D6-442F-88E7-34F5B9954F27}" sibTransId="{9FABA761-8C55-4782-B80D-A6FEEA2159B4}"/>
    <dgm:cxn modelId="{98A4C612-F8EA-4EBC-91B0-95BA1FFF1A2D}" type="presOf" srcId="{B7BFEA02-9FF9-4AA3-B328-F5EA92FD0B88}" destId="{A5C97C86-E057-4800-BF8D-543A41CEF243}" srcOrd="0" destOrd="0" presId="urn:microsoft.com/office/officeart/2005/8/layout/process4"/>
    <dgm:cxn modelId="{525E4615-A0BE-4627-B268-0B520AEFCB87}" type="presOf" srcId="{A0F3C998-1F08-446A-90BD-ED9B8704B3B2}" destId="{69CDA30F-0166-4191-A37D-926C3086DC46}" srcOrd="0" destOrd="0" presId="urn:microsoft.com/office/officeart/2005/8/layout/process4"/>
    <dgm:cxn modelId="{59AFEC1E-D0E3-4E10-8DD8-EC6FF87E4CD0}" type="presOf" srcId="{6AC0FF62-E435-4373-9E4C-01B80BACA60D}" destId="{09A97893-5D62-4042-81EA-53A21172F53C}" srcOrd="0" destOrd="0" presId="urn:microsoft.com/office/officeart/2005/8/layout/process4"/>
    <dgm:cxn modelId="{8093D028-0703-4E5B-8565-C51C247D4A64}" srcId="{74D33D0C-9B22-4152-8D88-50E5F5B0E757}" destId="{B7BFEA02-9FF9-4AA3-B328-F5EA92FD0B88}" srcOrd="0" destOrd="0" parTransId="{0F5A2570-3A07-46AA-A94B-49FA0094754D}" sibTransId="{663DE948-25FF-44D9-B73A-6DE1F7435903}"/>
    <dgm:cxn modelId="{354F3D29-A4E7-4B34-9F38-F3D09C5EB360}" srcId="{6AC0FF62-E435-4373-9E4C-01B80BACA60D}" destId="{A0F3C998-1F08-446A-90BD-ED9B8704B3B2}" srcOrd="2" destOrd="0" parTransId="{27B85D92-8206-415B-A770-90C0B87F4768}" sibTransId="{11408958-3AA9-4821-AC98-26B0E625E8E2}"/>
    <dgm:cxn modelId="{986B9B61-A223-481A-9BA8-1DB346D62DCA}" type="presOf" srcId="{D68DF28B-297A-47E7-8C11-DDC29809D18F}" destId="{EE3A4992-5792-4366-AD06-56115DAA1AF2}" srcOrd="0" destOrd="0" presId="urn:microsoft.com/office/officeart/2005/8/layout/process4"/>
    <dgm:cxn modelId="{E9CBC741-D828-4A2F-AC83-203214B04EEE}" type="presOf" srcId="{ED86E6AD-B7B9-4AFE-B8B0-FA5DD2E3D402}" destId="{1712AA49-430E-4C41-B1E8-4A1BA1BC4924}" srcOrd="0" destOrd="0" presId="urn:microsoft.com/office/officeart/2005/8/layout/process4"/>
    <dgm:cxn modelId="{523E7965-EE3D-48D6-866D-D480D761023F}" srcId="{6AC0FF62-E435-4373-9E4C-01B80BACA60D}" destId="{74D33D0C-9B22-4152-8D88-50E5F5B0E757}" srcOrd="1" destOrd="0" parTransId="{D0927325-5D67-4E16-805A-41B7073E1AC5}" sibTransId="{88A003EE-8269-4F75-B8B2-04451C30E53B}"/>
    <dgm:cxn modelId="{FB214D46-8872-4B72-854F-E0BB52695994}" srcId="{EC3EB24F-F7E3-4ED6-A52A-44CD00DDE2E4}" destId="{074C0443-8720-411A-B2BD-12576BFEA530}" srcOrd="0" destOrd="0" parTransId="{399B5346-26B2-4605-98AB-2D81432FC937}" sibTransId="{270AA83F-C941-4972-B271-D4E003E21569}"/>
    <dgm:cxn modelId="{31212B47-E474-4C38-B9FB-C1BD377428B9}" type="presOf" srcId="{E3A63DA6-785F-4BD1-B8E3-1E2CA13D3062}" destId="{F3D1D10B-A256-49D0-A2EE-9FFBFCB2F114}" srcOrd="0" destOrd="0" presId="urn:microsoft.com/office/officeart/2005/8/layout/process4"/>
    <dgm:cxn modelId="{EAA6106C-9671-4220-B71C-6D607083AEB2}" srcId="{EC3EB24F-F7E3-4ED6-A52A-44CD00DDE2E4}" destId="{ED86E6AD-B7B9-4AFE-B8B0-FA5DD2E3D402}" srcOrd="1" destOrd="0" parTransId="{E5C9EF12-750A-4ACD-B275-E7B269F32B72}" sibTransId="{B318CF03-7AEA-4D7C-852D-568C1429FE78}"/>
    <dgm:cxn modelId="{856F6C4C-4FA7-4EE0-A0B2-59356343BE9E}" srcId="{6AC0FF62-E435-4373-9E4C-01B80BACA60D}" destId="{EC3EB24F-F7E3-4ED6-A52A-44CD00DDE2E4}" srcOrd="0" destOrd="0" parTransId="{2057D9DC-6921-49E8-852B-A32DC50D042C}" sibTransId="{6B616F99-F2C6-4799-AB1A-B70780EC0A5C}"/>
    <dgm:cxn modelId="{49B1767D-641B-4116-B185-684EE19B2958}" type="presOf" srcId="{F49C7105-7457-4747-A5C8-3D4A13F6CC7F}" destId="{4EC99613-076C-41CB-AE4C-FE803C7047FA}" srcOrd="0" destOrd="0" presId="urn:microsoft.com/office/officeart/2005/8/layout/process4"/>
    <dgm:cxn modelId="{33436588-26A2-4519-9DAC-B3AC2D00BE33}" type="presOf" srcId="{74D33D0C-9B22-4152-8D88-50E5F5B0E757}" destId="{6C871E19-311E-4A5B-808B-A9DD86271ADC}" srcOrd="0" destOrd="0" presId="urn:microsoft.com/office/officeart/2005/8/layout/process4"/>
    <dgm:cxn modelId="{D77A8B8C-CC57-42E6-BFC8-7BE310502EAF}" srcId="{A0F3C998-1F08-446A-90BD-ED9B8704B3B2}" destId="{336304A0-4C41-4BCB-A421-116A90869ADD}" srcOrd="1" destOrd="0" parTransId="{3CB65BC5-4C67-41DE-B64C-813E07F6C0BB}" sibTransId="{DD4C90AB-07E3-49D1-AABA-92E28D551D94}"/>
    <dgm:cxn modelId="{31479A9F-9A0F-46CA-981A-792F2B4799F2}" srcId="{A0F3C998-1F08-446A-90BD-ED9B8704B3B2}" destId="{D68DF28B-297A-47E7-8C11-DDC29809D18F}" srcOrd="0" destOrd="0" parTransId="{F34E080E-D5E2-440C-86FA-0FD42795B239}" sibTransId="{13D4BABF-96A1-4477-90D1-336087E8015D}"/>
    <dgm:cxn modelId="{CEA176A6-7AB0-4C83-8935-478017074CA3}" type="presOf" srcId="{336304A0-4C41-4BCB-A421-116A90869ADD}" destId="{67C60EBC-7CAF-4911-9011-8B40734D3ACC}" srcOrd="0" destOrd="0" presId="urn:microsoft.com/office/officeart/2005/8/layout/process4"/>
    <dgm:cxn modelId="{731934BB-2803-436C-BE9C-63D7CF258FF3}" type="presOf" srcId="{EC3EB24F-F7E3-4ED6-A52A-44CD00DDE2E4}" destId="{B343DECD-0542-4B76-AE18-284480B0B298}" srcOrd="1" destOrd="0" presId="urn:microsoft.com/office/officeart/2005/8/layout/process4"/>
    <dgm:cxn modelId="{272B63D4-1F29-40AE-AC7B-F1BA27FA2591}" type="presOf" srcId="{74D33D0C-9B22-4152-8D88-50E5F5B0E757}" destId="{7A1E1409-D09C-48A1-BE21-AAD0F6430B18}" srcOrd="1" destOrd="0" presId="urn:microsoft.com/office/officeart/2005/8/layout/process4"/>
    <dgm:cxn modelId="{280EFFDE-9675-4A96-B3C6-8C8E10F0177D}" srcId="{74D33D0C-9B22-4152-8D88-50E5F5B0E757}" destId="{F49C7105-7457-4747-A5C8-3D4A13F6CC7F}" srcOrd="1" destOrd="0" parTransId="{26FAA4B9-C02E-4169-BEF6-6C5E5C18EC7C}" sibTransId="{509D466A-2BC0-49C7-9917-A1AB6D3A1318}"/>
    <dgm:cxn modelId="{700E4FEB-5A46-41C7-936A-3D9BEF2361BC}" type="presOf" srcId="{A0F3C998-1F08-446A-90BD-ED9B8704B3B2}" destId="{43C64EB1-1214-444E-AB45-2801BF31A0BC}" srcOrd="1" destOrd="0" presId="urn:microsoft.com/office/officeart/2005/8/layout/process4"/>
    <dgm:cxn modelId="{7A4744F4-9C61-4B37-A4B9-8CA1B0E80C72}" type="presOf" srcId="{EC3EB24F-F7E3-4ED6-A52A-44CD00DDE2E4}" destId="{33C226BF-59CA-46DD-9BFF-42B6BF3A8A70}" srcOrd="0" destOrd="0" presId="urn:microsoft.com/office/officeart/2005/8/layout/process4"/>
    <dgm:cxn modelId="{EDA88FFA-8C27-4A7D-9713-6E7589AD5051}" type="presOf" srcId="{074C0443-8720-411A-B2BD-12576BFEA530}" destId="{5269A965-7284-4586-8970-1D7D6F46AFA7}" srcOrd="0" destOrd="0" presId="urn:microsoft.com/office/officeart/2005/8/layout/process4"/>
    <dgm:cxn modelId="{852A96FE-1516-477E-9A98-D762F18DE9C0}" type="presParOf" srcId="{09A97893-5D62-4042-81EA-53A21172F53C}" destId="{073C8148-9BAE-475B-8CA8-C1A72AF6AE80}" srcOrd="0" destOrd="0" presId="urn:microsoft.com/office/officeart/2005/8/layout/process4"/>
    <dgm:cxn modelId="{69ADAF85-4EAA-4ABF-9F47-41F6AF323AD9}" type="presParOf" srcId="{073C8148-9BAE-475B-8CA8-C1A72AF6AE80}" destId="{69CDA30F-0166-4191-A37D-926C3086DC46}" srcOrd="0" destOrd="0" presId="urn:microsoft.com/office/officeart/2005/8/layout/process4"/>
    <dgm:cxn modelId="{515C8B49-F47E-4835-BC21-359D4068DD74}" type="presParOf" srcId="{073C8148-9BAE-475B-8CA8-C1A72AF6AE80}" destId="{43C64EB1-1214-444E-AB45-2801BF31A0BC}" srcOrd="1" destOrd="0" presId="urn:microsoft.com/office/officeart/2005/8/layout/process4"/>
    <dgm:cxn modelId="{4F6659BE-A8C9-49CF-A555-962C288EC97B}" type="presParOf" srcId="{073C8148-9BAE-475B-8CA8-C1A72AF6AE80}" destId="{1FD742CB-FC01-47D4-8156-835EA30B2B1B}" srcOrd="2" destOrd="0" presId="urn:microsoft.com/office/officeart/2005/8/layout/process4"/>
    <dgm:cxn modelId="{33217DE7-5298-4947-A020-01CC66597662}" type="presParOf" srcId="{1FD742CB-FC01-47D4-8156-835EA30B2B1B}" destId="{EE3A4992-5792-4366-AD06-56115DAA1AF2}" srcOrd="0" destOrd="0" presId="urn:microsoft.com/office/officeart/2005/8/layout/process4"/>
    <dgm:cxn modelId="{70BBA18F-6458-459E-9C2D-F7BF71C010FF}" type="presParOf" srcId="{1FD742CB-FC01-47D4-8156-835EA30B2B1B}" destId="{67C60EBC-7CAF-4911-9011-8B40734D3ACC}" srcOrd="1" destOrd="0" presId="urn:microsoft.com/office/officeart/2005/8/layout/process4"/>
    <dgm:cxn modelId="{9E2A7045-05DF-4286-BE6F-DC3248453191}" type="presParOf" srcId="{09A97893-5D62-4042-81EA-53A21172F53C}" destId="{B8BE130A-5876-4941-B8EC-20C9CA8500B2}" srcOrd="1" destOrd="0" presId="urn:microsoft.com/office/officeart/2005/8/layout/process4"/>
    <dgm:cxn modelId="{E7BB70A8-5DF2-4FBE-8270-588B783CBDF8}" type="presParOf" srcId="{09A97893-5D62-4042-81EA-53A21172F53C}" destId="{DE301C3E-9ECB-40F1-89E4-1A9A17E53E1D}" srcOrd="2" destOrd="0" presId="urn:microsoft.com/office/officeart/2005/8/layout/process4"/>
    <dgm:cxn modelId="{176C732A-AA70-46C0-8949-658E9C47DA78}" type="presParOf" srcId="{DE301C3E-9ECB-40F1-89E4-1A9A17E53E1D}" destId="{6C871E19-311E-4A5B-808B-A9DD86271ADC}" srcOrd="0" destOrd="0" presId="urn:microsoft.com/office/officeart/2005/8/layout/process4"/>
    <dgm:cxn modelId="{BEC73517-C335-4B36-A980-78D8EDC70C06}" type="presParOf" srcId="{DE301C3E-9ECB-40F1-89E4-1A9A17E53E1D}" destId="{7A1E1409-D09C-48A1-BE21-AAD0F6430B18}" srcOrd="1" destOrd="0" presId="urn:microsoft.com/office/officeart/2005/8/layout/process4"/>
    <dgm:cxn modelId="{E9BF161C-7C1D-4FD1-881C-F8EB393F8A99}" type="presParOf" srcId="{DE301C3E-9ECB-40F1-89E4-1A9A17E53E1D}" destId="{8C1D1304-79CD-498C-BBED-3EC5CA6F5DF6}" srcOrd="2" destOrd="0" presId="urn:microsoft.com/office/officeart/2005/8/layout/process4"/>
    <dgm:cxn modelId="{355FFFFA-57B7-47D8-9CCF-3F101EAFD688}" type="presParOf" srcId="{8C1D1304-79CD-498C-BBED-3EC5CA6F5DF6}" destId="{A5C97C86-E057-4800-BF8D-543A41CEF243}" srcOrd="0" destOrd="0" presId="urn:microsoft.com/office/officeart/2005/8/layout/process4"/>
    <dgm:cxn modelId="{9E46B307-3581-4320-9F1A-BC1C3C881708}" type="presParOf" srcId="{8C1D1304-79CD-498C-BBED-3EC5CA6F5DF6}" destId="{4EC99613-076C-41CB-AE4C-FE803C7047FA}" srcOrd="1" destOrd="0" presId="urn:microsoft.com/office/officeart/2005/8/layout/process4"/>
    <dgm:cxn modelId="{6A7850E9-54F9-4E28-8D7C-54B2532CDD61}" type="presParOf" srcId="{09A97893-5D62-4042-81EA-53A21172F53C}" destId="{4DD7808B-994F-4A04-8B3B-8DC0C958E550}" srcOrd="3" destOrd="0" presId="urn:microsoft.com/office/officeart/2005/8/layout/process4"/>
    <dgm:cxn modelId="{D6B9FA1C-EAA9-44F5-AC6B-E8A95E0A0148}" type="presParOf" srcId="{09A97893-5D62-4042-81EA-53A21172F53C}" destId="{A99FF164-E5EE-4FF9-993D-B5EF4F5098BF}" srcOrd="4" destOrd="0" presId="urn:microsoft.com/office/officeart/2005/8/layout/process4"/>
    <dgm:cxn modelId="{2F591168-F355-4D11-8410-E78A31484322}" type="presParOf" srcId="{A99FF164-E5EE-4FF9-993D-B5EF4F5098BF}" destId="{33C226BF-59CA-46DD-9BFF-42B6BF3A8A70}" srcOrd="0" destOrd="0" presId="urn:microsoft.com/office/officeart/2005/8/layout/process4"/>
    <dgm:cxn modelId="{4C00D4C6-4CA1-4D2E-8CEB-B94CFBFE03A3}" type="presParOf" srcId="{A99FF164-E5EE-4FF9-993D-B5EF4F5098BF}" destId="{B343DECD-0542-4B76-AE18-284480B0B298}" srcOrd="1" destOrd="0" presId="urn:microsoft.com/office/officeart/2005/8/layout/process4"/>
    <dgm:cxn modelId="{11A168E7-AEB2-4E96-AC1B-B307B0461BAD}" type="presParOf" srcId="{A99FF164-E5EE-4FF9-993D-B5EF4F5098BF}" destId="{7918F164-B34B-4A31-9CF8-9FECE47FE07A}" srcOrd="2" destOrd="0" presId="urn:microsoft.com/office/officeart/2005/8/layout/process4"/>
    <dgm:cxn modelId="{FDE53072-499E-4F98-A2A1-566E00ABE94E}" type="presParOf" srcId="{7918F164-B34B-4A31-9CF8-9FECE47FE07A}" destId="{5269A965-7284-4586-8970-1D7D6F46AFA7}" srcOrd="0" destOrd="0" presId="urn:microsoft.com/office/officeart/2005/8/layout/process4"/>
    <dgm:cxn modelId="{DDA7C731-B685-433A-84CC-8131D93B407F}" type="presParOf" srcId="{7918F164-B34B-4A31-9CF8-9FECE47FE07A}" destId="{1712AA49-430E-4C41-B1E8-4A1BA1BC4924}" srcOrd="1" destOrd="0" presId="urn:microsoft.com/office/officeart/2005/8/layout/process4"/>
    <dgm:cxn modelId="{5386C32A-0321-4B43-9263-E1F58C7B5B95}" type="presParOf" srcId="{7918F164-B34B-4A31-9CF8-9FECE47FE07A}" destId="{F3D1D10B-A256-49D0-A2EE-9FFBFCB2F114}" srcOrd="2"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2038258-F05A-4265-B4D0-D20809F24518}" type="doc">
      <dgm:prSet loTypeId="urn:microsoft.com/office/officeart/2008/layout/BendingPictureCaption" loCatId="picture" qsTypeId="urn:microsoft.com/office/officeart/2005/8/quickstyle/simple1" qsCatId="simple" csTypeId="urn:microsoft.com/office/officeart/2005/8/colors/accent4_3" csCatId="accent4" phldr="1"/>
      <dgm:spPr/>
      <dgm:t>
        <a:bodyPr/>
        <a:lstStyle/>
        <a:p>
          <a:endParaRPr lang="en-US"/>
        </a:p>
      </dgm:t>
    </dgm:pt>
    <dgm:pt modelId="{D178E9C5-93E9-4CB8-AB26-C36EED20F879}">
      <dgm:prSet phldrT="[Text]" phldr="0"/>
      <dgm:spPr/>
      <dgm:t>
        <a:bodyPr/>
        <a:lstStyle/>
        <a:p>
          <a:r>
            <a:rPr lang="en-US" dirty="0"/>
            <a:t>Python Transformation</a:t>
          </a:r>
        </a:p>
      </dgm:t>
    </dgm:pt>
    <dgm:pt modelId="{0918C641-19F0-4131-845E-D8D1AC3B4B47}" type="parTrans" cxnId="{EAA6051E-B895-4236-820D-C52BAEAE6520}">
      <dgm:prSet/>
      <dgm:spPr/>
      <dgm:t>
        <a:bodyPr/>
        <a:lstStyle/>
        <a:p>
          <a:endParaRPr lang="en-US"/>
        </a:p>
      </dgm:t>
    </dgm:pt>
    <dgm:pt modelId="{5FA0A457-A637-4621-BA56-942C3681549F}" type="sibTrans" cxnId="{EAA6051E-B895-4236-820D-C52BAEAE6520}">
      <dgm:prSet/>
      <dgm:spPr/>
      <dgm:t>
        <a:bodyPr/>
        <a:lstStyle/>
        <a:p>
          <a:endParaRPr lang="en-US"/>
        </a:p>
      </dgm:t>
    </dgm:pt>
    <dgm:pt modelId="{BFB9FFFE-3EC3-4763-ADF5-D67AE49A38A5}">
      <dgm:prSet phldrT="[Text]" phldr="0"/>
      <dgm:spPr/>
      <dgm:t>
        <a:bodyPr/>
        <a:lstStyle/>
        <a:p>
          <a:r>
            <a:rPr lang="en-US" dirty="0"/>
            <a:t>Frontend: React</a:t>
          </a:r>
        </a:p>
      </dgm:t>
    </dgm:pt>
    <dgm:pt modelId="{B149E3C2-FA6F-4EA5-825F-17C9FC78DACC}" type="parTrans" cxnId="{EDF02CBC-E4EB-4C1C-A716-FE3A07486E91}">
      <dgm:prSet/>
      <dgm:spPr/>
      <dgm:t>
        <a:bodyPr/>
        <a:lstStyle/>
        <a:p>
          <a:endParaRPr lang="en-US"/>
        </a:p>
      </dgm:t>
    </dgm:pt>
    <dgm:pt modelId="{DA3C1018-6CC3-4E0E-B471-F1EE2A633822}" type="sibTrans" cxnId="{EDF02CBC-E4EB-4C1C-A716-FE3A07486E91}">
      <dgm:prSet/>
      <dgm:spPr/>
      <dgm:t>
        <a:bodyPr/>
        <a:lstStyle/>
        <a:p>
          <a:endParaRPr lang="en-US"/>
        </a:p>
      </dgm:t>
    </dgm:pt>
    <dgm:pt modelId="{50EED926-750A-4ACD-ABF5-2193C9E9FCCF}">
      <dgm:prSet phldrT="[Text]" phldr="0"/>
      <dgm:spPr/>
      <dgm:t>
        <a:bodyPr/>
        <a:lstStyle/>
        <a:p>
          <a:r>
            <a:rPr lang="en-US" dirty="0"/>
            <a:t>Backend: </a:t>
          </a:r>
          <a:r>
            <a:rPr lang="en-US" dirty="0" err="1"/>
            <a:t>FastAPI</a:t>
          </a:r>
          <a:endParaRPr lang="en-US" dirty="0"/>
        </a:p>
      </dgm:t>
    </dgm:pt>
    <dgm:pt modelId="{480393F7-5BCE-4A31-9CEC-FDB921BD924C}" type="parTrans" cxnId="{1D2E2FFC-422D-4088-9EE9-D0CFAF116AFF}">
      <dgm:prSet/>
      <dgm:spPr/>
      <dgm:t>
        <a:bodyPr/>
        <a:lstStyle/>
        <a:p>
          <a:endParaRPr lang="en-US"/>
        </a:p>
      </dgm:t>
    </dgm:pt>
    <dgm:pt modelId="{A19C1BF1-8C8A-487A-876F-39534D59F948}" type="sibTrans" cxnId="{1D2E2FFC-422D-4088-9EE9-D0CFAF116AFF}">
      <dgm:prSet/>
      <dgm:spPr/>
      <dgm:t>
        <a:bodyPr/>
        <a:lstStyle/>
        <a:p>
          <a:endParaRPr lang="en-US"/>
        </a:p>
      </dgm:t>
    </dgm:pt>
    <dgm:pt modelId="{922DFE74-7089-4BF5-ADAF-2517AE122FA9}" type="pres">
      <dgm:prSet presAssocID="{92038258-F05A-4265-B4D0-D20809F24518}" presName="diagram" presStyleCnt="0">
        <dgm:presLayoutVars>
          <dgm:dir/>
        </dgm:presLayoutVars>
      </dgm:prSet>
      <dgm:spPr/>
    </dgm:pt>
    <dgm:pt modelId="{D8B60105-4B69-4ED0-B2C4-8BA2ACE58AB9}" type="pres">
      <dgm:prSet presAssocID="{D178E9C5-93E9-4CB8-AB26-C36EED20F879}" presName="composite" presStyleCnt="0"/>
      <dgm:spPr/>
    </dgm:pt>
    <dgm:pt modelId="{80B8AB3C-01B5-4EDF-A402-C8A8B7D88933}" type="pres">
      <dgm:prSet presAssocID="{D178E9C5-93E9-4CB8-AB26-C36EED20F879}" presName="Image" presStyleLbl="bgShp" presStyleIdx="0" presStyleCnt="3" custLinFactX="100000" custLinFactNeighborX="174332" custLinFactNeighborY="-24550"/>
      <dgm:spPr>
        <a:blipFill>
          <a:blip xmlns:r="http://schemas.openxmlformats.org/officeDocument/2006/relationships" r:embed="rId1">
            <a:extLst>
              <a:ext uri="{96DAC541-7B7A-43D3-8B79-37D633B846F1}">
                <asvg:svgBlip xmlns:asvg="http://schemas.microsoft.com/office/drawing/2016/SVG/main" r:embed="rId2"/>
              </a:ext>
            </a:extLst>
          </a:blip>
          <a:srcRect/>
          <a:stretch>
            <a:fillRect t="-18000" b="-18000"/>
          </a:stretch>
        </a:blipFill>
      </dgm:spPr>
      <dgm:extLst>
        <a:ext uri="{E40237B7-FDA0-4F09-8148-C483321AD2D9}">
          <dgm14:cNvPr xmlns:dgm14="http://schemas.microsoft.com/office/drawing/2010/diagram" id="0" name="" descr="Ui Ux outline"/>
        </a:ext>
      </dgm:extLst>
    </dgm:pt>
    <dgm:pt modelId="{84510E51-59F8-443D-A301-B79C0B16B121}" type="pres">
      <dgm:prSet presAssocID="{D178E9C5-93E9-4CB8-AB26-C36EED20F879}" presName="Parent" presStyleLbl="node0" presStyleIdx="0" presStyleCnt="3">
        <dgm:presLayoutVars>
          <dgm:bulletEnabled val="1"/>
        </dgm:presLayoutVars>
      </dgm:prSet>
      <dgm:spPr/>
    </dgm:pt>
    <dgm:pt modelId="{35FF5D27-B4AE-4EE9-901D-617A56E7E6CD}" type="pres">
      <dgm:prSet presAssocID="{5FA0A457-A637-4621-BA56-942C3681549F}" presName="sibTrans" presStyleCnt="0"/>
      <dgm:spPr/>
    </dgm:pt>
    <dgm:pt modelId="{07C242CD-E5E9-4D82-9FEA-A667C6087C52}" type="pres">
      <dgm:prSet presAssocID="{50EED926-750A-4ACD-ABF5-2193C9E9FCCF}" presName="composite" presStyleCnt="0"/>
      <dgm:spPr/>
    </dgm:pt>
    <dgm:pt modelId="{9E363E57-DBED-4FD7-B483-4EED78A7CE32}" type="pres">
      <dgm:prSet presAssocID="{50EED926-750A-4ACD-ABF5-2193C9E9FCCF}" presName="Image" presStyleLbl="bgShp" presStyleIdx="1" presStyleCnt="3" custLinFactNeighborX="11235" custLinFactNeighborY="-24550"/>
      <dgm:spPr>
        <a:blipFill>
          <a:blip xmlns:r="http://schemas.openxmlformats.org/officeDocument/2006/relationships" r:embed="rId3">
            <a:extLst>
              <a:ext uri="{96DAC541-7B7A-43D3-8B79-37D633B846F1}">
                <asvg:svgBlip xmlns:asvg="http://schemas.microsoft.com/office/drawing/2016/SVG/main" r:embed="rId4"/>
              </a:ext>
            </a:extLst>
          </a:blip>
          <a:srcRect/>
          <a:stretch>
            <a:fillRect t="-18000" b="-18000"/>
          </a:stretch>
        </a:blipFill>
      </dgm:spPr>
      <dgm:extLst>
        <a:ext uri="{E40237B7-FDA0-4F09-8148-C483321AD2D9}">
          <dgm14:cNvPr xmlns:dgm14="http://schemas.microsoft.com/office/drawing/2010/diagram" id="0" name="" descr="Cloud Computing outline"/>
        </a:ext>
      </dgm:extLst>
    </dgm:pt>
    <dgm:pt modelId="{357F9515-AB64-471D-BFF4-BAF68BA3FC2D}" type="pres">
      <dgm:prSet presAssocID="{50EED926-750A-4ACD-ABF5-2193C9E9FCCF}" presName="Parent" presStyleLbl="node0" presStyleIdx="1" presStyleCnt="3">
        <dgm:presLayoutVars>
          <dgm:bulletEnabled val="1"/>
        </dgm:presLayoutVars>
      </dgm:prSet>
      <dgm:spPr/>
    </dgm:pt>
    <dgm:pt modelId="{C4D77CF3-FFB9-4D2A-AF3A-7A8BE35BE416}" type="pres">
      <dgm:prSet presAssocID="{A19C1BF1-8C8A-487A-876F-39534D59F948}" presName="sibTrans" presStyleCnt="0"/>
      <dgm:spPr/>
    </dgm:pt>
    <dgm:pt modelId="{23C76456-C875-48AB-A046-49E2F6D76DF9}" type="pres">
      <dgm:prSet presAssocID="{BFB9FFFE-3EC3-4763-ADF5-D67AE49A38A5}" presName="composite" presStyleCnt="0"/>
      <dgm:spPr/>
    </dgm:pt>
    <dgm:pt modelId="{53BE4C77-A89F-476F-B59F-FA365897BE09}" type="pres">
      <dgm:prSet presAssocID="{BFB9FFFE-3EC3-4763-ADF5-D67AE49A38A5}" presName="Image" presStyleLbl="bgShp" presStyleIdx="2" presStyleCnt="3" custLinFactX="-100000" custLinFactNeighborX="-143653" custLinFactNeighborY="-20429"/>
      <dgm:spPr>
        <a:blipFill>
          <a:blip xmlns:r="http://schemas.openxmlformats.org/officeDocument/2006/relationships" r:embed="rId5">
            <a:extLst>
              <a:ext uri="{96DAC541-7B7A-43D3-8B79-37D633B846F1}">
                <asvg:svgBlip xmlns:asvg="http://schemas.microsoft.com/office/drawing/2016/SVG/main" r:embed="rId6"/>
              </a:ext>
            </a:extLst>
          </a:blip>
          <a:srcRect/>
          <a:stretch>
            <a:fillRect t="-18000" b="-18000"/>
          </a:stretch>
        </a:blipFill>
      </dgm:spPr>
      <dgm:extLst>
        <a:ext uri="{E40237B7-FDA0-4F09-8148-C483321AD2D9}">
          <dgm14:cNvPr xmlns:dgm14="http://schemas.microsoft.com/office/drawing/2010/diagram" id="0" name="" descr="Web design outline"/>
        </a:ext>
      </dgm:extLst>
    </dgm:pt>
    <dgm:pt modelId="{F80EF63A-A349-48E0-B8D1-6D09AC7AE51B}" type="pres">
      <dgm:prSet presAssocID="{BFB9FFFE-3EC3-4763-ADF5-D67AE49A38A5}" presName="Parent" presStyleLbl="node0" presStyleIdx="2" presStyleCnt="3" custLinFactNeighborX="-6112" custLinFactNeighborY="-1695">
        <dgm:presLayoutVars>
          <dgm:bulletEnabled val="1"/>
        </dgm:presLayoutVars>
      </dgm:prSet>
      <dgm:spPr/>
    </dgm:pt>
  </dgm:ptLst>
  <dgm:cxnLst>
    <dgm:cxn modelId="{EAA6051E-B895-4236-820D-C52BAEAE6520}" srcId="{92038258-F05A-4265-B4D0-D20809F24518}" destId="{D178E9C5-93E9-4CB8-AB26-C36EED20F879}" srcOrd="0" destOrd="0" parTransId="{0918C641-19F0-4131-845E-D8D1AC3B4B47}" sibTransId="{5FA0A457-A637-4621-BA56-942C3681549F}"/>
    <dgm:cxn modelId="{B235425B-4E5B-442C-98BF-28738AA91A12}" type="presOf" srcId="{50EED926-750A-4ACD-ABF5-2193C9E9FCCF}" destId="{357F9515-AB64-471D-BFF4-BAF68BA3FC2D}" srcOrd="0" destOrd="0" presId="urn:microsoft.com/office/officeart/2008/layout/BendingPictureCaption"/>
    <dgm:cxn modelId="{739F187F-BD24-4C1D-9365-F1698A89AD26}" type="presOf" srcId="{D178E9C5-93E9-4CB8-AB26-C36EED20F879}" destId="{84510E51-59F8-443D-A301-B79C0B16B121}" srcOrd="0" destOrd="0" presId="urn:microsoft.com/office/officeart/2008/layout/BendingPictureCaption"/>
    <dgm:cxn modelId="{8D2FBFAA-0903-4EE1-BAD6-2BF832B5FB9F}" type="presOf" srcId="{BFB9FFFE-3EC3-4763-ADF5-D67AE49A38A5}" destId="{F80EF63A-A349-48E0-B8D1-6D09AC7AE51B}" srcOrd="0" destOrd="0" presId="urn:microsoft.com/office/officeart/2008/layout/BendingPictureCaption"/>
    <dgm:cxn modelId="{EDF02CBC-E4EB-4C1C-A716-FE3A07486E91}" srcId="{92038258-F05A-4265-B4D0-D20809F24518}" destId="{BFB9FFFE-3EC3-4763-ADF5-D67AE49A38A5}" srcOrd="2" destOrd="0" parTransId="{B149E3C2-FA6F-4EA5-825F-17C9FC78DACC}" sibTransId="{DA3C1018-6CC3-4E0E-B471-F1EE2A633822}"/>
    <dgm:cxn modelId="{D5C28AE8-AD65-47AD-9D96-7CEC510E7333}" type="presOf" srcId="{92038258-F05A-4265-B4D0-D20809F24518}" destId="{922DFE74-7089-4BF5-ADAF-2517AE122FA9}" srcOrd="0" destOrd="0" presId="urn:microsoft.com/office/officeart/2008/layout/BendingPictureCaption"/>
    <dgm:cxn modelId="{1D2E2FFC-422D-4088-9EE9-D0CFAF116AFF}" srcId="{92038258-F05A-4265-B4D0-D20809F24518}" destId="{50EED926-750A-4ACD-ABF5-2193C9E9FCCF}" srcOrd="1" destOrd="0" parTransId="{480393F7-5BCE-4A31-9CEC-FDB921BD924C}" sibTransId="{A19C1BF1-8C8A-487A-876F-39534D59F948}"/>
    <dgm:cxn modelId="{D1172A2D-4E8A-4F76-8A3A-811D478C45E4}" type="presParOf" srcId="{922DFE74-7089-4BF5-ADAF-2517AE122FA9}" destId="{D8B60105-4B69-4ED0-B2C4-8BA2ACE58AB9}" srcOrd="0" destOrd="0" presId="urn:microsoft.com/office/officeart/2008/layout/BendingPictureCaption"/>
    <dgm:cxn modelId="{AC947FC4-D3F8-43B2-944C-B881CED1F385}" type="presParOf" srcId="{D8B60105-4B69-4ED0-B2C4-8BA2ACE58AB9}" destId="{80B8AB3C-01B5-4EDF-A402-C8A8B7D88933}" srcOrd="0" destOrd="0" presId="urn:microsoft.com/office/officeart/2008/layout/BendingPictureCaption"/>
    <dgm:cxn modelId="{CECF44AE-C98D-4380-B91A-323087CE9CD3}" type="presParOf" srcId="{D8B60105-4B69-4ED0-B2C4-8BA2ACE58AB9}" destId="{84510E51-59F8-443D-A301-B79C0B16B121}" srcOrd="1" destOrd="0" presId="urn:microsoft.com/office/officeart/2008/layout/BendingPictureCaption"/>
    <dgm:cxn modelId="{1043FE62-9A7B-4113-B0AF-ECE3B872F4F4}" type="presParOf" srcId="{922DFE74-7089-4BF5-ADAF-2517AE122FA9}" destId="{35FF5D27-B4AE-4EE9-901D-617A56E7E6CD}" srcOrd="1" destOrd="0" presId="urn:microsoft.com/office/officeart/2008/layout/BendingPictureCaption"/>
    <dgm:cxn modelId="{5D16B104-493D-44ED-A4C6-5E1470295AD4}" type="presParOf" srcId="{922DFE74-7089-4BF5-ADAF-2517AE122FA9}" destId="{07C242CD-E5E9-4D82-9FEA-A667C6087C52}" srcOrd="2" destOrd="0" presId="urn:microsoft.com/office/officeart/2008/layout/BendingPictureCaption"/>
    <dgm:cxn modelId="{E6CEBC90-88D4-4B43-A2CB-4453942E98DB}" type="presParOf" srcId="{07C242CD-E5E9-4D82-9FEA-A667C6087C52}" destId="{9E363E57-DBED-4FD7-B483-4EED78A7CE32}" srcOrd="0" destOrd="0" presId="urn:microsoft.com/office/officeart/2008/layout/BendingPictureCaption"/>
    <dgm:cxn modelId="{0F0BF413-51F7-4A49-9C02-3638587A048A}" type="presParOf" srcId="{07C242CD-E5E9-4D82-9FEA-A667C6087C52}" destId="{357F9515-AB64-471D-BFF4-BAF68BA3FC2D}" srcOrd="1" destOrd="0" presId="urn:microsoft.com/office/officeart/2008/layout/BendingPictureCaption"/>
    <dgm:cxn modelId="{B0CCB7CC-1891-46D8-8A90-0A00DA7213E2}" type="presParOf" srcId="{922DFE74-7089-4BF5-ADAF-2517AE122FA9}" destId="{C4D77CF3-FFB9-4D2A-AF3A-7A8BE35BE416}" srcOrd="3" destOrd="0" presId="urn:microsoft.com/office/officeart/2008/layout/BendingPictureCaption"/>
    <dgm:cxn modelId="{0E49F22E-C803-42EC-AE51-0324F2BF105A}" type="presParOf" srcId="{922DFE74-7089-4BF5-ADAF-2517AE122FA9}" destId="{23C76456-C875-48AB-A046-49E2F6D76DF9}" srcOrd="4" destOrd="0" presId="urn:microsoft.com/office/officeart/2008/layout/BendingPictureCaption"/>
    <dgm:cxn modelId="{35341225-C002-4CD0-8DC5-A694FB951E0D}" type="presParOf" srcId="{23C76456-C875-48AB-A046-49E2F6D76DF9}" destId="{53BE4C77-A89F-476F-B59F-FA365897BE09}" srcOrd="0" destOrd="0" presId="urn:microsoft.com/office/officeart/2008/layout/BendingPictureCaption"/>
    <dgm:cxn modelId="{1539ED21-AB82-4D24-A643-49AA0287CB43}" type="presParOf" srcId="{23C76456-C875-48AB-A046-49E2F6D76DF9}" destId="{F80EF63A-A349-48E0-B8D1-6D09AC7AE51B}"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61F65D28-B774-4F4D-9CC1-2B4238D15ED3}" type="doc">
      <dgm:prSet loTypeId="urn:microsoft.com/office/officeart/2008/layout/VerticalCurvedList" loCatId="list" qsTypeId="urn:microsoft.com/office/officeart/2005/8/quickstyle/simple1" qsCatId="simple" csTypeId="urn:microsoft.com/office/officeart/2005/8/colors/accent4_2" csCatId="accent4" phldr="1"/>
      <dgm:spPr/>
      <dgm:t>
        <a:bodyPr/>
        <a:lstStyle/>
        <a:p>
          <a:endParaRPr lang="en-US"/>
        </a:p>
      </dgm:t>
    </dgm:pt>
    <dgm:pt modelId="{85521D05-5843-45B3-AE75-E4BFD2CA0075}">
      <dgm:prSet phldrT="[Text]" phldr="0"/>
      <dgm:spPr/>
      <dgm:t>
        <a:bodyPr/>
        <a:lstStyle/>
        <a:p>
          <a:r>
            <a:rPr lang="en-US" dirty="0"/>
            <a:t>Faster Job Turnaround</a:t>
          </a:r>
        </a:p>
      </dgm:t>
    </dgm:pt>
    <dgm:pt modelId="{51AD21D5-1316-47A5-9B0C-F7461C61DC78}" type="parTrans" cxnId="{D1C89B09-C73B-4F2E-BAFC-7FAEB50E8145}">
      <dgm:prSet/>
      <dgm:spPr/>
      <dgm:t>
        <a:bodyPr/>
        <a:lstStyle/>
        <a:p>
          <a:endParaRPr lang="en-US"/>
        </a:p>
      </dgm:t>
    </dgm:pt>
    <dgm:pt modelId="{8DF07107-9C39-40A1-9539-763D647DF17C}" type="sibTrans" cxnId="{D1C89B09-C73B-4F2E-BAFC-7FAEB50E8145}">
      <dgm:prSet/>
      <dgm:spPr/>
      <dgm:t>
        <a:bodyPr/>
        <a:lstStyle/>
        <a:p>
          <a:endParaRPr lang="en-US"/>
        </a:p>
      </dgm:t>
    </dgm:pt>
    <dgm:pt modelId="{E3311D7D-021B-466F-8183-3C70528AFE61}">
      <dgm:prSet phldrT="[Text]" phldr="0"/>
      <dgm:spPr/>
      <dgm:t>
        <a:bodyPr/>
        <a:lstStyle/>
        <a:p>
          <a:r>
            <a:rPr lang="en-US" dirty="0"/>
            <a:t>Fewer Errors</a:t>
          </a:r>
        </a:p>
      </dgm:t>
    </dgm:pt>
    <dgm:pt modelId="{EAF64727-4740-4FE6-BEA4-6F2A3AA8D28E}" type="parTrans" cxnId="{D3B28287-0034-4F08-8897-8C2AC29081A9}">
      <dgm:prSet/>
      <dgm:spPr/>
      <dgm:t>
        <a:bodyPr/>
        <a:lstStyle/>
        <a:p>
          <a:endParaRPr lang="en-US"/>
        </a:p>
      </dgm:t>
    </dgm:pt>
    <dgm:pt modelId="{5841CB5F-081E-4F22-B926-E21834159ECE}" type="sibTrans" cxnId="{D3B28287-0034-4F08-8897-8C2AC29081A9}">
      <dgm:prSet/>
      <dgm:spPr/>
      <dgm:t>
        <a:bodyPr/>
        <a:lstStyle/>
        <a:p>
          <a:endParaRPr lang="en-US"/>
        </a:p>
      </dgm:t>
    </dgm:pt>
    <dgm:pt modelId="{F53339FC-0635-433E-8369-BFEF26B35690}">
      <dgm:prSet phldrT="[Text]" phldr="0"/>
      <dgm:spPr/>
      <dgm:t>
        <a:bodyPr/>
        <a:lstStyle/>
        <a:p>
          <a:r>
            <a:rPr lang="en-US" dirty="0"/>
            <a:t>More Efficient Use of Workforce</a:t>
          </a:r>
        </a:p>
      </dgm:t>
    </dgm:pt>
    <dgm:pt modelId="{44394670-9B58-4CD5-9111-B3A6D5BE3D72}" type="parTrans" cxnId="{9FF720CA-368B-4D71-AC1A-8D6C486F5C79}">
      <dgm:prSet/>
      <dgm:spPr/>
      <dgm:t>
        <a:bodyPr/>
        <a:lstStyle/>
        <a:p>
          <a:endParaRPr lang="en-US"/>
        </a:p>
      </dgm:t>
    </dgm:pt>
    <dgm:pt modelId="{9CBAB0E9-314C-4E78-824F-BDC62E8518FB}" type="sibTrans" cxnId="{9FF720CA-368B-4D71-AC1A-8D6C486F5C79}">
      <dgm:prSet/>
      <dgm:spPr/>
      <dgm:t>
        <a:bodyPr/>
        <a:lstStyle/>
        <a:p>
          <a:endParaRPr lang="en-US"/>
        </a:p>
      </dgm:t>
    </dgm:pt>
    <dgm:pt modelId="{233AC167-D521-4803-A29B-784E92522B6B}" type="pres">
      <dgm:prSet presAssocID="{61F65D28-B774-4F4D-9CC1-2B4238D15ED3}" presName="Name0" presStyleCnt="0">
        <dgm:presLayoutVars>
          <dgm:chMax val="7"/>
          <dgm:chPref val="7"/>
          <dgm:dir/>
        </dgm:presLayoutVars>
      </dgm:prSet>
      <dgm:spPr/>
    </dgm:pt>
    <dgm:pt modelId="{C9B045B0-9F8E-4119-9A90-AD22660F8CF7}" type="pres">
      <dgm:prSet presAssocID="{61F65D28-B774-4F4D-9CC1-2B4238D15ED3}" presName="Name1" presStyleCnt="0"/>
      <dgm:spPr/>
    </dgm:pt>
    <dgm:pt modelId="{7269422E-36D1-48F9-A619-C11E806325AF}" type="pres">
      <dgm:prSet presAssocID="{61F65D28-B774-4F4D-9CC1-2B4238D15ED3}" presName="cycle" presStyleCnt="0"/>
      <dgm:spPr/>
    </dgm:pt>
    <dgm:pt modelId="{3EB9036C-6D3C-4870-91B0-AE164B1ECB43}" type="pres">
      <dgm:prSet presAssocID="{61F65D28-B774-4F4D-9CC1-2B4238D15ED3}" presName="srcNode" presStyleLbl="node1" presStyleIdx="0" presStyleCnt="3"/>
      <dgm:spPr/>
    </dgm:pt>
    <dgm:pt modelId="{7BEE2342-CD07-4234-A375-26CE2301BC55}" type="pres">
      <dgm:prSet presAssocID="{61F65D28-B774-4F4D-9CC1-2B4238D15ED3}" presName="conn" presStyleLbl="parChTrans1D2" presStyleIdx="0" presStyleCnt="1"/>
      <dgm:spPr/>
    </dgm:pt>
    <dgm:pt modelId="{7CA9C062-F303-490C-AB6A-BA9094108345}" type="pres">
      <dgm:prSet presAssocID="{61F65D28-B774-4F4D-9CC1-2B4238D15ED3}" presName="extraNode" presStyleLbl="node1" presStyleIdx="0" presStyleCnt="3"/>
      <dgm:spPr/>
    </dgm:pt>
    <dgm:pt modelId="{7D5076E1-C476-4EC9-92C8-5210FB6944C7}" type="pres">
      <dgm:prSet presAssocID="{61F65D28-B774-4F4D-9CC1-2B4238D15ED3}" presName="dstNode" presStyleLbl="node1" presStyleIdx="0" presStyleCnt="3"/>
      <dgm:spPr/>
    </dgm:pt>
    <dgm:pt modelId="{23DBB44F-6131-4E3A-8354-7475904496C0}" type="pres">
      <dgm:prSet presAssocID="{85521D05-5843-45B3-AE75-E4BFD2CA0075}" presName="text_1" presStyleLbl="node1" presStyleIdx="0" presStyleCnt="3">
        <dgm:presLayoutVars>
          <dgm:bulletEnabled val="1"/>
        </dgm:presLayoutVars>
      </dgm:prSet>
      <dgm:spPr/>
    </dgm:pt>
    <dgm:pt modelId="{5F86CBC6-4FF5-480D-B706-7985CDC99DC2}" type="pres">
      <dgm:prSet presAssocID="{85521D05-5843-45B3-AE75-E4BFD2CA0075}" presName="accent_1" presStyleCnt="0"/>
      <dgm:spPr/>
    </dgm:pt>
    <dgm:pt modelId="{79E8F1FD-DE42-4B62-A7FC-04975C6C7F01}" type="pres">
      <dgm:prSet presAssocID="{85521D05-5843-45B3-AE75-E4BFD2CA0075}" presName="accentRepeatNode" presStyleLbl="solidFgAcc1" presStyleIdx="0" presStyleCnt="3"/>
      <dgm:spPr/>
    </dgm:pt>
    <dgm:pt modelId="{F5181F83-265F-4453-AA5B-4984297767AC}" type="pres">
      <dgm:prSet presAssocID="{E3311D7D-021B-466F-8183-3C70528AFE61}" presName="text_2" presStyleLbl="node1" presStyleIdx="1" presStyleCnt="3">
        <dgm:presLayoutVars>
          <dgm:bulletEnabled val="1"/>
        </dgm:presLayoutVars>
      </dgm:prSet>
      <dgm:spPr/>
    </dgm:pt>
    <dgm:pt modelId="{9CA50CDA-8F05-4354-A75D-842B7B0C9900}" type="pres">
      <dgm:prSet presAssocID="{E3311D7D-021B-466F-8183-3C70528AFE61}" presName="accent_2" presStyleCnt="0"/>
      <dgm:spPr/>
    </dgm:pt>
    <dgm:pt modelId="{4AD3371C-0AB4-45CB-ABE5-CC3BFEE19AA6}" type="pres">
      <dgm:prSet presAssocID="{E3311D7D-021B-466F-8183-3C70528AFE61}" presName="accentRepeatNode" presStyleLbl="solidFgAcc1" presStyleIdx="1" presStyleCnt="3"/>
      <dgm:spPr/>
    </dgm:pt>
    <dgm:pt modelId="{98FFA619-6E27-47EE-B6B5-11B3823D38C4}" type="pres">
      <dgm:prSet presAssocID="{F53339FC-0635-433E-8369-BFEF26B35690}" presName="text_3" presStyleLbl="node1" presStyleIdx="2" presStyleCnt="3">
        <dgm:presLayoutVars>
          <dgm:bulletEnabled val="1"/>
        </dgm:presLayoutVars>
      </dgm:prSet>
      <dgm:spPr/>
    </dgm:pt>
    <dgm:pt modelId="{9E34CE79-C526-4C38-9DEA-1DFB295F7613}" type="pres">
      <dgm:prSet presAssocID="{F53339FC-0635-433E-8369-BFEF26B35690}" presName="accent_3" presStyleCnt="0"/>
      <dgm:spPr/>
    </dgm:pt>
    <dgm:pt modelId="{3C6F82AE-058D-4176-82DF-A5F513034D11}" type="pres">
      <dgm:prSet presAssocID="{F53339FC-0635-433E-8369-BFEF26B35690}" presName="accentRepeatNode" presStyleLbl="solidFgAcc1" presStyleIdx="2" presStyleCnt="3"/>
      <dgm:spPr/>
    </dgm:pt>
  </dgm:ptLst>
  <dgm:cxnLst>
    <dgm:cxn modelId="{D1C89B09-C73B-4F2E-BAFC-7FAEB50E8145}" srcId="{61F65D28-B774-4F4D-9CC1-2B4238D15ED3}" destId="{85521D05-5843-45B3-AE75-E4BFD2CA0075}" srcOrd="0" destOrd="0" parTransId="{51AD21D5-1316-47A5-9B0C-F7461C61DC78}" sibTransId="{8DF07107-9C39-40A1-9539-763D647DF17C}"/>
    <dgm:cxn modelId="{F7BB6D52-3049-4818-A3E5-A760B02231A6}" type="presOf" srcId="{E3311D7D-021B-466F-8183-3C70528AFE61}" destId="{F5181F83-265F-4453-AA5B-4984297767AC}" srcOrd="0" destOrd="0" presId="urn:microsoft.com/office/officeart/2008/layout/VerticalCurvedList"/>
    <dgm:cxn modelId="{D3B28287-0034-4F08-8897-8C2AC29081A9}" srcId="{61F65D28-B774-4F4D-9CC1-2B4238D15ED3}" destId="{E3311D7D-021B-466F-8183-3C70528AFE61}" srcOrd="1" destOrd="0" parTransId="{EAF64727-4740-4FE6-BEA4-6F2A3AA8D28E}" sibTransId="{5841CB5F-081E-4F22-B926-E21834159ECE}"/>
    <dgm:cxn modelId="{5F0F3EAE-69D2-4B33-8EDD-2C211A66C9AB}" type="presOf" srcId="{61F65D28-B774-4F4D-9CC1-2B4238D15ED3}" destId="{233AC167-D521-4803-A29B-784E92522B6B}" srcOrd="0" destOrd="0" presId="urn:microsoft.com/office/officeart/2008/layout/VerticalCurvedList"/>
    <dgm:cxn modelId="{7048E7B7-1E41-46AD-9DD9-9436475A033C}" type="presOf" srcId="{8DF07107-9C39-40A1-9539-763D647DF17C}" destId="{7BEE2342-CD07-4234-A375-26CE2301BC55}" srcOrd="0" destOrd="0" presId="urn:microsoft.com/office/officeart/2008/layout/VerticalCurvedList"/>
    <dgm:cxn modelId="{91E911B9-5A48-40C1-B94E-9DEBDACCBA16}" type="presOf" srcId="{85521D05-5843-45B3-AE75-E4BFD2CA0075}" destId="{23DBB44F-6131-4E3A-8354-7475904496C0}" srcOrd="0" destOrd="0" presId="urn:microsoft.com/office/officeart/2008/layout/VerticalCurvedList"/>
    <dgm:cxn modelId="{9FF720CA-368B-4D71-AC1A-8D6C486F5C79}" srcId="{61F65D28-B774-4F4D-9CC1-2B4238D15ED3}" destId="{F53339FC-0635-433E-8369-BFEF26B35690}" srcOrd="2" destOrd="0" parTransId="{44394670-9B58-4CD5-9111-B3A6D5BE3D72}" sibTransId="{9CBAB0E9-314C-4E78-824F-BDC62E8518FB}"/>
    <dgm:cxn modelId="{8C3E97F8-D422-4F65-868A-3A6C35A908BC}" type="presOf" srcId="{F53339FC-0635-433E-8369-BFEF26B35690}" destId="{98FFA619-6E27-47EE-B6B5-11B3823D38C4}" srcOrd="0" destOrd="0" presId="urn:microsoft.com/office/officeart/2008/layout/VerticalCurvedList"/>
    <dgm:cxn modelId="{4794D70A-0CA7-4520-BB9B-DAC4DB534093}" type="presParOf" srcId="{233AC167-D521-4803-A29B-784E92522B6B}" destId="{C9B045B0-9F8E-4119-9A90-AD22660F8CF7}" srcOrd="0" destOrd="0" presId="urn:microsoft.com/office/officeart/2008/layout/VerticalCurvedList"/>
    <dgm:cxn modelId="{34B355C0-8C55-45EF-B66F-E9015E270223}" type="presParOf" srcId="{C9B045B0-9F8E-4119-9A90-AD22660F8CF7}" destId="{7269422E-36D1-48F9-A619-C11E806325AF}" srcOrd="0" destOrd="0" presId="urn:microsoft.com/office/officeart/2008/layout/VerticalCurvedList"/>
    <dgm:cxn modelId="{FB02511E-773F-4BB2-8442-E8BB1991ACD7}" type="presParOf" srcId="{7269422E-36D1-48F9-A619-C11E806325AF}" destId="{3EB9036C-6D3C-4870-91B0-AE164B1ECB43}" srcOrd="0" destOrd="0" presId="urn:microsoft.com/office/officeart/2008/layout/VerticalCurvedList"/>
    <dgm:cxn modelId="{BB2B1149-143B-411F-B6DE-AD1804D8D7F6}" type="presParOf" srcId="{7269422E-36D1-48F9-A619-C11E806325AF}" destId="{7BEE2342-CD07-4234-A375-26CE2301BC55}" srcOrd="1" destOrd="0" presId="urn:microsoft.com/office/officeart/2008/layout/VerticalCurvedList"/>
    <dgm:cxn modelId="{862B2592-E454-43C3-82C1-C563ABCE930C}" type="presParOf" srcId="{7269422E-36D1-48F9-A619-C11E806325AF}" destId="{7CA9C062-F303-490C-AB6A-BA9094108345}" srcOrd="2" destOrd="0" presId="urn:microsoft.com/office/officeart/2008/layout/VerticalCurvedList"/>
    <dgm:cxn modelId="{84F34E44-32C0-4531-86DE-3D4A0B566D98}" type="presParOf" srcId="{7269422E-36D1-48F9-A619-C11E806325AF}" destId="{7D5076E1-C476-4EC9-92C8-5210FB6944C7}" srcOrd="3" destOrd="0" presId="urn:microsoft.com/office/officeart/2008/layout/VerticalCurvedList"/>
    <dgm:cxn modelId="{230D20CA-94B2-413E-869B-C6D5BA6AAD58}" type="presParOf" srcId="{C9B045B0-9F8E-4119-9A90-AD22660F8CF7}" destId="{23DBB44F-6131-4E3A-8354-7475904496C0}" srcOrd="1" destOrd="0" presId="urn:microsoft.com/office/officeart/2008/layout/VerticalCurvedList"/>
    <dgm:cxn modelId="{D8CEDBEE-C58F-49CC-B910-880294A1C054}" type="presParOf" srcId="{C9B045B0-9F8E-4119-9A90-AD22660F8CF7}" destId="{5F86CBC6-4FF5-480D-B706-7985CDC99DC2}" srcOrd="2" destOrd="0" presId="urn:microsoft.com/office/officeart/2008/layout/VerticalCurvedList"/>
    <dgm:cxn modelId="{D8A53437-A745-42DB-8C5D-776038060DA8}" type="presParOf" srcId="{5F86CBC6-4FF5-480D-B706-7985CDC99DC2}" destId="{79E8F1FD-DE42-4B62-A7FC-04975C6C7F01}" srcOrd="0" destOrd="0" presId="urn:microsoft.com/office/officeart/2008/layout/VerticalCurvedList"/>
    <dgm:cxn modelId="{5CAF4B73-39BA-4726-9200-B8B74653F7E7}" type="presParOf" srcId="{C9B045B0-9F8E-4119-9A90-AD22660F8CF7}" destId="{F5181F83-265F-4453-AA5B-4984297767AC}" srcOrd="3" destOrd="0" presId="urn:microsoft.com/office/officeart/2008/layout/VerticalCurvedList"/>
    <dgm:cxn modelId="{D3B39EAC-38B2-4E32-9EB4-78EA73653FE2}" type="presParOf" srcId="{C9B045B0-9F8E-4119-9A90-AD22660F8CF7}" destId="{9CA50CDA-8F05-4354-A75D-842B7B0C9900}" srcOrd="4" destOrd="0" presId="urn:microsoft.com/office/officeart/2008/layout/VerticalCurvedList"/>
    <dgm:cxn modelId="{0808B0E7-30DF-4728-8CAC-4205BC05DB2A}" type="presParOf" srcId="{9CA50CDA-8F05-4354-A75D-842B7B0C9900}" destId="{4AD3371C-0AB4-45CB-ABE5-CC3BFEE19AA6}" srcOrd="0" destOrd="0" presId="urn:microsoft.com/office/officeart/2008/layout/VerticalCurvedList"/>
    <dgm:cxn modelId="{FB2C99EC-9260-4A49-B9DB-E3C7DBFE7EB3}" type="presParOf" srcId="{C9B045B0-9F8E-4119-9A90-AD22660F8CF7}" destId="{98FFA619-6E27-47EE-B6B5-11B3823D38C4}" srcOrd="5" destOrd="0" presId="urn:microsoft.com/office/officeart/2008/layout/VerticalCurvedList"/>
    <dgm:cxn modelId="{DFCFEC9F-A798-44C2-A419-6B3146F8495C}" type="presParOf" srcId="{C9B045B0-9F8E-4119-9A90-AD22660F8CF7}" destId="{9E34CE79-C526-4C38-9DEA-1DFB295F7613}" srcOrd="6" destOrd="0" presId="urn:microsoft.com/office/officeart/2008/layout/VerticalCurvedList"/>
    <dgm:cxn modelId="{D43D6BE4-7F0F-4240-A7C1-E9B30FB6B061}" type="presParOf" srcId="{9E34CE79-C526-4C38-9DEA-1DFB295F7613}" destId="{3C6F82AE-058D-4176-82DF-A5F513034D11}" srcOrd="0" destOrd="0" presId="urn:microsoft.com/office/officeart/2008/layout/VerticalCurvedLis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1F65D28-B774-4F4D-9CC1-2B4238D15ED3}" type="doc">
      <dgm:prSet loTypeId="urn:microsoft.com/office/officeart/2008/layout/VerticalCurvedList" loCatId="list" qsTypeId="urn:microsoft.com/office/officeart/2005/8/quickstyle/simple1" qsCatId="simple" csTypeId="urn:microsoft.com/office/officeart/2005/8/colors/accent4_2" csCatId="accent4" phldr="1"/>
      <dgm:spPr/>
      <dgm:t>
        <a:bodyPr/>
        <a:lstStyle/>
        <a:p>
          <a:endParaRPr lang="en-US"/>
        </a:p>
      </dgm:t>
    </dgm:pt>
    <dgm:pt modelId="{85521D05-5843-45B3-AE75-E4BFD2CA0075}">
      <dgm:prSet phldrT="[Text]" phldr="0" custT="1"/>
      <dgm:spPr/>
      <dgm:t>
        <a:bodyPr/>
        <a:lstStyle/>
        <a:p>
          <a:r>
            <a:rPr lang="en-US" sz="1800" b="0" dirty="0"/>
            <a:t>Avoid Rework + SLA Penalties</a:t>
          </a:r>
        </a:p>
      </dgm:t>
    </dgm:pt>
    <dgm:pt modelId="{51AD21D5-1316-47A5-9B0C-F7461C61DC78}" type="parTrans" cxnId="{D1C89B09-C73B-4F2E-BAFC-7FAEB50E8145}">
      <dgm:prSet/>
      <dgm:spPr/>
      <dgm:t>
        <a:bodyPr/>
        <a:lstStyle/>
        <a:p>
          <a:endParaRPr lang="en-US"/>
        </a:p>
      </dgm:t>
    </dgm:pt>
    <dgm:pt modelId="{8DF07107-9C39-40A1-9539-763D647DF17C}" type="sibTrans" cxnId="{D1C89B09-C73B-4F2E-BAFC-7FAEB50E8145}">
      <dgm:prSet/>
      <dgm:spPr/>
      <dgm:t>
        <a:bodyPr/>
        <a:lstStyle/>
        <a:p>
          <a:endParaRPr lang="en-US"/>
        </a:p>
      </dgm:t>
    </dgm:pt>
    <dgm:pt modelId="{E3311D7D-021B-466F-8183-3C70528AFE61}">
      <dgm:prSet phldrT="[Text]" phldr="0" custT="1"/>
      <dgm:spPr/>
      <dgm:t>
        <a:bodyPr/>
        <a:lstStyle/>
        <a:p>
          <a:r>
            <a:rPr lang="en-US" sz="1800" dirty="0"/>
            <a:t>More Efficient Technician Time</a:t>
          </a:r>
        </a:p>
      </dgm:t>
    </dgm:pt>
    <dgm:pt modelId="{EAF64727-4740-4FE6-BEA4-6F2A3AA8D28E}" type="parTrans" cxnId="{D3B28287-0034-4F08-8897-8C2AC29081A9}">
      <dgm:prSet/>
      <dgm:spPr/>
      <dgm:t>
        <a:bodyPr/>
        <a:lstStyle/>
        <a:p>
          <a:endParaRPr lang="en-US"/>
        </a:p>
      </dgm:t>
    </dgm:pt>
    <dgm:pt modelId="{5841CB5F-081E-4F22-B926-E21834159ECE}" type="sibTrans" cxnId="{D3B28287-0034-4F08-8897-8C2AC29081A9}">
      <dgm:prSet/>
      <dgm:spPr/>
      <dgm:t>
        <a:bodyPr/>
        <a:lstStyle/>
        <a:p>
          <a:endParaRPr lang="en-US"/>
        </a:p>
      </dgm:t>
    </dgm:pt>
    <dgm:pt modelId="{F53339FC-0635-433E-8369-BFEF26B35690}">
      <dgm:prSet phldrT="[Text]" phldr="0" custT="1"/>
      <dgm:spPr/>
      <dgm:t>
        <a:bodyPr/>
        <a:lstStyle/>
        <a:p>
          <a:r>
            <a:rPr lang="en-US" sz="1800" dirty="0"/>
            <a:t>Higher Service Margins</a:t>
          </a:r>
        </a:p>
      </dgm:t>
    </dgm:pt>
    <dgm:pt modelId="{44394670-9B58-4CD5-9111-B3A6D5BE3D72}" type="parTrans" cxnId="{9FF720CA-368B-4D71-AC1A-8D6C486F5C79}">
      <dgm:prSet/>
      <dgm:spPr/>
      <dgm:t>
        <a:bodyPr/>
        <a:lstStyle/>
        <a:p>
          <a:endParaRPr lang="en-US"/>
        </a:p>
      </dgm:t>
    </dgm:pt>
    <dgm:pt modelId="{9CBAB0E9-314C-4E78-824F-BDC62E8518FB}" type="sibTrans" cxnId="{9FF720CA-368B-4D71-AC1A-8D6C486F5C79}">
      <dgm:prSet/>
      <dgm:spPr/>
      <dgm:t>
        <a:bodyPr/>
        <a:lstStyle/>
        <a:p>
          <a:endParaRPr lang="en-US"/>
        </a:p>
      </dgm:t>
    </dgm:pt>
    <dgm:pt modelId="{233AC167-D521-4803-A29B-784E92522B6B}" type="pres">
      <dgm:prSet presAssocID="{61F65D28-B774-4F4D-9CC1-2B4238D15ED3}" presName="Name0" presStyleCnt="0">
        <dgm:presLayoutVars>
          <dgm:chMax val="7"/>
          <dgm:chPref val="7"/>
          <dgm:dir/>
        </dgm:presLayoutVars>
      </dgm:prSet>
      <dgm:spPr/>
    </dgm:pt>
    <dgm:pt modelId="{C9B045B0-9F8E-4119-9A90-AD22660F8CF7}" type="pres">
      <dgm:prSet presAssocID="{61F65D28-B774-4F4D-9CC1-2B4238D15ED3}" presName="Name1" presStyleCnt="0"/>
      <dgm:spPr/>
    </dgm:pt>
    <dgm:pt modelId="{7269422E-36D1-48F9-A619-C11E806325AF}" type="pres">
      <dgm:prSet presAssocID="{61F65D28-B774-4F4D-9CC1-2B4238D15ED3}" presName="cycle" presStyleCnt="0"/>
      <dgm:spPr/>
    </dgm:pt>
    <dgm:pt modelId="{3EB9036C-6D3C-4870-91B0-AE164B1ECB43}" type="pres">
      <dgm:prSet presAssocID="{61F65D28-B774-4F4D-9CC1-2B4238D15ED3}" presName="srcNode" presStyleLbl="node1" presStyleIdx="0" presStyleCnt="3"/>
      <dgm:spPr/>
    </dgm:pt>
    <dgm:pt modelId="{7BEE2342-CD07-4234-A375-26CE2301BC55}" type="pres">
      <dgm:prSet presAssocID="{61F65D28-B774-4F4D-9CC1-2B4238D15ED3}" presName="conn" presStyleLbl="parChTrans1D2" presStyleIdx="0" presStyleCnt="1"/>
      <dgm:spPr/>
    </dgm:pt>
    <dgm:pt modelId="{7CA9C062-F303-490C-AB6A-BA9094108345}" type="pres">
      <dgm:prSet presAssocID="{61F65D28-B774-4F4D-9CC1-2B4238D15ED3}" presName="extraNode" presStyleLbl="node1" presStyleIdx="0" presStyleCnt="3"/>
      <dgm:spPr/>
    </dgm:pt>
    <dgm:pt modelId="{7D5076E1-C476-4EC9-92C8-5210FB6944C7}" type="pres">
      <dgm:prSet presAssocID="{61F65D28-B774-4F4D-9CC1-2B4238D15ED3}" presName="dstNode" presStyleLbl="node1" presStyleIdx="0" presStyleCnt="3"/>
      <dgm:spPr/>
    </dgm:pt>
    <dgm:pt modelId="{23DBB44F-6131-4E3A-8354-7475904496C0}" type="pres">
      <dgm:prSet presAssocID="{85521D05-5843-45B3-AE75-E4BFD2CA0075}" presName="text_1" presStyleLbl="node1" presStyleIdx="0" presStyleCnt="3">
        <dgm:presLayoutVars>
          <dgm:bulletEnabled val="1"/>
        </dgm:presLayoutVars>
      </dgm:prSet>
      <dgm:spPr/>
    </dgm:pt>
    <dgm:pt modelId="{5F86CBC6-4FF5-480D-B706-7985CDC99DC2}" type="pres">
      <dgm:prSet presAssocID="{85521D05-5843-45B3-AE75-E4BFD2CA0075}" presName="accent_1" presStyleCnt="0"/>
      <dgm:spPr/>
    </dgm:pt>
    <dgm:pt modelId="{79E8F1FD-DE42-4B62-A7FC-04975C6C7F01}" type="pres">
      <dgm:prSet presAssocID="{85521D05-5843-45B3-AE75-E4BFD2CA0075}" presName="accentRepeatNode" presStyleLbl="solidFgAcc1" presStyleIdx="0" presStyleCnt="3"/>
      <dgm:spPr/>
    </dgm:pt>
    <dgm:pt modelId="{F5181F83-265F-4453-AA5B-4984297767AC}" type="pres">
      <dgm:prSet presAssocID="{E3311D7D-021B-466F-8183-3C70528AFE61}" presName="text_2" presStyleLbl="node1" presStyleIdx="1" presStyleCnt="3">
        <dgm:presLayoutVars>
          <dgm:bulletEnabled val="1"/>
        </dgm:presLayoutVars>
      </dgm:prSet>
      <dgm:spPr/>
    </dgm:pt>
    <dgm:pt modelId="{9CA50CDA-8F05-4354-A75D-842B7B0C9900}" type="pres">
      <dgm:prSet presAssocID="{E3311D7D-021B-466F-8183-3C70528AFE61}" presName="accent_2" presStyleCnt="0"/>
      <dgm:spPr/>
    </dgm:pt>
    <dgm:pt modelId="{4AD3371C-0AB4-45CB-ABE5-CC3BFEE19AA6}" type="pres">
      <dgm:prSet presAssocID="{E3311D7D-021B-466F-8183-3C70528AFE61}" presName="accentRepeatNode" presStyleLbl="solidFgAcc1" presStyleIdx="1" presStyleCnt="3"/>
      <dgm:spPr/>
    </dgm:pt>
    <dgm:pt modelId="{98FFA619-6E27-47EE-B6B5-11B3823D38C4}" type="pres">
      <dgm:prSet presAssocID="{F53339FC-0635-433E-8369-BFEF26B35690}" presName="text_3" presStyleLbl="node1" presStyleIdx="2" presStyleCnt="3">
        <dgm:presLayoutVars>
          <dgm:bulletEnabled val="1"/>
        </dgm:presLayoutVars>
      </dgm:prSet>
      <dgm:spPr/>
    </dgm:pt>
    <dgm:pt modelId="{9E34CE79-C526-4C38-9DEA-1DFB295F7613}" type="pres">
      <dgm:prSet presAssocID="{F53339FC-0635-433E-8369-BFEF26B35690}" presName="accent_3" presStyleCnt="0"/>
      <dgm:spPr/>
    </dgm:pt>
    <dgm:pt modelId="{3C6F82AE-058D-4176-82DF-A5F513034D11}" type="pres">
      <dgm:prSet presAssocID="{F53339FC-0635-433E-8369-BFEF26B35690}" presName="accentRepeatNode" presStyleLbl="solidFgAcc1" presStyleIdx="2" presStyleCnt="3"/>
      <dgm:spPr/>
    </dgm:pt>
  </dgm:ptLst>
  <dgm:cxnLst>
    <dgm:cxn modelId="{D1C89B09-C73B-4F2E-BAFC-7FAEB50E8145}" srcId="{61F65D28-B774-4F4D-9CC1-2B4238D15ED3}" destId="{85521D05-5843-45B3-AE75-E4BFD2CA0075}" srcOrd="0" destOrd="0" parTransId="{51AD21D5-1316-47A5-9B0C-F7461C61DC78}" sibTransId="{8DF07107-9C39-40A1-9539-763D647DF17C}"/>
    <dgm:cxn modelId="{F7BB6D52-3049-4818-A3E5-A760B02231A6}" type="presOf" srcId="{E3311D7D-021B-466F-8183-3C70528AFE61}" destId="{F5181F83-265F-4453-AA5B-4984297767AC}" srcOrd="0" destOrd="0" presId="urn:microsoft.com/office/officeart/2008/layout/VerticalCurvedList"/>
    <dgm:cxn modelId="{D3B28287-0034-4F08-8897-8C2AC29081A9}" srcId="{61F65D28-B774-4F4D-9CC1-2B4238D15ED3}" destId="{E3311D7D-021B-466F-8183-3C70528AFE61}" srcOrd="1" destOrd="0" parTransId="{EAF64727-4740-4FE6-BEA4-6F2A3AA8D28E}" sibTransId="{5841CB5F-081E-4F22-B926-E21834159ECE}"/>
    <dgm:cxn modelId="{5F0F3EAE-69D2-4B33-8EDD-2C211A66C9AB}" type="presOf" srcId="{61F65D28-B774-4F4D-9CC1-2B4238D15ED3}" destId="{233AC167-D521-4803-A29B-784E92522B6B}" srcOrd="0" destOrd="0" presId="urn:microsoft.com/office/officeart/2008/layout/VerticalCurvedList"/>
    <dgm:cxn modelId="{7048E7B7-1E41-46AD-9DD9-9436475A033C}" type="presOf" srcId="{8DF07107-9C39-40A1-9539-763D647DF17C}" destId="{7BEE2342-CD07-4234-A375-26CE2301BC55}" srcOrd="0" destOrd="0" presId="urn:microsoft.com/office/officeart/2008/layout/VerticalCurvedList"/>
    <dgm:cxn modelId="{91E911B9-5A48-40C1-B94E-9DEBDACCBA16}" type="presOf" srcId="{85521D05-5843-45B3-AE75-E4BFD2CA0075}" destId="{23DBB44F-6131-4E3A-8354-7475904496C0}" srcOrd="0" destOrd="0" presId="urn:microsoft.com/office/officeart/2008/layout/VerticalCurvedList"/>
    <dgm:cxn modelId="{9FF720CA-368B-4D71-AC1A-8D6C486F5C79}" srcId="{61F65D28-B774-4F4D-9CC1-2B4238D15ED3}" destId="{F53339FC-0635-433E-8369-BFEF26B35690}" srcOrd="2" destOrd="0" parTransId="{44394670-9B58-4CD5-9111-B3A6D5BE3D72}" sibTransId="{9CBAB0E9-314C-4E78-824F-BDC62E8518FB}"/>
    <dgm:cxn modelId="{8C3E97F8-D422-4F65-868A-3A6C35A908BC}" type="presOf" srcId="{F53339FC-0635-433E-8369-BFEF26B35690}" destId="{98FFA619-6E27-47EE-B6B5-11B3823D38C4}" srcOrd="0" destOrd="0" presId="urn:microsoft.com/office/officeart/2008/layout/VerticalCurvedList"/>
    <dgm:cxn modelId="{4794D70A-0CA7-4520-BB9B-DAC4DB534093}" type="presParOf" srcId="{233AC167-D521-4803-A29B-784E92522B6B}" destId="{C9B045B0-9F8E-4119-9A90-AD22660F8CF7}" srcOrd="0" destOrd="0" presId="urn:microsoft.com/office/officeart/2008/layout/VerticalCurvedList"/>
    <dgm:cxn modelId="{34B355C0-8C55-45EF-B66F-E9015E270223}" type="presParOf" srcId="{C9B045B0-9F8E-4119-9A90-AD22660F8CF7}" destId="{7269422E-36D1-48F9-A619-C11E806325AF}" srcOrd="0" destOrd="0" presId="urn:microsoft.com/office/officeart/2008/layout/VerticalCurvedList"/>
    <dgm:cxn modelId="{FB02511E-773F-4BB2-8442-E8BB1991ACD7}" type="presParOf" srcId="{7269422E-36D1-48F9-A619-C11E806325AF}" destId="{3EB9036C-6D3C-4870-91B0-AE164B1ECB43}" srcOrd="0" destOrd="0" presId="urn:microsoft.com/office/officeart/2008/layout/VerticalCurvedList"/>
    <dgm:cxn modelId="{BB2B1149-143B-411F-B6DE-AD1804D8D7F6}" type="presParOf" srcId="{7269422E-36D1-48F9-A619-C11E806325AF}" destId="{7BEE2342-CD07-4234-A375-26CE2301BC55}" srcOrd="1" destOrd="0" presId="urn:microsoft.com/office/officeart/2008/layout/VerticalCurvedList"/>
    <dgm:cxn modelId="{862B2592-E454-43C3-82C1-C563ABCE930C}" type="presParOf" srcId="{7269422E-36D1-48F9-A619-C11E806325AF}" destId="{7CA9C062-F303-490C-AB6A-BA9094108345}" srcOrd="2" destOrd="0" presId="urn:microsoft.com/office/officeart/2008/layout/VerticalCurvedList"/>
    <dgm:cxn modelId="{84F34E44-32C0-4531-86DE-3D4A0B566D98}" type="presParOf" srcId="{7269422E-36D1-48F9-A619-C11E806325AF}" destId="{7D5076E1-C476-4EC9-92C8-5210FB6944C7}" srcOrd="3" destOrd="0" presId="urn:microsoft.com/office/officeart/2008/layout/VerticalCurvedList"/>
    <dgm:cxn modelId="{230D20CA-94B2-413E-869B-C6D5BA6AAD58}" type="presParOf" srcId="{C9B045B0-9F8E-4119-9A90-AD22660F8CF7}" destId="{23DBB44F-6131-4E3A-8354-7475904496C0}" srcOrd="1" destOrd="0" presId="urn:microsoft.com/office/officeart/2008/layout/VerticalCurvedList"/>
    <dgm:cxn modelId="{D8CEDBEE-C58F-49CC-B910-880294A1C054}" type="presParOf" srcId="{C9B045B0-9F8E-4119-9A90-AD22660F8CF7}" destId="{5F86CBC6-4FF5-480D-B706-7985CDC99DC2}" srcOrd="2" destOrd="0" presId="urn:microsoft.com/office/officeart/2008/layout/VerticalCurvedList"/>
    <dgm:cxn modelId="{D8A53437-A745-42DB-8C5D-776038060DA8}" type="presParOf" srcId="{5F86CBC6-4FF5-480D-B706-7985CDC99DC2}" destId="{79E8F1FD-DE42-4B62-A7FC-04975C6C7F01}" srcOrd="0" destOrd="0" presId="urn:microsoft.com/office/officeart/2008/layout/VerticalCurvedList"/>
    <dgm:cxn modelId="{5CAF4B73-39BA-4726-9200-B8B74653F7E7}" type="presParOf" srcId="{C9B045B0-9F8E-4119-9A90-AD22660F8CF7}" destId="{F5181F83-265F-4453-AA5B-4984297767AC}" srcOrd="3" destOrd="0" presId="urn:microsoft.com/office/officeart/2008/layout/VerticalCurvedList"/>
    <dgm:cxn modelId="{D3B39EAC-38B2-4E32-9EB4-78EA73653FE2}" type="presParOf" srcId="{C9B045B0-9F8E-4119-9A90-AD22660F8CF7}" destId="{9CA50CDA-8F05-4354-A75D-842B7B0C9900}" srcOrd="4" destOrd="0" presId="urn:microsoft.com/office/officeart/2008/layout/VerticalCurvedList"/>
    <dgm:cxn modelId="{0808B0E7-30DF-4728-8CAC-4205BC05DB2A}" type="presParOf" srcId="{9CA50CDA-8F05-4354-A75D-842B7B0C9900}" destId="{4AD3371C-0AB4-45CB-ABE5-CC3BFEE19AA6}" srcOrd="0" destOrd="0" presId="urn:microsoft.com/office/officeart/2008/layout/VerticalCurvedList"/>
    <dgm:cxn modelId="{FB2C99EC-9260-4A49-B9DB-E3C7DBFE7EB3}" type="presParOf" srcId="{C9B045B0-9F8E-4119-9A90-AD22660F8CF7}" destId="{98FFA619-6E27-47EE-B6B5-11B3823D38C4}" srcOrd="5" destOrd="0" presId="urn:microsoft.com/office/officeart/2008/layout/VerticalCurvedList"/>
    <dgm:cxn modelId="{DFCFEC9F-A798-44C2-A419-6B3146F8495C}" type="presParOf" srcId="{C9B045B0-9F8E-4119-9A90-AD22660F8CF7}" destId="{9E34CE79-C526-4C38-9DEA-1DFB295F7613}" srcOrd="6" destOrd="0" presId="urn:microsoft.com/office/officeart/2008/layout/VerticalCurvedList"/>
    <dgm:cxn modelId="{D43D6BE4-7F0F-4240-A7C1-E9B30FB6B061}" type="presParOf" srcId="{9E34CE79-C526-4C38-9DEA-1DFB295F7613}" destId="{3C6F82AE-058D-4176-82DF-A5F513034D11}"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1F65D28-B774-4F4D-9CC1-2B4238D15ED3}" type="doc">
      <dgm:prSet loTypeId="urn:microsoft.com/office/officeart/2008/layout/VerticalCurvedList" loCatId="list" qsTypeId="urn:microsoft.com/office/officeart/2005/8/quickstyle/simple1" qsCatId="simple" csTypeId="urn:microsoft.com/office/officeart/2005/8/colors/accent4_2" csCatId="accent4" phldr="1"/>
      <dgm:spPr/>
      <dgm:t>
        <a:bodyPr/>
        <a:lstStyle/>
        <a:p>
          <a:endParaRPr lang="en-US"/>
        </a:p>
      </dgm:t>
    </dgm:pt>
    <dgm:pt modelId="{85521D05-5843-45B3-AE75-E4BFD2CA0075}">
      <dgm:prSet phldrT="[Text]" phldr="0"/>
      <dgm:spPr/>
      <dgm:t>
        <a:bodyPr/>
        <a:lstStyle/>
        <a:p>
          <a:r>
            <a:rPr lang="en-US" dirty="0"/>
            <a:t>Enhance Reputation</a:t>
          </a:r>
        </a:p>
      </dgm:t>
    </dgm:pt>
    <dgm:pt modelId="{51AD21D5-1316-47A5-9B0C-F7461C61DC78}" type="parTrans" cxnId="{D1C89B09-C73B-4F2E-BAFC-7FAEB50E8145}">
      <dgm:prSet/>
      <dgm:spPr/>
      <dgm:t>
        <a:bodyPr/>
        <a:lstStyle/>
        <a:p>
          <a:endParaRPr lang="en-US"/>
        </a:p>
      </dgm:t>
    </dgm:pt>
    <dgm:pt modelId="{8DF07107-9C39-40A1-9539-763D647DF17C}" type="sibTrans" cxnId="{D1C89B09-C73B-4F2E-BAFC-7FAEB50E8145}">
      <dgm:prSet/>
      <dgm:spPr/>
      <dgm:t>
        <a:bodyPr/>
        <a:lstStyle/>
        <a:p>
          <a:endParaRPr lang="en-US"/>
        </a:p>
      </dgm:t>
    </dgm:pt>
    <dgm:pt modelId="{E3311D7D-021B-466F-8183-3C70528AFE61}">
      <dgm:prSet phldrT="[Text]" phldr="0"/>
      <dgm:spPr/>
      <dgm:t>
        <a:bodyPr/>
        <a:lstStyle/>
        <a:p>
          <a:r>
            <a:rPr lang="en-US" dirty="0"/>
            <a:t>Increases Customer Retention</a:t>
          </a:r>
        </a:p>
      </dgm:t>
    </dgm:pt>
    <dgm:pt modelId="{EAF64727-4740-4FE6-BEA4-6F2A3AA8D28E}" type="parTrans" cxnId="{D3B28287-0034-4F08-8897-8C2AC29081A9}">
      <dgm:prSet/>
      <dgm:spPr/>
      <dgm:t>
        <a:bodyPr/>
        <a:lstStyle/>
        <a:p>
          <a:endParaRPr lang="en-US"/>
        </a:p>
      </dgm:t>
    </dgm:pt>
    <dgm:pt modelId="{5841CB5F-081E-4F22-B926-E21834159ECE}" type="sibTrans" cxnId="{D3B28287-0034-4F08-8897-8C2AC29081A9}">
      <dgm:prSet/>
      <dgm:spPr/>
      <dgm:t>
        <a:bodyPr/>
        <a:lstStyle/>
        <a:p>
          <a:endParaRPr lang="en-US"/>
        </a:p>
      </dgm:t>
    </dgm:pt>
    <dgm:pt modelId="{DAB70256-9F78-4967-8E87-52BCA93D953A}">
      <dgm:prSet phldrT="[Text]" phldr="0"/>
      <dgm:spPr/>
      <dgm:t>
        <a:bodyPr/>
        <a:lstStyle/>
        <a:p>
          <a:r>
            <a:rPr lang="en-US" dirty="0"/>
            <a:t>Become More Competitive</a:t>
          </a:r>
        </a:p>
      </dgm:t>
    </dgm:pt>
    <dgm:pt modelId="{7B029AD1-FCA6-40D8-9A83-1B0522895334}" type="parTrans" cxnId="{A3DAA6CF-B668-481D-BDD7-899E645D2A43}">
      <dgm:prSet/>
      <dgm:spPr/>
      <dgm:t>
        <a:bodyPr/>
        <a:lstStyle/>
        <a:p>
          <a:endParaRPr lang="en-US"/>
        </a:p>
      </dgm:t>
    </dgm:pt>
    <dgm:pt modelId="{14F82968-D9A9-4D36-BB23-68EB9F870DD6}" type="sibTrans" cxnId="{A3DAA6CF-B668-481D-BDD7-899E645D2A43}">
      <dgm:prSet/>
      <dgm:spPr/>
      <dgm:t>
        <a:bodyPr/>
        <a:lstStyle/>
        <a:p>
          <a:endParaRPr lang="en-US"/>
        </a:p>
      </dgm:t>
    </dgm:pt>
    <dgm:pt modelId="{233AC167-D521-4803-A29B-784E92522B6B}" type="pres">
      <dgm:prSet presAssocID="{61F65D28-B774-4F4D-9CC1-2B4238D15ED3}" presName="Name0" presStyleCnt="0">
        <dgm:presLayoutVars>
          <dgm:chMax val="7"/>
          <dgm:chPref val="7"/>
          <dgm:dir/>
        </dgm:presLayoutVars>
      </dgm:prSet>
      <dgm:spPr/>
    </dgm:pt>
    <dgm:pt modelId="{C9B045B0-9F8E-4119-9A90-AD22660F8CF7}" type="pres">
      <dgm:prSet presAssocID="{61F65D28-B774-4F4D-9CC1-2B4238D15ED3}" presName="Name1" presStyleCnt="0"/>
      <dgm:spPr/>
    </dgm:pt>
    <dgm:pt modelId="{7269422E-36D1-48F9-A619-C11E806325AF}" type="pres">
      <dgm:prSet presAssocID="{61F65D28-B774-4F4D-9CC1-2B4238D15ED3}" presName="cycle" presStyleCnt="0"/>
      <dgm:spPr/>
    </dgm:pt>
    <dgm:pt modelId="{3EB9036C-6D3C-4870-91B0-AE164B1ECB43}" type="pres">
      <dgm:prSet presAssocID="{61F65D28-B774-4F4D-9CC1-2B4238D15ED3}" presName="srcNode" presStyleLbl="node1" presStyleIdx="0" presStyleCnt="3"/>
      <dgm:spPr/>
    </dgm:pt>
    <dgm:pt modelId="{7BEE2342-CD07-4234-A375-26CE2301BC55}" type="pres">
      <dgm:prSet presAssocID="{61F65D28-B774-4F4D-9CC1-2B4238D15ED3}" presName="conn" presStyleLbl="parChTrans1D2" presStyleIdx="0" presStyleCnt="1"/>
      <dgm:spPr/>
    </dgm:pt>
    <dgm:pt modelId="{7CA9C062-F303-490C-AB6A-BA9094108345}" type="pres">
      <dgm:prSet presAssocID="{61F65D28-B774-4F4D-9CC1-2B4238D15ED3}" presName="extraNode" presStyleLbl="node1" presStyleIdx="0" presStyleCnt="3"/>
      <dgm:spPr/>
    </dgm:pt>
    <dgm:pt modelId="{7D5076E1-C476-4EC9-92C8-5210FB6944C7}" type="pres">
      <dgm:prSet presAssocID="{61F65D28-B774-4F4D-9CC1-2B4238D15ED3}" presName="dstNode" presStyleLbl="node1" presStyleIdx="0" presStyleCnt="3"/>
      <dgm:spPr/>
    </dgm:pt>
    <dgm:pt modelId="{23DBB44F-6131-4E3A-8354-7475904496C0}" type="pres">
      <dgm:prSet presAssocID="{85521D05-5843-45B3-AE75-E4BFD2CA0075}" presName="text_1" presStyleLbl="node1" presStyleIdx="0" presStyleCnt="3">
        <dgm:presLayoutVars>
          <dgm:bulletEnabled val="1"/>
        </dgm:presLayoutVars>
      </dgm:prSet>
      <dgm:spPr/>
    </dgm:pt>
    <dgm:pt modelId="{5F86CBC6-4FF5-480D-B706-7985CDC99DC2}" type="pres">
      <dgm:prSet presAssocID="{85521D05-5843-45B3-AE75-E4BFD2CA0075}" presName="accent_1" presStyleCnt="0"/>
      <dgm:spPr/>
    </dgm:pt>
    <dgm:pt modelId="{79E8F1FD-DE42-4B62-A7FC-04975C6C7F01}" type="pres">
      <dgm:prSet presAssocID="{85521D05-5843-45B3-AE75-E4BFD2CA0075}" presName="accentRepeatNode" presStyleLbl="solidFgAcc1" presStyleIdx="0" presStyleCnt="3"/>
      <dgm:spPr/>
    </dgm:pt>
    <dgm:pt modelId="{F5181F83-265F-4453-AA5B-4984297767AC}" type="pres">
      <dgm:prSet presAssocID="{E3311D7D-021B-466F-8183-3C70528AFE61}" presName="text_2" presStyleLbl="node1" presStyleIdx="1" presStyleCnt="3">
        <dgm:presLayoutVars>
          <dgm:bulletEnabled val="1"/>
        </dgm:presLayoutVars>
      </dgm:prSet>
      <dgm:spPr/>
    </dgm:pt>
    <dgm:pt modelId="{9CA50CDA-8F05-4354-A75D-842B7B0C9900}" type="pres">
      <dgm:prSet presAssocID="{E3311D7D-021B-466F-8183-3C70528AFE61}" presName="accent_2" presStyleCnt="0"/>
      <dgm:spPr/>
    </dgm:pt>
    <dgm:pt modelId="{4AD3371C-0AB4-45CB-ABE5-CC3BFEE19AA6}" type="pres">
      <dgm:prSet presAssocID="{E3311D7D-021B-466F-8183-3C70528AFE61}" presName="accentRepeatNode" presStyleLbl="solidFgAcc1" presStyleIdx="1" presStyleCnt="3"/>
      <dgm:spPr/>
    </dgm:pt>
    <dgm:pt modelId="{89228107-7147-41BE-A3C6-ABAEC590FC2C}" type="pres">
      <dgm:prSet presAssocID="{DAB70256-9F78-4967-8E87-52BCA93D953A}" presName="text_3" presStyleLbl="node1" presStyleIdx="2" presStyleCnt="3">
        <dgm:presLayoutVars>
          <dgm:bulletEnabled val="1"/>
        </dgm:presLayoutVars>
      </dgm:prSet>
      <dgm:spPr/>
    </dgm:pt>
    <dgm:pt modelId="{6CB67810-68BD-4E9C-99E8-5FBB9F8BC63C}" type="pres">
      <dgm:prSet presAssocID="{DAB70256-9F78-4967-8E87-52BCA93D953A}" presName="accent_3" presStyleCnt="0"/>
      <dgm:spPr/>
    </dgm:pt>
    <dgm:pt modelId="{12206238-7B00-4C61-913F-3A099DECF3DA}" type="pres">
      <dgm:prSet presAssocID="{DAB70256-9F78-4967-8E87-52BCA93D953A}" presName="accentRepeatNode" presStyleLbl="solidFgAcc1" presStyleIdx="2" presStyleCnt="3"/>
      <dgm:spPr/>
    </dgm:pt>
  </dgm:ptLst>
  <dgm:cxnLst>
    <dgm:cxn modelId="{D1C89B09-C73B-4F2E-BAFC-7FAEB50E8145}" srcId="{61F65D28-B774-4F4D-9CC1-2B4238D15ED3}" destId="{85521D05-5843-45B3-AE75-E4BFD2CA0075}" srcOrd="0" destOrd="0" parTransId="{51AD21D5-1316-47A5-9B0C-F7461C61DC78}" sibTransId="{8DF07107-9C39-40A1-9539-763D647DF17C}"/>
    <dgm:cxn modelId="{181E7D45-B50F-4E1C-B944-3425461EED23}" type="presOf" srcId="{DAB70256-9F78-4967-8E87-52BCA93D953A}" destId="{89228107-7147-41BE-A3C6-ABAEC590FC2C}" srcOrd="0" destOrd="0" presId="urn:microsoft.com/office/officeart/2008/layout/VerticalCurvedList"/>
    <dgm:cxn modelId="{F7BB6D52-3049-4818-A3E5-A760B02231A6}" type="presOf" srcId="{E3311D7D-021B-466F-8183-3C70528AFE61}" destId="{F5181F83-265F-4453-AA5B-4984297767AC}" srcOrd="0" destOrd="0" presId="urn:microsoft.com/office/officeart/2008/layout/VerticalCurvedList"/>
    <dgm:cxn modelId="{D3B28287-0034-4F08-8897-8C2AC29081A9}" srcId="{61F65D28-B774-4F4D-9CC1-2B4238D15ED3}" destId="{E3311D7D-021B-466F-8183-3C70528AFE61}" srcOrd="1" destOrd="0" parTransId="{EAF64727-4740-4FE6-BEA4-6F2A3AA8D28E}" sibTransId="{5841CB5F-081E-4F22-B926-E21834159ECE}"/>
    <dgm:cxn modelId="{5F0F3EAE-69D2-4B33-8EDD-2C211A66C9AB}" type="presOf" srcId="{61F65D28-B774-4F4D-9CC1-2B4238D15ED3}" destId="{233AC167-D521-4803-A29B-784E92522B6B}" srcOrd="0" destOrd="0" presId="urn:microsoft.com/office/officeart/2008/layout/VerticalCurvedList"/>
    <dgm:cxn modelId="{7048E7B7-1E41-46AD-9DD9-9436475A033C}" type="presOf" srcId="{8DF07107-9C39-40A1-9539-763D647DF17C}" destId="{7BEE2342-CD07-4234-A375-26CE2301BC55}" srcOrd="0" destOrd="0" presId="urn:microsoft.com/office/officeart/2008/layout/VerticalCurvedList"/>
    <dgm:cxn modelId="{91E911B9-5A48-40C1-B94E-9DEBDACCBA16}" type="presOf" srcId="{85521D05-5843-45B3-AE75-E4BFD2CA0075}" destId="{23DBB44F-6131-4E3A-8354-7475904496C0}" srcOrd="0" destOrd="0" presId="urn:microsoft.com/office/officeart/2008/layout/VerticalCurvedList"/>
    <dgm:cxn modelId="{A3DAA6CF-B668-481D-BDD7-899E645D2A43}" srcId="{61F65D28-B774-4F4D-9CC1-2B4238D15ED3}" destId="{DAB70256-9F78-4967-8E87-52BCA93D953A}" srcOrd="2" destOrd="0" parTransId="{7B029AD1-FCA6-40D8-9A83-1B0522895334}" sibTransId="{14F82968-D9A9-4D36-BB23-68EB9F870DD6}"/>
    <dgm:cxn modelId="{4794D70A-0CA7-4520-BB9B-DAC4DB534093}" type="presParOf" srcId="{233AC167-D521-4803-A29B-784E92522B6B}" destId="{C9B045B0-9F8E-4119-9A90-AD22660F8CF7}" srcOrd="0" destOrd="0" presId="urn:microsoft.com/office/officeart/2008/layout/VerticalCurvedList"/>
    <dgm:cxn modelId="{34B355C0-8C55-45EF-B66F-E9015E270223}" type="presParOf" srcId="{C9B045B0-9F8E-4119-9A90-AD22660F8CF7}" destId="{7269422E-36D1-48F9-A619-C11E806325AF}" srcOrd="0" destOrd="0" presId="urn:microsoft.com/office/officeart/2008/layout/VerticalCurvedList"/>
    <dgm:cxn modelId="{FB02511E-773F-4BB2-8442-E8BB1991ACD7}" type="presParOf" srcId="{7269422E-36D1-48F9-A619-C11E806325AF}" destId="{3EB9036C-6D3C-4870-91B0-AE164B1ECB43}" srcOrd="0" destOrd="0" presId="urn:microsoft.com/office/officeart/2008/layout/VerticalCurvedList"/>
    <dgm:cxn modelId="{BB2B1149-143B-411F-B6DE-AD1804D8D7F6}" type="presParOf" srcId="{7269422E-36D1-48F9-A619-C11E806325AF}" destId="{7BEE2342-CD07-4234-A375-26CE2301BC55}" srcOrd="1" destOrd="0" presId="urn:microsoft.com/office/officeart/2008/layout/VerticalCurvedList"/>
    <dgm:cxn modelId="{862B2592-E454-43C3-82C1-C563ABCE930C}" type="presParOf" srcId="{7269422E-36D1-48F9-A619-C11E806325AF}" destId="{7CA9C062-F303-490C-AB6A-BA9094108345}" srcOrd="2" destOrd="0" presId="urn:microsoft.com/office/officeart/2008/layout/VerticalCurvedList"/>
    <dgm:cxn modelId="{84F34E44-32C0-4531-86DE-3D4A0B566D98}" type="presParOf" srcId="{7269422E-36D1-48F9-A619-C11E806325AF}" destId="{7D5076E1-C476-4EC9-92C8-5210FB6944C7}" srcOrd="3" destOrd="0" presId="urn:microsoft.com/office/officeart/2008/layout/VerticalCurvedList"/>
    <dgm:cxn modelId="{230D20CA-94B2-413E-869B-C6D5BA6AAD58}" type="presParOf" srcId="{C9B045B0-9F8E-4119-9A90-AD22660F8CF7}" destId="{23DBB44F-6131-4E3A-8354-7475904496C0}" srcOrd="1" destOrd="0" presId="urn:microsoft.com/office/officeart/2008/layout/VerticalCurvedList"/>
    <dgm:cxn modelId="{D8CEDBEE-C58F-49CC-B910-880294A1C054}" type="presParOf" srcId="{C9B045B0-9F8E-4119-9A90-AD22660F8CF7}" destId="{5F86CBC6-4FF5-480D-B706-7985CDC99DC2}" srcOrd="2" destOrd="0" presId="urn:microsoft.com/office/officeart/2008/layout/VerticalCurvedList"/>
    <dgm:cxn modelId="{D8A53437-A745-42DB-8C5D-776038060DA8}" type="presParOf" srcId="{5F86CBC6-4FF5-480D-B706-7985CDC99DC2}" destId="{79E8F1FD-DE42-4B62-A7FC-04975C6C7F01}" srcOrd="0" destOrd="0" presId="urn:microsoft.com/office/officeart/2008/layout/VerticalCurvedList"/>
    <dgm:cxn modelId="{5CAF4B73-39BA-4726-9200-B8B74653F7E7}" type="presParOf" srcId="{C9B045B0-9F8E-4119-9A90-AD22660F8CF7}" destId="{F5181F83-265F-4453-AA5B-4984297767AC}" srcOrd="3" destOrd="0" presId="urn:microsoft.com/office/officeart/2008/layout/VerticalCurvedList"/>
    <dgm:cxn modelId="{D3B39EAC-38B2-4E32-9EB4-78EA73653FE2}" type="presParOf" srcId="{C9B045B0-9F8E-4119-9A90-AD22660F8CF7}" destId="{9CA50CDA-8F05-4354-A75D-842B7B0C9900}" srcOrd="4" destOrd="0" presId="urn:microsoft.com/office/officeart/2008/layout/VerticalCurvedList"/>
    <dgm:cxn modelId="{0808B0E7-30DF-4728-8CAC-4205BC05DB2A}" type="presParOf" srcId="{9CA50CDA-8F05-4354-A75D-842B7B0C9900}" destId="{4AD3371C-0AB4-45CB-ABE5-CC3BFEE19AA6}" srcOrd="0" destOrd="0" presId="urn:microsoft.com/office/officeart/2008/layout/VerticalCurvedList"/>
    <dgm:cxn modelId="{9E754DDC-26DB-47AE-A26F-03BFCA8666C8}" type="presParOf" srcId="{C9B045B0-9F8E-4119-9A90-AD22660F8CF7}" destId="{89228107-7147-41BE-A3C6-ABAEC590FC2C}" srcOrd="5" destOrd="0" presId="urn:microsoft.com/office/officeart/2008/layout/VerticalCurvedList"/>
    <dgm:cxn modelId="{E35C7532-E08B-4FA7-89A4-61B8B80C3341}" type="presParOf" srcId="{C9B045B0-9F8E-4119-9A90-AD22660F8CF7}" destId="{6CB67810-68BD-4E9C-99E8-5FBB9F8BC63C}" srcOrd="6" destOrd="0" presId="urn:microsoft.com/office/officeart/2008/layout/VerticalCurvedList"/>
    <dgm:cxn modelId="{6781CF1B-4745-4F52-A647-4889C1A0D1BB}" type="presParOf" srcId="{6CB67810-68BD-4E9C-99E8-5FBB9F8BC63C}" destId="{12206238-7B00-4C61-913F-3A099DECF3DA}"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E4CE1C3-89FA-4592-AA17-2C5EB670C8FB}" type="doc">
      <dgm:prSet loTypeId="urn:microsoft.com/office/officeart/2008/layout/VerticalCurvedList" loCatId="list" qsTypeId="urn:microsoft.com/office/officeart/2005/8/quickstyle/simple1" qsCatId="simple" csTypeId="urn:microsoft.com/office/officeart/2005/8/colors/accent4_2" csCatId="accent4" phldr="1"/>
      <dgm:spPr/>
      <dgm:t>
        <a:bodyPr/>
        <a:lstStyle/>
        <a:p>
          <a:endParaRPr lang="en-US"/>
        </a:p>
      </dgm:t>
    </dgm:pt>
    <dgm:pt modelId="{480FEC68-9E5E-4BDE-8265-A11E94291929}">
      <dgm:prSet phldrT="[Text]" phldr="0" custT="1"/>
      <dgm:spPr/>
      <dgm:t>
        <a:bodyPr/>
        <a:lstStyle/>
        <a:p>
          <a:r>
            <a:rPr lang="en-US" sz="2400" dirty="0"/>
            <a:t>Small Dataset</a:t>
          </a:r>
        </a:p>
      </dgm:t>
    </dgm:pt>
    <dgm:pt modelId="{85E2FB58-0D51-4DF5-9EEA-5C6F82DE72CD}" type="parTrans" cxnId="{BDC6DA74-4A8F-4C43-B835-08F15ED068CC}">
      <dgm:prSet/>
      <dgm:spPr/>
      <dgm:t>
        <a:bodyPr/>
        <a:lstStyle/>
        <a:p>
          <a:endParaRPr lang="en-US"/>
        </a:p>
      </dgm:t>
    </dgm:pt>
    <dgm:pt modelId="{DF1785A0-DF7A-4394-8D97-554D9E2157AF}" type="sibTrans" cxnId="{BDC6DA74-4A8F-4C43-B835-08F15ED068CC}">
      <dgm:prSet/>
      <dgm:spPr/>
      <dgm:t>
        <a:bodyPr/>
        <a:lstStyle/>
        <a:p>
          <a:endParaRPr lang="en-US"/>
        </a:p>
      </dgm:t>
    </dgm:pt>
    <dgm:pt modelId="{4C6AF852-94F7-457C-B2BE-8279649309D9}">
      <dgm:prSet phldrT="[Text]" phldr="0" custT="1"/>
      <dgm:spPr/>
      <dgm:t>
        <a:bodyPr/>
        <a:lstStyle/>
        <a:p>
          <a:r>
            <a:rPr lang="en-US" sz="2300" dirty="0"/>
            <a:t>Missing Contextual Data</a:t>
          </a:r>
        </a:p>
      </dgm:t>
    </dgm:pt>
    <dgm:pt modelId="{754483A0-F1ED-432F-BB7C-CEC54191DA0D}" type="parTrans" cxnId="{28F176FD-90EB-4E9C-9FC8-EBA300368CDE}">
      <dgm:prSet/>
      <dgm:spPr/>
      <dgm:t>
        <a:bodyPr/>
        <a:lstStyle/>
        <a:p>
          <a:endParaRPr lang="en-US"/>
        </a:p>
      </dgm:t>
    </dgm:pt>
    <dgm:pt modelId="{857D2221-B8C5-4466-B7D2-76FC10636D99}" type="sibTrans" cxnId="{28F176FD-90EB-4E9C-9FC8-EBA300368CDE}">
      <dgm:prSet/>
      <dgm:spPr/>
      <dgm:t>
        <a:bodyPr/>
        <a:lstStyle/>
        <a:p>
          <a:endParaRPr lang="en-US"/>
        </a:p>
      </dgm:t>
    </dgm:pt>
    <dgm:pt modelId="{7745F1FB-5F03-4628-A420-F020DF54788B}">
      <dgm:prSet phldrT="[Text]" phldr="0"/>
      <dgm:spPr/>
      <dgm:t>
        <a:bodyPr/>
        <a:lstStyle/>
        <a:p>
          <a:r>
            <a:rPr lang="en-US" dirty="0"/>
            <a:t>Challenges with Derived Attributes</a:t>
          </a:r>
        </a:p>
      </dgm:t>
    </dgm:pt>
    <dgm:pt modelId="{678A3027-C24E-4E5C-BB10-E6D91F7AF7D4}" type="sibTrans" cxnId="{077CF894-1F80-4D2B-B921-D3D12E4F6DFC}">
      <dgm:prSet/>
      <dgm:spPr/>
      <dgm:t>
        <a:bodyPr/>
        <a:lstStyle/>
        <a:p>
          <a:endParaRPr lang="en-US"/>
        </a:p>
      </dgm:t>
    </dgm:pt>
    <dgm:pt modelId="{F9DCB5DE-0BF0-4E18-A963-E16369435998}" type="parTrans" cxnId="{077CF894-1F80-4D2B-B921-D3D12E4F6DFC}">
      <dgm:prSet/>
      <dgm:spPr/>
      <dgm:t>
        <a:bodyPr/>
        <a:lstStyle/>
        <a:p>
          <a:endParaRPr lang="en-US"/>
        </a:p>
      </dgm:t>
    </dgm:pt>
    <dgm:pt modelId="{ADB5870A-D9DE-4B33-BD9F-52EEDD324136}" type="pres">
      <dgm:prSet presAssocID="{3E4CE1C3-89FA-4592-AA17-2C5EB670C8FB}" presName="Name0" presStyleCnt="0">
        <dgm:presLayoutVars>
          <dgm:chMax val="7"/>
          <dgm:chPref val="7"/>
          <dgm:dir/>
        </dgm:presLayoutVars>
      </dgm:prSet>
      <dgm:spPr/>
    </dgm:pt>
    <dgm:pt modelId="{BF0DF9B2-8266-4693-BC3B-7DA7561ADE7E}" type="pres">
      <dgm:prSet presAssocID="{3E4CE1C3-89FA-4592-AA17-2C5EB670C8FB}" presName="Name1" presStyleCnt="0"/>
      <dgm:spPr/>
    </dgm:pt>
    <dgm:pt modelId="{DEC77C72-094A-42A4-ADBB-7FCCDAD82995}" type="pres">
      <dgm:prSet presAssocID="{3E4CE1C3-89FA-4592-AA17-2C5EB670C8FB}" presName="cycle" presStyleCnt="0"/>
      <dgm:spPr/>
    </dgm:pt>
    <dgm:pt modelId="{F32CC695-8011-4359-AE4D-96E55D8F94C6}" type="pres">
      <dgm:prSet presAssocID="{3E4CE1C3-89FA-4592-AA17-2C5EB670C8FB}" presName="srcNode" presStyleLbl="node1" presStyleIdx="0" presStyleCnt="3"/>
      <dgm:spPr/>
    </dgm:pt>
    <dgm:pt modelId="{4D6C6187-5E01-4E04-B6AB-2BDE65DBFD12}" type="pres">
      <dgm:prSet presAssocID="{3E4CE1C3-89FA-4592-AA17-2C5EB670C8FB}" presName="conn" presStyleLbl="parChTrans1D2" presStyleIdx="0" presStyleCnt="1"/>
      <dgm:spPr/>
    </dgm:pt>
    <dgm:pt modelId="{E9A01E38-E751-49FA-BA2F-F568C1A7CC9C}" type="pres">
      <dgm:prSet presAssocID="{3E4CE1C3-89FA-4592-AA17-2C5EB670C8FB}" presName="extraNode" presStyleLbl="node1" presStyleIdx="0" presStyleCnt="3"/>
      <dgm:spPr/>
    </dgm:pt>
    <dgm:pt modelId="{AE484B7B-1B3A-4504-B7B9-55873B3143F0}" type="pres">
      <dgm:prSet presAssocID="{3E4CE1C3-89FA-4592-AA17-2C5EB670C8FB}" presName="dstNode" presStyleLbl="node1" presStyleIdx="0" presStyleCnt="3"/>
      <dgm:spPr/>
    </dgm:pt>
    <dgm:pt modelId="{1A962971-7791-4752-B58B-603D82A1DEBC}" type="pres">
      <dgm:prSet presAssocID="{480FEC68-9E5E-4BDE-8265-A11E94291929}" presName="text_1" presStyleLbl="node1" presStyleIdx="0" presStyleCnt="3">
        <dgm:presLayoutVars>
          <dgm:bulletEnabled val="1"/>
        </dgm:presLayoutVars>
      </dgm:prSet>
      <dgm:spPr/>
    </dgm:pt>
    <dgm:pt modelId="{20128181-ABC8-4071-B1CB-10396E59A287}" type="pres">
      <dgm:prSet presAssocID="{480FEC68-9E5E-4BDE-8265-A11E94291929}" presName="accent_1" presStyleCnt="0"/>
      <dgm:spPr/>
    </dgm:pt>
    <dgm:pt modelId="{FDB02009-68B0-4F8A-9B52-4CC6DAFEF662}" type="pres">
      <dgm:prSet presAssocID="{480FEC68-9E5E-4BDE-8265-A11E94291929}" presName="accentRepeatNode" presStyleLbl="solidFgAcc1" presStyleIdx="0" presStyleCnt="3"/>
      <dgm:spPr/>
    </dgm:pt>
    <dgm:pt modelId="{DA827153-4FC9-4752-B569-4439865ECB1F}" type="pres">
      <dgm:prSet presAssocID="{4C6AF852-94F7-457C-B2BE-8279649309D9}" presName="text_2" presStyleLbl="node1" presStyleIdx="1" presStyleCnt="3">
        <dgm:presLayoutVars>
          <dgm:bulletEnabled val="1"/>
        </dgm:presLayoutVars>
      </dgm:prSet>
      <dgm:spPr/>
    </dgm:pt>
    <dgm:pt modelId="{497C4081-63B4-4F6D-BAFE-9E1072EC0663}" type="pres">
      <dgm:prSet presAssocID="{4C6AF852-94F7-457C-B2BE-8279649309D9}" presName="accent_2" presStyleCnt="0"/>
      <dgm:spPr/>
    </dgm:pt>
    <dgm:pt modelId="{B8FE4DD7-8EE9-4BCE-BDDD-448B4FA6F0C7}" type="pres">
      <dgm:prSet presAssocID="{4C6AF852-94F7-457C-B2BE-8279649309D9}" presName="accentRepeatNode" presStyleLbl="solidFgAcc1" presStyleIdx="1" presStyleCnt="3"/>
      <dgm:spPr/>
    </dgm:pt>
    <dgm:pt modelId="{B815808B-988F-40D0-B4B4-EAE3D6C17100}" type="pres">
      <dgm:prSet presAssocID="{7745F1FB-5F03-4628-A420-F020DF54788B}" presName="text_3" presStyleLbl="node1" presStyleIdx="2" presStyleCnt="3">
        <dgm:presLayoutVars>
          <dgm:bulletEnabled val="1"/>
        </dgm:presLayoutVars>
      </dgm:prSet>
      <dgm:spPr/>
    </dgm:pt>
    <dgm:pt modelId="{3E4D13E6-711F-402C-A675-821E894AF711}" type="pres">
      <dgm:prSet presAssocID="{7745F1FB-5F03-4628-A420-F020DF54788B}" presName="accent_3" presStyleCnt="0"/>
      <dgm:spPr/>
    </dgm:pt>
    <dgm:pt modelId="{A6DCA587-D663-4737-8BFD-F82FB70E6FFB}" type="pres">
      <dgm:prSet presAssocID="{7745F1FB-5F03-4628-A420-F020DF54788B}" presName="accentRepeatNode" presStyleLbl="solidFgAcc1" presStyleIdx="2" presStyleCnt="3"/>
      <dgm:spPr/>
    </dgm:pt>
  </dgm:ptLst>
  <dgm:cxnLst>
    <dgm:cxn modelId="{E229540F-9843-431E-A508-2BB0E01A4255}" type="presOf" srcId="{480FEC68-9E5E-4BDE-8265-A11E94291929}" destId="{1A962971-7791-4752-B58B-603D82A1DEBC}" srcOrd="0" destOrd="0" presId="urn:microsoft.com/office/officeart/2008/layout/VerticalCurvedList"/>
    <dgm:cxn modelId="{2C209C41-1D79-4548-B949-6EDAA490B233}" type="presOf" srcId="{DF1785A0-DF7A-4394-8D97-554D9E2157AF}" destId="{4D6C6187-5E01-4E04-B6AB-2BDE65DBFD12}" srcOrd="0" destOrd="0" presId="urn:microsoft.com/office/officeart/2008/layout/VerticalCurvedList"/>
    <dgm:cxn modelId="{7A1CFF45-213D-44CC-BD35-038497941635}" type="presOf" srcId="{7745F1FB-5F03-4628-A420-F020DF54788B}" destId="{B815808B-988F-40D0-B4B4-EAE3D6C17100}" srcOrd="0" destOrd="0" presId="urn:microsoft.com/office/officeart/2008/layout/VerticalCurvedList"/>
    <dgm:cxn modelId="{BDC6DA74-4A8F-4C43-B835-08F15ED068CC}" srcId="{3E4CE1C3-89FA-4592-AA17-2C5EB670C8FB}" destId="{480FEC68-9E5E-4BDE-8265-A11E94291929}" srcOrd="0" destOrd="0" parTransId="{85E2FB58-0D51-4DF5-9EEA-5C6F82DE72CD}" sibTransId="{DF1785A0-DF7A-4394-8D97-554D9E2157AF}"/>
    <dgm:cxn modelId="{077CF894-1F80-4D2B-B921-D3D12E4F6DFC}" srcId="{3E4CE1C3-89FA-4592-AA17-2C5EB670C8FB}" destId="{7745F1FB-5F03-4628-A420-F020DF54788B}" srcOrd="2" destOrd="0" parTransId="{F9DCB5DE-0BF0-4E18-A963-E16369435998}" sibTransId="{678A3027-C24E-4E5C-BB10-E6D91F7AF7D4}"/>
    <dgm:cxn modelId="{800E9097-391E-4A1B-9A08-EDF4AA1D4A1F}" type="presOf" srcId="{4C6AF852-94F7-457C-B2BE-8279649309D9}" destId="{DA827153-4FC9-4752-B569-4439865ECB1F}" srcOrd="0" destOrd="0" presId="urn:microsoft.com/office/officeart/2008/layout/VerticalCurvedList"/>
    <dgm:cxn modelId="{B87E5E9B-AD8B-4A23-8A74-3F3EDB176A24}" type="presOf" srcId="{3E4CE1C3-89FA-4592-AA17-2C5EB670C8FB}" destId="{ADB5870A-D9DE-4B33-BD9F-52EEDD324136}" srcOrd="0" destOrd="0" presId="urn:microsoft.com/office/officeart/2008/layout/VerticalCurvedList"/>
    <dgm:cxn modelId="{28F176FD-90EB-4E9C-9FC8-EBA300368CDE}" srcId="{3E4CE1C3-89FA-4592-AA17-2C5EB670C8FB}" destId="{4C6AF852-94F7-457C-B2BE-8279649309D9}" srcOrd="1" destOrd="0" parTransId="{754483A0-F1ED-432F-BB7C-CEC54191DA0D}" sibTransId="{857D2221-B8C5-4466-B7D2-76FC10636D99}"/>
    <dgm:cxn modelId="{4BA62D0F-5B4E-4B07-8891-3F2F35DF2D75}" type="presParOf" srcId="{ADB5870A-D9DE-4B33-BD9F-52EEDD324136}" destId="{BF0DF9B2-8266-4693-BC3B-7DA7561ADE7E}" srcOrd="0" destOrd="0" presId="urn:microsoft.com/office/officeart/2008/layout/VerticalCurvedList"/>
    <dgm:cxn modelId="{CD13D74E-548C-4F2D-9525-B65662F3765E}" type="presParOf" srcId="{BF0DF9B2-8266-4693-BC3B-7DA7561ADE7E}" destId="{DEC77C72-094A-42A4-ADBB-7FCCDAD82995}" srcOrd="0" destOrd="0" presId="urn:microsoft.com/office/officeart/2008/layout/VerticalCurvedList"/>
    <dgm:cxn modelId="{E9EF75E3-F4AE-421F-A9D1-708E74DF8EAD}" type="presParOf" srcId="{DEC77C72-094A-42A4-ADBB-7FCCDAD82995}" destId="{F32CC695-8011-4359-AE4D-96E55D8F94C6}" srcOrd="0" destOrd="0" presId="urn:microsoft.com/office/officeart/2008/layout/VerticalCurvedList"/>
    <dgm:cxn modelId="{2FE69F00-227F-4390-B4B7-2181F4EEB287}" type="presParOf" srcId="{DEC77C72-094A-42A4-ADBB-7FCCDAD82995}" destId="{4D6C6187-5E01-4E04-B6AB-2BDE65DBFD12}" srcOrd="1" destOrd="0" presId="urn:microsoft.com/office/officeart/2008/layout/VerticalCurvedList"/>
    <dgm:cxn modelId="{7D9DCAE3-4219-4424-B4AA-6020F63C3B99}" type="presParOf" srcId="{DEC77C72-094A-42A4-ADBB-7FCCDAD82995}" destId="{E9A01E38-E751-49FA-BA2F-F568C1A7CC9C}" srcOrd="2" destOrd="0" presId="urn:microsoft.com/office/officeart/2008/layout/VerticalCurvedList"/>
    <dgm:cxn modelId="{0A3722A0-5E15-4895-AE81-7B7756E46FE3}" type="presParOf" srcId="{DEC77C72-094A-42A4-ADBB-7FCCDAD82995}" destId="{AE484B7B-1B3A-4504-B7B9-55873B3143F0}" srcOrd="3" destOrd="0" presId="urn:microsoft.com/office/officeart/2008/layout/VerticalCurvedList"/>
    <dgm:cxn modelId="{0B016CA0-2080-4C8E-A560-F6FF73D3B980}" type="presParOf" srcId="{BF0DF9B2-8266-4693-BC3B-7DA7561ADE7E}" destId="{1A962971-7791-4752-B58B-603D82A1DEBC}" srcOrd="1" destOrd="0" presId="urn:microsoft.com/office/officeart/2008/layout/VerticalCurvedList"/>
    <dgm:cxn modelId="{67CD772B-0D74-4D08-B79D-A97E9C6A2636}" type="presParOf" srcId="{BF0DF9B2-8266-4693-BC3B-7DA7561ADE7E}" destId="{20128181-ABC8-4071-B1CB-10396E59A287}" srcOrd="2" destOrd="0" presId="urn:microsoft.com/office/officeart/2008/layout/VerticalCurvedList"/>
    <dgm:cxn modelId="{E1767F2F-A042-42DA-BA44-818517E20EA7}" type="presParOf" srcId="{20128181-ABC8-4071-B1CB-10396E59A287}" destId="{FDB02009-68B0-4F8A-9B52-4CC6DAFEF662}" srcOrd="0" destOrd="0" presId="urn:microsoft.com/office/officeart/2008/layout/VerticalCurvedList"/>
    <dgm:cxn modelId="{09513B15-7CDD-46B9-9EC4-0AC1DBEE98F7}" type="presParOf" srcId="{BF0DF9B2-8266-4693-BC3B-7DA7561ADE7E}" destId="{DA827153-4FC9-4752-B569-4439865ECB1F}" srcOrd="3" destOrd="0" presId="urn:microsoft.com/office/officeart/2008/layout/VerticalCurvedList"/>
    <dgm:cxn modelId="{ACB8F212-7FD9-4384-A64B-B1A79C2ED804}" type="presParOf" srcId="{BF0DF9B2-8266-4693-BC3B-7DA7561ADE7E}" destId="{497C4081-63B4-4F6D-BAFE-9E1072EC0663}" srcOrd="4" destOrd="0" presId="urn:microsoft.com/office/officeart/2008/layout/VerticalCurvedList"/>
    <dgm:cxn modelId="{20CBC32E-67C7-4775-94A2-3BDAD76460E3}" type="presParOf" srcId="{497C4081-63B4-4F6D-BAFE-9E1072EC0663}" destId="{B8FE4DD7-8EE9-4BCE-BDDD-448B4FA6F0C7}" srcOrd="0" destOrd="0" presId="urn:microsoft.com/office/officeart/2008/layout/VerticalCurvedList"/>
    <dgm:cxn modelId="{60579AE6-C169-45F7-A100-282BDAC8CC62}" type="presParOf" srcId="{BF0DF9B2-8266-4693-BC3B-7DA7561ADE7E}" destId="{B815808B-988F-40D0-B4B4-EAE3D6C17100}" srcOrd="5" destOrd="0" presId="urn:microsoft.com/office/officeart/2008/layout/VerticalCurvedList"/>
    <dgm:cxn modelId="{16564420-0335-4D1A-89B9-874D8C676F45}" type="presParOf" srcId="{BF0DF9B2-8266-4693-BC3B-7DA7561ADE7E}" destId="{3E4D13E6-711F-402C-A675-821E894AF711}" srcOrd="6" destOrd="0" presId="urn:microsoft.com/office/officeart/2008/layout/VerticalCurvedList"/>
    <dgm:cxn modelId="{CD2F31F5-90A9-46AD-912E-7770D337AE21}" type="presParOf" srcId="{3E4D13E6-711F-402C-A675-821E894AF711}" destId="{A6DCA587-D663-4737-8BFD-F82FB70E6FFB}"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2B433F44-0316-496B-A52A-EDAD1E32031E}" type="doc">
      <dgm:prSet loTypeId="urn:microsoft.com/office/officeart/2008/layout/PictureStrips" loCatId="picture" qsTypeId="urn:microsoft.com/office/officeart/2005/8/quickstyle/simple2" qsCatId="simple" csTypeId="urn:microsoft.com/office/officeart/2005/8/colors/accent4_4" csCatId="accent4" phldr="1"/>
      <dgm:spPr/>
      <dgm:t>
        <a:bodyPr/>
        <a:lstStyle/>
        <a:p>
          <a:endParaRPr lang="en-US"/>
        </a:p>
      </dgm:t>
    </dgm:pt>
    <dgm:pt modelId="{A96D6FC6-0D48-4B0B-83A6-F33099CE0A08}">
      <dgm:prSet phldrT="[Text]" phldr="0"/>
      <dgm:spPr/>
      <dgm:t>
        <a:bodyPr/>
        <a:lstStyle/>
        <a:p>
          <a:r>
            <a:rPr lang="en-US" dirty="0"/>
            <a:t>Collect More Data</a:t>
          </a:r>
        </a:p>
      </dgm:t>
    </dgm:pt>
    <dgm:pt modelId="{3D6FFA8B-CE2C-4605-9A44-25BC561E59BA}" type="parTrans" cxnId="{28C57C13-8EC2-4E38-BFB7-30FF3E5B7E55}">
      <dgm:prSet/>
      <dgm:spPr/>
      <dgm:t>
        <a:bodyPr/>
        <a:lstStyle/>
        <a:p>
          <a:endParaRPr lang="en-US"/>
        </a:p>
      </dgm:t>
    </dgm:pt>
    <dgm:pt modelId="{F5F52AAD-DF6A-40E6-85B0-ED2204EE1C52}" type="sibTrans" cxnId="{28C57C13-8EC2-4E38-BFB7-30FF3E5B7E55}">
      <dgm:prSet/>
      <dgm:spPr/>
      <dgm:t>
        <a:bodyPr/>
        <a:lstStyle/>
        <a:p>
          <a:endParaRPr lang="en-US"/>
        </a:p>
      </dgm:t>
    </dgm:pt>
    <dgm:pt modelId="{F58D5BE3-60C8-4A29-8B71-B402CA841C56}">
      <dgm:prSet phldrT="[Text]" phldr="0"/>
      <dgm:spPr/>
      <dgm:t>
        <a:bodyPr/>
        <a:lstStyle/>
        <a:p>
          <a:r>
            <a:rPr lang="en-US" dirty="0"/>
            <a:t>Response to Real-Time Disruptions</a:t>
          </a:r>
        </a:p>
      </dgm:t>
    </dgm:pt>
    <dgm:pt modelId="{7455EBC5-6C4B-41F7-8A49-ABE4CB380CB9}" type="parTrans" cxnId="{945E5558-00C8-459C-BCBA-64916412CF01}">
      <dgm:prSet/>
      <dgm:spPr/>
      <dgm:t>
        <a:bodyPr/>
        <a:lstStyle/>
        <a:p>
          <a:endParaRPr lang="en-US"/>
        </a:p>
      </dgm:t>
    </dgm:pt>
    <dgm:pt modelId="{A2EAE517-B720-4A44-BDB1-48AC0A263B05}" type="sibTrans" cxnId="{945E5558-00C8-459C-BCBA-64916412CF01}">
      <dgm:prSet/>
      <dgm:spPr/>
      <dgm:t>
        <a:bodyPr/>
        <a:lstStyle/>
        <a:p>
          <a:endParaRPr lang="en-US"/>
        </a:p>
      </dgm:t>
    </dgm:pt>
    <dgm:pt modelId="{3249E1AA-E51D-4935-9823-71315F56BC8D}">
      <dgm:prSet phldrT="[Text]" phldr="0"/>
      <dgm:spPr/>
      <dgm:t>
        <a:bodyPr/>
        <a:lstStyle/>
        <a:p>
          <a:r>
            <a:rPr lang="en-US"/>
            <a:t>Route Optimization</a:t>
          </a:r>
          <a:endParaRPr lang="en-US" dirty="0"/>
        </a:p>
      </dgm:t>
    </dgm:pt>
    <dgm:pt modelId="{87429148-6571-4484-B1A9-2A6F0B29652F}" type="parTrans" cxnId="{503AED3A-835C-4E01-8B39-E817DA933665}">
      <dgm:prSet/>
      <dgm:spPr/>
      <dgm:t>
        <a:bodyPr/>
        <a:lstStyle/>
        <a:p>
          <a:endParaRPr lang="en-US"/>
        </a:p>
      </dgm:t>
    </dgm:pt>
    <dgm:pt modelId="{BA47EB4B-68AE-4B7C-92BB-7A4E88DAD9EC}" type="sibTrans" cxnId="{503AED3A-835C-4E01-8B39-E817DA933665}">
      <dgm:prSet/>
      <dgm:spPr/>
      <dgm:t>
        <a:bodyPr/>
        <a:lstStyle/>
        <a:p>
          <a:endParaRPr lang="en-US"/>
        </a:p>
      </dgm:t>
    </dgm:pt>
    <dgm:pt modelId="{1BCA1B62-41EB-4099-B550-F9FEF72B1EF1}" type="pres">
      <dgm:prSet presAssocID="{2B433F44-0316-496B-A52A-EDAD1E32031E}" presName="Name0" presStyleCnt="0">
        <dgm:presLayoutVars>
          <dgm:dir/>
          <dgm:resizeHandles val="exact"/>
        </dgm:presLayoutVars>
      </dgm:prSet>
      <dgm:spPr/>
    </dgm:pt>
    <dgm:pt modelId="{3BFCC4A1-0AF9-4459-9942-E63B3D177AB0}" type="pres">
      <dgm:prSet presAssocID="{A96D6FC6-0D48-4B0B-83A6-F33099CE0A08}" presName="composite" presStyleCnt="0"/>
      <dgm:spPr/>
    </dgm:pt>
    <dgm:pt modelId="{AB97D994-870A-4A82-A245-1F1EF2F31AE7}" type="pres">
      <dgm:prSet presAssocID="{A96D6FC6-0D48-4B0B-83A6-F33099CE0A08}" presName="rect1" presStyleLbl="trAlignAcc1" presStyleIdx="0" presStyleCnt="3">
        <dgm:presLayoutVars>
          <dgm:bulletEnabled val="1"/>
        </dgm:presLayoutVars>
      </dgm:prSet>
      <dgm:spPr/>
    </dgm:pt>
    <dgm:pt modelId="{22580AD0-2EDD-43B8-9E88-166C4DF122CE}" type="pres">
      <dgm:prSet presAssocID="{A96D6FC6-0D48-4B0B-83A6-F33099CE0A08}" presName="rect2"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l="-25000" r="-25000"/>
          </a:stretch>
        </a:blipFill>
      </dgm:spPr>
      <dgm:extLst>
        <a:ext uri="{E40237B7-FDA0-4F09-8148-C483321AD2D9}">
          <dgm14:cNvPr xmlns:dgm14="http://schemas.microsoft.com/office/drawing/2010/diagram" id="0" name="" descr="Database with solid fill"/>
        </a:ext>
      </dgm:extLst>
    </dgm:pt>
    <dgm:pt modelId="{6213F435-D882-44C1-9553-8A4B25BF5BED}" type="pres">
      <dgm:prSet presAssocID="{F5F52AAD-DF6A-40E6-85B0-ED2204EE1C52}" presName="sibTrans" presStyleCnt="0"/>
      <dgm:spPr/>
    </dgm:pt>
    <dgm:pt modelId="{E85541E3-A8BE-4B59-B906-F03F4D054A8D}" type="pres">
      <dgm:prSet presAssocID="{F58D5BE3-60C8-4A29-8B71-B402CA841C56}" presName="composite" presStyleCnt="0"/>
      <dgm:spPr/>
    </dgm:pt>
    <dgm:pt modelId="{0E015A7B-F094-49CE-B706-042E659A6A2B}" type="pres">
      <dgm:prSet presAssocID="{F58D5BE3-60C8-4A29-8B71-B402CA841C56}" presName="rect1" presStyleLbl="trAlignAcc1" presStyleIdx="1" presStyleCnt="3">
        <dgm:presLayoutVars>
          <dgm:bulletEnabled val="1"/>
        </dgm:presLayoutVars>
      </dgm:prSet>
      <dgm:spPr/>
    </dgm:pt>
    <dgm:pt modelId="{94B3678D-892C-441A-B302-5B07ADA21553}" type="pres">
      <dgm:prSet presAssocID="{F58D5BE3-60C8-4A29-8B71-B402CA841C56}" presName="rect2"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l="-25000" r="-25000"/>
          </a:stretch>
        </a:blipFill>
      </dgm:spPr>
      <dgm:extLst>
        <a:ext uri="{E40237B7-FDA0-4F09-8148-C483321AD2D9}">
          <dgm14:cNvPr xmlns:dgm14="http://schemas.microsoft.com/office/drawing/2010/diagram" id="0" name="" descr="Gears with solid fill"/>
        </a:ext>
      </dgm:extLst>
    </dgm:pt>
    <dgm:pt modelId="{716FD752-B2C6-448C-A4E9-0DC5F0F342F6}" type="pres">
      <dgm:prSet presAssocID="{A2EAE517-B720-4A44-BDB1-48AC0A263B05}" presName="sibTrans" presStyleCnt="0"/>
      <dgm:spPr/>
    </dgm:pt>
    <dgm:pt modelId="{82F07D1E-8C04-4474-A2F6-74B32F23832A}" type="pres">
      <dgm:prSet presAssocID="{3249E1AA-E51D-4935-9823-71315F56BC8D}" presName="composite" presStyleCnt="0"/>
      <dgm:spPr/>
    </dgm:pt>
    <dgm:pt modelId="{E8C54551-BE9B-4008-8522-C922A37E5D81}" type="pres">
      <dgm:prSet presAssocID="{3249E1AA-E51D-4935-9823-71315F56BC8D}" presName="rect1" presStyleLbl="trAlignAcc1" presStyleIdx="2" presStyleCnt="3">
        <dgm:presLayoutVars>
          <dgm:bulletEnabled val="1"/>
        </dgm:presLayoutVars>
      </dgm:prSet>
      <dgm:spPr/>
    </dgm:pt>
    <dgm:pt modelId="{40E4057D-EF68-4EF3-B9C1-EEED9D7A1A38}" type="pres">
      <dgm:prSet presAssocID="{3249E1AA-E51D-4935-9823-71315F56BC8D}" presName="rect2"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dgm:spPr>
      <dgm:extLst>
        <a:ext uri="{E40237B7-FDA0-4F09-8148-C483321AD2D9}">
          <dgm14:cNvPr xmlns:dgm14="http://schemas.microsoft.com/office/drawing/2010/diagram" id="0" name="" descr="Route (Two Pins With A Path) with solid fill"/>
        </a:ext>
      </dgm:extLst>
    </dgm:pt>
  </dgm:ptLst>
  <dgm:cxnLst>
    <dgm:cxn modelId="{28C57C13-8EC2-4E38-BFB7-30FF3E5B7E55}" srcId="{2B433F44-0316-496B-A52A-EDAD1E32031E}" destId="{A96D6FC6-0D48-4B0B-83A6-F33099CE0A08}" srcOrd="0" destOrd="0" parTransId="{3D6FFA8B-CE2C-4605-9A44-25BC561E59BA}" sibTransId="{F5F52AAD-DF6A-40E6-85B0-ED2204EE1C52}"/>
    <dgm:cxn modelId="{5C4FB81A-2D37-4224-9BD3-7EFAEF644981}" type="presOf" srcId="{A96D6FC6-0D48-4B0B-83A6-F33099CE0A08}" destId="{AB97D994-870A-4A82-A245-1F1EF2F31AE7}" srcOrd="0" destOrd="0" presId="urn:microsoft.com/office/officeart/2008/layout/PictureStrips"/>
    <dgm:cxn modelId="{503AED3A-835C-4E01-8B39-E817DA933665}" srcId="{2B433F44-0316-496B-A52A-EDAD1E32031E}" destId="{3249E1AA-E51D-4935-9823-71315F56BC8D}" srcOrd="2" destOrd="0" parTransId="{87429148-6571-4484-B1A9-2A6F0B29652F}" sibTransId="{BA47EB4B-68AE-4B7C-92BB-7A4E88DAD9EC}"/>
    <dgm:cxn modelId="{DA439970-28E9-4FE0-A2EA-B6746EACB7BA}" type="presOf" srcId="{2B433F44-0316-496B-A52A-EDAD1E32031E}" destId="{1BCA1B62-41EB-4099-B550-F9FEF72B1EF1}" srcOrd="0" destOrd="0" presId="urn:microsoft.com/office/officeart/2008/layout/PictureStrips"/>
    <dgm:cxn modelId="{945E5558-00C8-459C-BCBA-64916412CF01}" srcId="{2B433F44-0316-496B-A52A-EDAD1E32031E}" destId="{F58D5BE3-60C8-4A29-8B71-B402CA841C56}" srcOrd="1" destOrd="0" parTransId="{7455EBC5-6C4B-41F7-8A49-ABE4CB380CB9}" sibTransId="{A2EAE517-B720-4A44-BDB1-48AC0A263B05}"/>
    <dgm:cxn modelId="{96EDF99F-D978-48B3-884C-7EF5E7128495}" type="presOf" srcId="{F58D5BE3-60C8-4A29-8B71-B402CA841C56}" destId="{0E015A7B-F094-49CE-B706-042E659A6A2B}" srcOrd="0" destOrd="0" presId="urn:microsoft.com/office/officeart/2008/layout/PictureStrips"/>
    <dgm:cxn modelId="{E507DDCC-00EF-4333-8332-1A6228021E42}" type="presOf" srcId="{3249E1AA-E51D-4935-9823-71315F56BC8D}" destId="{E8C54551-BE9B-4008-8522-C922A37E5D81}" srcOrd="0" destOrd="0" presId="urn:microsoft.com/office/officeart/2008/layout/PictureStrips"/>
    <dgm:cxn modelId="{C97C1A9A-474D-4D16-9082-BF27F68A6A09}" type="presParOf" srcId="{1BCA1B62-41EB-4099-B550-F9FEF72B1EF1}" destId="{3BFCC4A1-0AF9-4459-9942-E63B3D177AB0}" srcOrd="0" destOrd="0" presId="urn:microsoft.com/office/officeart/2008/layout/PictureStrips"/>
    <dgm:cxn modelId="{B6E1AC37-82CB-4F39-AA4D-0F04FE58EC6F}" type="presParOf" srcId="{3BFCC4A1-0AF9-4459-9942-E63B3D177AB0}" destId="{AB97D994-870A-4A82-A245-1F1EF2F31AE7}" srcOrd="0" destOrd="0" presId="urn:microsoft.com/office/officeart/2008/layout/PictureStrips"/>
    <dgm:cxn modelId="{86350D8D-BAAD-4C14-97CB-7F9434DBF8EE}" type="presParOf" srcId="{3BFCC4A1-0AF9-4459-9942-E63B3D177AB0}" destId="{22580AD0-2EDD-43B8-9E88-166C4DF122CE}" srcOrd="1" destOrd="0" presId="urn:microsoft.com/office/officeart/2008/layout/PictureStrips"/>
    <dgm:cxn modelId="{83721181-ADE8-4B71-8A90-848F64C95899}" type="presParOf" srcId="{1BCA1B62-41EB-4099-B550-F9FEF72B1EF1}" destId="{6213F435-D882-44C1-9553-8A4B25BF5BED}" srcOrd="1" destOrd="0" presId="urn:microsoft.com/office/officeart/2008/layout/PictureStrips"/>
    <dgm:cxn modelId="{92E7EC8B-020D-4E6E-9563-BB835DBCE8CF}" type="presParOf" srcId="{1BCA1B62-41EB-4099-B550-F9FEF72B1EF1}" destId="{E85541E3-A8BE-4B59-B906-F03F4D054A8D}" srcOrd="2" destOrd="0" presId="urn:microsoft.com/office/officeart/2008/layout/PictureStrips"/>
    <dgm:cxn modelId="{AC43B0A2-4D5B-493D-B9B6-6D7CD77CC743}" type="presParOf" srcId="{E85541E3-A8BE-4B59-B906-F03F4D054A8D}" destId="{0E015A7B-F094-49CE-B706-042E659A6A2B}" srcOrd="0" destOrd="0" presId="urn:microsoft.com/office/officeart/2008/layout/PictureStrips"/>
    <dgm:cxn modelId="{4FD266F5-9320-48D7-BDFD-B74ECDE205C1}" type="presParOf" srcId="{E85541E3-A8BE-4B59-B906-F03F4D054A8D}" destId="{94B3678D-892C-441A-B302-5B07ADA21553}" srcOrd="1" destOrd="0" presId="urn:microsoft.com/office/officeart/2008/layout/PictureStrips"/>
    <dgm:cxn modelId="{C4FA92E4-EC2E-47CA-8A47-CFAB2BA5A5B6}" type="presParOf" srcId="{1BCA1B62-41EB-4099-B550-F9FEF72B1EF1}" destId="{716FD752-B2C6-448C-A4E9-0DC5F0F342F6}" srcOrd="3" destOrd="0" presId="urn:microsoft.com/office/officeart/2008/layout/PictureStrips"/>
    <dgm:cxn modelId="{D9470776-DB87-40AB-A05B-9D3BBB2EB831}" type="presParOf" srcId="{1BCA1B62-41EB-4099-B550-F9FEF72B1EF1}" destId="{82F07D1E-8C04-4474-A2F6-74B32F23832A}" srcOrd="4" destOrd="0" presId="urn:microsoft.com/office/officeart/2008/layout/PictureStrips"/>
    <dgm:cxn modelId="{30D9C06D-01EA-410C-AB30-AE04068D7205}" type="presParOf" srcId="{82F07D1E-8C04-4474-A2F6-74B32F23832A}" destId="{E8C54551-BE9B-4008-8522-C922A37E5D81}" srcOrd="0" destOrd="0" presId="urn:microsoft.com/office/officeart/2008/layout/PictureStrips"/>
    <dgm:cxn modelId="{62BF7DF8-6024-48DF-9509-4D75EEB0E7ED}" type="presParOf" srcId="{82F07D1E-8C04-4474-A2F6-74B32F23832A}" destId="{40E4057D-EF68-4EF3-B9C1-EEED9D7A1A38}" srcOrd="1" destOrd="0" presId="urn:microsoft.com/office/officeart/2008/layout/PictureStrip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31D565B-B90E-4802-B3DD-9A37CD8F631F}" type="doc">
      <dgm:prSet loTypeId="urn:microsoft.com/office/officeart/2011/layout/Picture Frame" loCatId="picture" qsTypeId="urn:microsoft.com/office/officeart/2005/8/quickstyle/simple1" qsCatId="simple" csTypeId="urn:microsoft.com/office/officeart/2005/8/colors/accent6_4" csCatId="accent6" phldr="1"/>
      <dgm:spPr/>
      <dgm:t>
        <a:bodyPr/>
        <a:lstStyle/>
        <a:p>
          <a:endParaRPr lang="en-US"/>
        </a:p>
      </dgm:t>
    </dgm:pt>
    <dgm:pt modelId="{6250FD90-F42F-40AD-B55C-C3994F9180FA}">
      <dgm:prSet phldrT="[Text]" phldr="0"/>
      <dgm:spPr/>
      <dgm:t>
        <a:bodyPr/>
        <a:lstStyle/>
        <a:p>
          <a:r>
            <a:rPr lang="en-US" dirty="0"/>
            <a:t>Change Management Plan</a:t>
          </a:r>
        </a:p>
      </dgm:t>
    </dgm:pt>
    <dgm:pt modelId="{C2CA033A-C6CA-47B3-8BFE-C0D0C7FE2825}" type="parTrans" cxnId="{1096DFF2-EF88-4D06-801B-B2E299194D10}">
      <dgm:prSet/>
      <dgm:spPr/>
      <dgm:t>
        <a:bodyPr/>
        <a:lstStyle/>
        <a:p>
          <a:endParaRPr lang="en-US"/>
        </a:p>
      </dgm:t>
    </dgm:pt>
    <dgm:pt modelId="{DBB91B79-E559-4768-9D48-AC384EC5D4EE}" type="sibTrans" cxnId="{1096DFF2-EF88-4D06-801B-B2E299194D10}">
      <dgm:prSet/>
      <dgm:spPr/>
      <dgm:t>
        <a:bodyPr/>
        <a:lstStyle/>
        <a:p>
          <a:endParaRPr lang="en-US"/>
        </a:p>
      </dgm:t>
    </dgm:pt>
    <dgm:pt modelId="{E08AC97A-6966-4C3C-BEC5-5949CA4BAE9C}">
      <dgm:prSet phldrT="[Text]" phldr="0"/>
      <dgm:spPr/>
      <dgm:t>
        <a:bodyPr/>
        <a:lstStyle/>
        <a:p>
          <a:r>
            <a:rPr lang="en-US"/>
            <a:t>Employee Trainings</a:t>
          </a:r>
          <a:endParaRPr lang="en-US" dirty="0"/>
        </a:p>
      </dgm:t>
    </dgm:pt>
    <dgm:pt modelId="{63D93144-229D-4C44-81DF-41E5551A6213}" type="parTrans" cxnId="{973F324A-E31C-449B-B178-EBE8D0F1E7F7}">
      <dgm:prSet/>
      <dgm:spPr/>
      <dgm:t>
        <a:bodyPr/>
        <a:lstStyle/>
        <a:p>
          <a:endParaRPr lang="en-US"/>
        </a:p>
      </dgm:t>
    </dgm:pt>
    <dgm:pt modelId="{E8093531-DF14-4927-96ED-A79841FA0487}" type="sibTrans" cxnId="{973F324A-E31C-449B-B178-EBE8D0F1E7F7}">
      <dgm:prSet/>
      <dgm:spPr/>
      <dgm:t>
        <a:bodyPr/>
        <a:lstStyle/>
        <a:p>
          <a:endParaRPr lang="en-US"/>
        </a:p>
      </dgm:t>
    </dgm:pt>
    <dgm:pt modelId="{82621AC0-1315-41BB-9FF9-B12B68F24D57}" type="pres">
      <dgm:prSet presAssocID="{331D565B-B90E-4802-B3DD-9A37CD8F631F}" presName="Name0" presStyleCnt="0">
        <dgm:presLayoutVars>
          <dgm:chMax/>
          <dgm:chPref/>
          <dgm:dir/>
        </dgm:presLayoutVars>
      </dgm:prSet>
      <dgm:spPr/>
    </dgm:pt>
    <dgm:pt modelId="{BA4E8D07-2E03-4880-8222-735EB52AC159}" type="pres">
      <dgm:prSet presAssocID="{6250FD90-F42F-40AD-B55C-C3994F9180FA}" presName="composite" presStyleCnt="0"/>
      <dgm:spPr/>
    </dgm:pt>
    <dgm:pt modelId="{B96E81B7-D82C-466F-B243-2B40C9C0E287}" type="pres">
      <dgm:prSet presAssocID="{6250FD90-F42F-40AD-B55C-C3994F9180FA}" presName="ParentText" presStyleLbl="revTx" presStyleIdx="0" presStyleCnt="2">
        <dgm:presLayoutVars>
          <dgm:chMax val="0"/>
          <dgm:chPref val="0"/>
          <dgm:bulletEnabled val="1"/>
        </dgm:presLayoutVars>
      </dgm:prSet>
      <dgm:spPr/>
    </dgm:pt>
    <dgm:pt modelId="{3079F045-85EE-4581-B24D-C621E261D2BC}" type="pres">
      <dgm:prSet presAssocID="{6250FD90-F42F-40AD-B55C-C3994F9180FA}" presName="Accent1" presStyleLbl="parChTrans1D1" presStyleIdx="0" presStyleCnt="2"/>
      <dgm:spPr/>
    </dgm:pt>
    <dgm:pt modelId="{87A9F9DE-E90B-4A76-A345-C41DEF685E45}" type="pres">
      <dgm:prSet presAssocID="{6250FD90-F42F-40AD-B55C-C3994F9180FA}" presName="Image" presStyleLbl="alignImgPlac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t="-31000" b="-31000"/>
          </a:stretch>
        </a:blipFill>
      </dgm:spPr>
      <dgm:extLst>
        <a:ext uri="{E40237B7-FDA0-4F09-8148-C483321AD2D9}">
          <dgm14:cNvPr xmlns:dgm14="http://schemas.microsoft.com/office/drawing/2010/diagram" id="0" name="" descr="Blueprint with solid fill"/>
        </a:ext>
      </dgm:extLst>
    </dgm:pt>
    <dgm:pt modelId="{0B69BD41-B415-4C5E-B36D-9FDFD928D73B}" type="pres">
      <dgm:prSet presAssocID="{DBB91B79-E559-4768-9D48-AC384EC5D4EE}" presName="sibTrans" presStyleCnt="0"/>
      <dgm:spPr/>
    </dgm:pt>
    <dgm:pt modelId="{4A819C1B-0AC7-4906-9B9D-0096C75329C7}" type="pres">
      <dgm:prSet presAssocID="{E08AC97A-6966-4C3C-BEC5-5949CA4BAE9C}" presName="composite" presStyleCnt="0"/>
      <dgm:spPr/>
    </dgm:pt>
    <dgm:pt modelId="{2C487688-0941-4DD0-B72B-EA146F4D9789}" type="pres">
      <dgm:prSet presAssocID="{E08AC97A-6966-4C3C-BEC5-5949CA4BAE9C}" presName="ParentText" presStyleLbl="revTx" presStyleIdx="1" presStyleCnt="2">
        <dgm:presLayoutVars>
          <dgm:chMax val="0"/>
          <dgm:chPref val="0"/>
          <dgm:bulletEnabled val="1"/>
        </dgm:presLayoutVars>
      </dgm:prSet>
      <dgm:spPr/>
    </dgm:pt>
    <dgm:pt modelId="{F9B54C5C-CDEE-4B69-879D-4122AA80D48A}" type="pres">
      <dgm:prSet presAssocID="{E08AC97A-6966-4C3C-BEC5-5949CA4BAE9C}" presName="Accent1" presStyleLbl="parChTrans1D1" presStyleIdx="1" presStyleCnt="2"/>
      <dgm:spPr/>
    </dgm:pt>
    <dgm:pt modelId="{475D0818-A15A-4F3F-A084-C9B453B5ADDC}" type="pres">
      <dgm:prSet presAssocID="{E08AC97A-6966-4C3C-BEC5-5949CA4BAE9C}" presName="Image" presStyleLbl="alignImgPlac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dgm:spPr>
      <dgm:extLst>
        <a:ext uri="{E40237B7-FDA0-4F09-8148-C483321AD2D9}">
          <dgm14:cNvPr xmlns:dgm14="http://schemas.microsoft.com/office/drawing/2010/diagram" id="0" name="" descr="Teacher with solid fill"/>
        </a:ext>
      </dgm:extLst>
    </dgm:pt>
  </dgm:ptLst>
  <dgm:cxnLst>
    <dgm:cxn modelId="{D9882D0D-3B84-4F68-A5B4-3108F2590ADD}" type="presOf" srcId="{6250FD90-F42F-40AD-B55C-C3994F9180FA}" destId="{B96E81B7-D82C-466F-B243-2B40C9C0E287}" srcOrd="0" destOrd="0" presId="urn:microsoft.com/office/officeart/2011/layout/Picture Frame"/>
    <dgm:cxn modelId="{81AAE062-1E49-4E6C-9A20-A8FA36077A15}" type="presOf" srcId="{331D565B-B90E-4802-B3DD-9A37CD8F631F}" destId="{82621AC0-1315-41BB-9FF9-B12B68F24D57}" srcOrd="0" destOrd="0" presId="urn:microsoft.com/office/officeart/2011/layout/Picture Frame"/>
    <dgm:cxn modelId="{973F324A-E31C-449B-B178-EBE8D0F1E7F7}" srcId="{331D565B-B90E-4802-B3DD-9A37CD8F631F}" destId="{E08AC97A-6966-4C3C-BEC5-5949CA4BAE9C}" srcOrd="1" destOrd="0" parTransId="{63D93144-229D-4C44-81DF-41E5551A6213}" sibTransId="{E8093531-DF14-4927-96ED-A79841FA0487}"/>
    <dgm:cxn modelId="{1096DFF2-EF88-4D06-801B-B2E299194D10}" srcId="{331D565B-B90E-4802-B3DD-9A37CD8F631F}" destId="{6250FD90-F42F-40AD-B55C-C3994F9180FA}" srcOrd="0" destOrd="0" parTransId="{C2CA033A-C6CA-47B3-8BFE-C0D0C7FE2825}" sibTransId="{DBB91B79-E559-4768-9D48-AC384EC5D4EE}"/>
    <dgm:cxn modelId="{8132F7F4-8374-4AA2-B97D-C719ADD01DB3}" type="presOf" srcId="{E08AC97A-6966-4C3C-BEC5-5949CA4BAE9C}" destId="{2C487688-0941-4DD0-B72B-EA146F4D9789}" srcOrd="0" destOrd="0" presId="urn:microsoft.com/office/officeart/2011/layout/Picture Frame"/>
    <dgm:cxn modelId="{9CB7FEF9-E920-4F3B-BE72-E992115D845D}" type="presParOf" srcId="{82621AC0-1315-41BB-9FF9-B12B68F24D57}" destId="{BA4E8D07-2E03-4880-8222-735EB52AC159}" srcOrd="0" destOrd="0" presId="urn:microsoft.com/office/officeart/2011/layout/Picture Frame"/>
    <dgm:cxn modelId="{CC86BAB5-0B50-43E5-BA1D-A39BB0B65E14}" type="presParOf" srcId="{BA4E8D07-2E03-4880-8222-735EB52AC159}" destId="{B96E81B7-D82C-466F-B243-2B40C9C0E287}" srcOrd="0" destOrd="0" presId="urn:microsoft.com/office/officeart/2011/layout/Picture Frame"/>
    <dgm:cxn modelId="{A26A542F-84C1-42C1-9031-CC841A1B1DD2}" type="presParOf" srcId="{BA4E8D07-2E03-4880-8222-735EB52AC159}" destId="{3079F045-85EE-4581-B24D-C621E261D2BC}" srcOrd="1" destOrd="0" presId="urn:microsoft.com/office/officeart/2011/layout/Picture Frame"/>
    <dgm:cxn modelId="{98A5AC12-EFFB-4998-A4D9-0D99F6B8619F}" type="presParOf" srcId="{BA4E8D07-2E03-4880-8222-735EB52AC159}" destId="{87A9F9DE-E90B-4A76-A345-C41DEF685E45}" srcOrd="2" destOrd="0" presId="urn:microsoft.com/office/officeart/2011/layout/Picture Frame"/>
    <dgm:cxn modelId="{F7B11CD2-CFF4-4294-B386-000ABCE72983}" type="presParOf" srcId="{82621AC0-1315-41BB-9FF9-B12B68F24D57}" destId="{0B69BD41-B415-4C5E-B36D-9FDFD928D73B}" srcOrd="1" destOrd="0" presId="urn:microsoft.com/office/officeart/2011/layout/Picture Frame"/>
    <dgm:cxn modelId="{27AC53A5-0EC7-4F4B-ACA8-6FC02FA4F79B}" type="presParOf" srcId="{82621AC0-1315-41BB-9FF9-B12B68F24D57}" destId="{4A819C1B-0AC7-4906-9B9D-0096C75329C7}" srcOrd="2" destOrd="0" presId="urn:microsoft.com/office/officeart/2011/layout/Picture Frame"/>
    <dgm:cxn modelId="{A19428BE-9B4F-4386-8520-519086EEE46C}" type="presParOf" srcId="{4A819C1B-0AC7-4906-9B9D-0096C75329C7}" destId="{2C487688-0941-4DD0-B72B-EA146F4D9789}" srcOrd="0" destOrd="0" presId="urn:microsoft.com/office/officeart/2011/layout/Picture Frame"/>
    <dgm:cxn modelId="{ED292666-C550-4FD0-A10D-6EFC9321BBE2}" type="presParOf" srcId="{4A819C1B-0AC7-4906-9B9D-0096C75329C7}" destId="{F9B54C5C-CDEE-4B69-879D-4122AA80D48A}" srcOrd="1" destOrd="0" presId="urn:microsoft.com/office/officeart/2011/layout/Picture Frame"/>
    <dgm:cxn modelId="{4B118FCC-7F37-46FE-82C1-FA4C7F31450D}" type="presParOf" srcId="{4A819C1B-0AC7-4906-9B9D-0096C75329C7}" destId="{475D0818-A15A-4F3F-A084-C9B453B5ADDC}" srcOrd="2" destOrd="0" presId="urn:microsoft.com/office/officeart/2011/layout/Picture Fram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9ABDF-94F1-485D-ABD9-5B9781F6AC2D}">
      <dsp:nvSpPr>
        <dsp:cNvPr id="0" name=""/>
        <dsp:cNvSpPr/>
      </dsp:nvSpPr>
      <dsp:spPr>
        <a:xfrm>
          <a:off x="512823" y="1860"/>
          <a:ext cx="1354084" cy="1354084"/>
        </a:xfrm>
        <a:prstGeom prst="ellipse">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bg1"/>
              </a:solidFill>
            </a:rPr>
            <a:t>Advanced Network Technology</a:t>
          </a:r>
        </a:p>
      </dsp:txBody>
      <dsp:txXfrm>
        <a:off x="711124" y="200161"/>
        <a:ext cx="957482" cy="957482"/>
      </dsp:txXfrm>
    </dsp:sp>
    <dsp:sp modelId="{6AD54EA0-1F74-43AA-9F7B-3A531EFC5C52}">
      <dsp:nvSpPr>
        <dsp:cNvPr id="0" name=""/>
        <dsp:cNvSpPr/>
      </dsp:nvSpPr>
      <dsp:spPr>
        <a:xfrm>
          <a:off x="797181" y="1465896"/>
          <a:ext cx="785369" cy="785369"/>
        </a:xfrm>
        <a:prstGeom prst="mathPlus">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901282" y="1766221"/>
        <a:ext cx="577167" cy="184719"/>
      </dsp:txXfrm>
    </dsp:sp>
    <dsp:sp modelId="{9675D9DA-53AD-4C4E-BCF5-1AE061153220}">
      <dsp:nvSpPr>
        <dsp:cNvPr id="0" name=""/>
        <dsp:cNvSpPr/>
      </dsp:nvSpPr>
      <dsp:spPr>
        <a:xfrm>
          <a:off x="512823" y="2361217"/>
          <a:ext cx="1354084" cy="1354084"/>
        </a:xfrm>
        <a:prstGeom prst="ellipse">
          <a:avLst/>
        </a:prstGeom>
        <a:solidFill>
          <a:schemeClr val="accent1">
            <a:lumMod val="40000"/>
            <a:lumOff val="6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b="1" kern="1200" dirty="0">
              <a:solidFill>
                <a:schemeClr val="bg1"/>
              </a:solidFill>
            </a:rPr>
            <a:t>Misaligned</a:t>
          </a:r>
          <a:r>
            <a:rPr lang="en-US" sz="1500" kern="1200" dirty="0">
              <a:solidFill>
                <a:schemeClr val="bg1"/>
              </a:solidFill>
            </a:rPr>
            <a:t> Technician Assignments</a:t>
          </a:r>
        </a:p>
      </dsp:txBody>
      <dsp:txXfrm>
        <a:off x="711124" y="2559518"/>
        <a:ext cx="957482" cy="957482"/>
      </dsp:txXfrm>
    </dsp:sp>
    <dsp:sp modelId="{AC7F66F6-46BB-49C6-8B41-EC98A7E52B72}">
      <dsp:nvSpPr>
        <dsp:cNvPr id="0" name=""/>
        <dsp:cNvSpPr/>
      </dsp:nvSpPr>
      <dsp:spPr>
        <a:xfrm>
          <a:off x="2070020" y="1606721"/>
          <a:ext cx="430598" cy="503719"/>
        </a:xfrm>
        <a:prstGeom prst="rightArrow">
          <a:avLst>
            <a:gd name="adj1" fmla="val 60000"/>
            <a:gd name="adj2" fmla="val 50000"/>
          </a:avLst>
        </a:prstGeom>
        <a:solidFill>
          <a:schemeClr val="accent4">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2070020" y="1707465"/>
        <a:ext cx="301419" cy="302231"/>
      </dsp:txXfrm>
    </dsp:sp>
    <dsp:sp modelId="{67E0A14F-63CC-439B-8C40-950D370CDE9B}">
      <dsp:nvSpPr>
        <dsp:cNvPr id="0" name=""/>
        <dsp:cNvSpPr/>
      </dsp:nvSpPr>
      <dsp:spPr>
        <a:xfrm>
          <a:off x="2679359" y="504496"/>
          <a:ext cx="2708169" cy="2708169"/>
        </a:xfrm>
        <a:prstGeom prst="ellipse">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rPr>
            <a:t>Lost Trust &amp; Dissatisfaction</a:t>
          </a:r>
        </a:p>
        <a:p>
          <a:pPr marL="228600" lvl="1" indent="-228600" algn="ctr" defTabSz="889000">
            <a:lnSpc>
              <a:spcPct val="90000"/>
            </a:lnSpc>
            <a:spcBef>
              <a:spcPct val="0"/>
            </a:spcBef>
            <a:spcAft>
              <a:spcPct val="15000"/>
            </a:spcAft>
            <a:buChar char="•"/>
          </a:pPr>
          <a:r>
            <a:rPr lang="en-US" sz="2000" kern="1200" dirty="0">
              <a:solidFill>
                <a:schemeClr val="bg1"/>
              </a:solidFill>
            </a:rPr>
            <a:t>Losing </a:t>
          </a:r>
          <a:r>
            <a:rPr lang="en-US" sz="2000" b="1" kern="1200" dirty="0">
              <a:solidFill>
                <a:schemeClr val="bg1"/>
              </a:solidFill>
            </a:rPr>
            <a:t>$2.09 billion</a:t>
          </a:r>
          <a:r>
            <a:rPr lang="en-US" sz="2000" kern="1200" dirty="0">
              <a:solidFill>
                <a:schemeClr val="bg1"/>
              </a:solidFill>
            </a:rPr>
            <a:t>/year from churn*</a:t>
          </a:r>
        </a:p>
      </dsp:txBody>
      <dsp:txXfrm>
        <a:off x="3075961" y="901098"/>
        <a:ext cx="1914965" cy="19149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7D82D3-02F0-419C-862A-13E999653E22}">
      <dsp:nvSpPr>
        <dsp:cNvPr id="0" name=""/>
        <dsp:cNvSpPr/>
      </dsp:nvSpPr>
      <dsp:spPr>
        <a:xfrm>
          <a:off x="113782" y="599839"/>
          <a:ext cx="1318498" cy="710023"/>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sz="1600" kern="1200" dirty="0"/>
            <a:t>Task request</a:t>
          </a:r>
        </a:p>
      </dsp:txBody>
      <dsp:txXfrm>
        <a:off x="113782" y="599839"/>
        <a:ext cx="1318498" cy="490720"/>
      </dsp:txXfrm>
    </dsp:sp>
    <dsp:sp modelId="{26E2DB53-DFF1-4235-8F86-4184067A26FB}">
      <dsp:nvSpPr>
        <dsp:cNvPr id="0" name=""/>
        <dsp:cNvSpPr/>
      </dsp:nvSpPr>
      <dsp:spPr>
        <a:xfrm>
          <a:off x="349221" y="995782"/>
          <a:ext cx="1318498" cy="1443688"/>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FontTx/>
            <a:buChar char="-"/>
          </a:pPr>
          <a:r>
            <a:rPr lang="en-US" sz="1600" kern="1200" dirty="0"/>
            <a:t>Customer schedules technician service requests</a:t>
          </a:r>
        </a:p>
      </dsp:txBody>
      <dsp:txXfrm>
        <a:off x="387838" y="1034399"/>
        <a:ext cx="1241264" cy="1366454"/>
      </dsp:txXfrm>
    </dsp:sp>
    <dsp:sp modelId="{29345F63-C045-47FF-841E-0469DD9BAB98}">
      <dsp:nvSpPr>
        <dsp:cNvPr id="0" name=""/>
        <dsp:cNvSpPr/>
      </dsp:nvSpPr>
      <dsp:spPr>
        <a:xfrm rot="21579748">
          <a:off x="1619893" y="675065"/>
          <a:ext cx="397751" cy="327947"/>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1619894" y="740944"/>
        <a:ext cx="299367" cy="196769"/>
      </dsp:txXfrm>
    </dsp:sp>
    <dsp:sp modelId="{71D6746F-2EF7-475B-8E92-9C69D0813D5E}">
      <dsp:nvSpPr>
        <dsp:cNvPr id="0" name=""/>
        <dsp:cNvSpPr/>
      </dsp:nvSpPr>
      <dsp:spPr>
        <a:xfrm>
          <a:off x="2182743" y="578288"/>
          <a:ext cx="1440024" cy="736080"/>
        </a:xfrm>
        <a:prstGeom prst="roundRect">
          <a:avLst>
            <a:gd name="adj" fmla="val 10000"/>
          </a:avLst>
        </a:prstGeom>
        <a:solidFill>
          <a:schemeClr val="accent4">
            <a:hueOff val="-276512"/>
            <a:satOff val="-868"/>
            <a:lumOff val="-455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dirty="0"/>
            <a:t>Dispatcher assigns manually </a:t>
          </a:r>
        </a:p>
      </dsp:txBody>
      <dsp:txXfrm>
        <a:off x="2182743" y="578288"/>
        <a:ext cx="1440024" cy="508729"/>
      </dsp:txXfrm>
    </dsp:sp>
    <dsp:sp modelId="{F11AF00A-D95F-4C00-B989-BCF3BE3AEDEB}">
      <dsp:nvSpPr>
        <dsp:cNvPr id="0" name=""/>
        <dsp:cNvSpPr/>
      </dsp:nvSpPr>
      <dsp:spPr>
        <a:xfrm>
          <a:off x="2468383" y="1151116"/>
          <a:ext cx="1318498" cy="1104697"/>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276512"/>
              <a:satOff val="-868"/>
              <a:lumOff val="-455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FontTx/>
            <a:buChar char="-"/>
          </a:pPr>
          <a:r>
            <a:rPr lang="en-US" sz="1500" kern="1200" dirty="0"/>
            <a:t>Relies on availability or location only</a:t>
          </a:r>
        </a:p>
      </dsp:txBody>
      <dsp:txXfrm>
        <a:off x="2500738" y="1183471"/>
        <a:ext cx="1253788" cy="1039987"/>
      </dsp:txXfrm>
    </dsp:sp>
    <dsp:sp modelId="{6D7A0BBF-9F8C-4A6B-A8F8-34688F4D0BCC}">
      <dsp:nvSpPr>
        <dsp:cNvPr id="0" name=""/>
        <dsp:cNvSpPr/>
      </dsp:nvSpPr>
      <dsp:spPr>
        <a:xfrm rot="5072">
          <a:off x="3780695" y="670221"/>
          <a:ext cx="334807" cy="327947"/>
        </a:xfrm>
        <a:prstGeom prst="rightArrow">
          <a:avLst>
            <a:gd name="adj1" fmla="val 60000"/>
            <a:gd name="adj2" fmla="val 50000"/>
          </a:avLst>
        </a:prstGeom>
        <a:solidFill>
          <a:schemeClr val="accent4">
            <a:hueOff val="-368683"/>
            <a:satOff val="-1157"/>
            <a:lumOff val="-607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3780695" y="735737"/>
        <a:ext cx="236423" cy="196769"/>
      </dsp:txXfrm>
    </dsp:sp>
    <dsp:sp modelId="{427E87E7-8482-4626-81A7-A6A79D211653}">
      <dsp:nvSpPr>
        <dsp:cNvPr id="0" name=""/>
        <dsp:cNvSpPr/>
      </dsp:nvSpPr>
      <dsp:spPr>
        <a:xfrm>
          <a:off x="4254479" y="549777"/>
          <a:ext cx="1318498" cy="857526"/>
        </a:xfrm>
        <a:prstGeom prst="roundRect">
          <a:avLst>
            <a:gd name="adj" fmla="val 10000"/>
          </a:avLst>
        </a:prstGeom>
        <a:solidFill>
          <a:schemeClr val="accent4">
            <a:hueOff val="-553025"/>
            <a:satOff val="-1735"/>
            <a:lumOff val="-911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sz="1600" kern="1200" dirty="0"/>
            <a:t>Technician assigned randomly </a:t>
          </a:r>
        </a:p>
      </dsp:txBody>
      <dsp:txXfrm>
        <a:off x="4254479" y="549777"/>
        <a:ext cx="1318498" cy="571684"/>
      </dsp:txXfrm>
    </dsp:sp>
    <dsp:sp modelId="{1AF180F8-E441-4269-8A87-5F0348086CBD}">
      <dsp:nvSpPr>
        <dsp:cNvPr id="0" name=""/>
        <dsp:cNvSpPr/>
      </dsp:nvSpPr>
      <dsp:spPr>
        <a:xfrm>
          <a:off x="4574156" y="1298916"/>
          <a:ext cx="1318498" cy="710142"/>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553025"/>
              <a:satOff val="-1735"/>
              <a:lumOff val="-911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114300" lvl="1" indent="-114300" algn="l" defTabSz="666750">
            <a:lnSpc>
              <a:spcPct val="90000"/>
            </a:lnSpc>
            <a:spcBef>
              <a:spcPct val="0"/>
            </a:spcBef>
            <a:spcAft>
              <a:spcPct val="15000"/>
            </a:spcAft>
            <a:buFontTx/>
            <a:buChar char="-"/>
          </a:pPr>
          <a:r>
            <a:rPr lang="en-US" sz="1500" kern="1200" dirty="0"/>
            <a:t>Frequent mismatches</a:t>
          </a:r>
        </a:p>
      </dsp:txBody>
      <dsp:txXfrm>
        <a:off x="4594955" y="1319715"/>
        <a:ext cx="1276900" cy="668544"/>
      </dsp:txXfrm>
    </dsp:sp>
    <dsp:sp modelId="{BFF7EE14-AF04-4327-A5DB-535B3C98452F}">
      <dsp:nvSpPr>
        <dsp:cNvPr id="0" name=""/>
        <dsp:cNvSpPr/>
      </dsp:nvSpPr>
      <dsp:spPr>
        <a:xfrm rot="111856">
          <a:off x="5790591" y="707704"/>
          <a:ext cx="461846" cy="327947"/>
        </a:xfrm>
        <a:prstGeom prst="rightArrow">
          <a:avLst>
            <a:gd name="adj1" fmla="val 60000"/>
            <a:gd name="adj2" fmla="val 50000"/>
          </a:avLst>
        </a:prstGeom>
        <a:solidFill>
          <a:schemeClr val="accent4">
            <a:hueOff val="-737366"/>
            <a:satOff val="-2313"/>
            <a:lumOff val="-1215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5790617" y="771693"/>
        <a:ext cx="363462" cy="196769"/>
      </dsp:txXfrm>
    </dsp:sp>
    <dsp:sp modelId="{969FA144-7833-488F-A55A-1F624475AC0E}">
      <dsp:nvSpPr>
        <dsp:cNvPr id="0" name=""/>
        <dsp:cNvSpPr/>
      </dsp:nvSpPr>
      <dsp:spPr>
        <a:xfrm>
          <a:off x="6443923" y="652520"/>
          <a:ext cx="1318498" cy="763093"/>
        </a:xfrm>
        <a:prstGeom prst="roundRect">
          <a:avLst>
            <a:gd name="adj" fmla="val 10000"/>
          </a:avLst>
        </a:prstGeom>
        <a:solidFill>
          <a:schemeClr val="accent4">
            <a:hueOff val="-829537"/>
            <a:satOff val="-2603"/>
            <a:lumOff val="-13676"/>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688975">
            <a:lnSpc>
              <a:spcPct val="90000"/>
            </a:lnSpc>
            <a:spcBef>
              <a:spcPct val="0"/>
            </a:spcBef>
            <a:spcAft>
              <a:spcPct val="35000"/>
            </a:spcAft>
            <a:buNone/>
          </a:pPr>
          <a:r>
            <a:rPr lang="en-US" sz="1550" kern="1200" dirty="0"/>
            <a:t>Task execution </a:t>
          </a:r>
        </a:p>
      </dsp:txBody>
      <dsp:txXfrm>
        <a:off x="6443923" y="652520"/>
        <a:ext cx="1318498" cy="508729"/>
      </dsp:txXfrm>
    </dsp:sp>
    <dsp:sp modelId="{86F3F724-5FD4-4993-A935-D47E380DF994}">
      <dsp:nvSpPr>
        <dsp:cNvPr id="0" name=""/>
        <dsp:cNvSpPr/>
      </dsp:nvSpPr>
      <dsp:spPr>
        <a:xfrm>
          <a:off x="6679929" y="1204089"/>
          <a:ext cx="1318498" cy="712286"/>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829537"/>
              <a:satOff val="-2603"/>
              <a:lumOff val="-1367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Tx/>
            <a:buChar char="-"/>
          </a:pPr>
          <a:r>
            <a:rPr lang="en-US" sz="1400" kern="1200" dirty="0"/>
            <a:t>Technician frustration &amp; burnout</a:t>
          </a:r>
        </a:p>
      </dsp:txBody>
      <dsp:txXfrm>
        <a:off x="6700791" y="1224951"/>
        <a:ext cx="1276774" cy="670562"/>
      </dsp:txXfrm>
    </dsp:sp>
    <dsp:sp modelId="{0E3CEF6E-9B86-46C4-9854-03CB70332758}">
      <dsp:nvSpPr>
        <dsp:cNvPr id="0" name=""/>
        <dsp:cNvSpPr/>
      </dsp:nvSpPr>
      <dsp:spPr>
        <a:xfrm rot="21553896">
          <a:off x="7956430" y="728708"/>
          <a:ext cx="411373" cy="327947"/>
        </a:xfrm>
        <a:prstGeom prst="rightArrow">
          <a:avLst>
            <a:gd name="adj1" fmla="val 60000"/>
            <a:gd name="adj2" fmla="val 50000"/>
          </a:avLst>
        </a:prstGeom>
        <a:solidFill>
          <a:schemeClr val="accent4">
            <a:hueOff val="-1106049"/>
            <a:satOff val="-3470"/>
            <a:lumOff val="-1823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en-US" sz="400" kern="1200"/>
        </a:p>
      </dsp:txBody>
      <dsp:txXfrm>
        <a:off x="7956434" y="794957"/>
        <a:ext cx="312989" cy="196769"/>
      </dsp:txXfrm>
    </dsp:sp>
    <dsp:sp modelId="{A67D30E2-05ED-4949-B9CB-52F7AD647B2B}">
      <dsp:nvSpPr>
        <dsp:cNvPr id="0" name=""/>
        <dsp:cNvSpPr/>
      </dsp:nvSpPr>
      <dsp:spPr>
        <a:xfrm>
          <a:off x="8538529" y="624438"/>
          <a:ext cx="1316992" cy="763093"/>
        </a:xfrm>
        <a:prstGeom prst="roundRect">
          <a:avLst>
            <a:gd name="adj" fmla="val 10000"/>
          </a:avLst>
        </a:prstGeom>
        <a:solidFill>
          <a:schemeClr val="accent4">
            <a:hueOff val="-1106049"/>
            <a:satOff val="-3470"/>
            <a:lumOff val="-1823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sz="1800" kern="1200" dirty="0"/>
            <a:t>Outcome</a:t>
          </a:r>
        </a:p>
      </dsp:txBody>
      <dsp:txXfrm>
        <a:off x="8538529" y="624438"/>
        <a:ext cx="1316992" cy="508729"/>
      </dsp:txXfrm>
    </dsp:sp>
    <dsp:sp modelId="{52124CBC-0F76-48B5-9E0E-3FE2EB0F1567}">
      <dsp:nvSpPr>
        <dsp:cNvPr id="0" name=""/>
        <dsp:cNvSpPr/>
      </dsp:nvSpPr>
      <dsp:spPr>
        <a:xfrm>
          <a:off x="8808011" y="1234002"/>
          <a:ext cx="1316992" cy="824615"/>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1106049"/>
              <a:satOff val="-3470"/>
              <a:lumOff val="-18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FontTx/>
            <a:buChar char="-"/>
          </a:pPr>
          <a:r>
            <a:rPr lang="en-US" sz="1600" kern="1200" dirty="0"/>
            <a:t>Customer frustration</a:t>
          </a:r>
        </a:p>
      </dsp:txBody>
      <dsp:txXfrm>
        <a:off x="8832163" y="1258154"/>
        <a:ext cx="1268688" cy="7763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868EE7-0729-4387-ACC6-AA97F145B758}">
      <dsp:nvSpPr>
        <dsp:cNvPr id="0" name=""/>
        <dsp:cNvSpPr/>
      </dsp:nvSpPr>
      <dsp:spPr>
        <a:xfrm>
          <a:off x="662051" y="687607"/>
          <a:ext cx="1233785" cy="822934"/>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Expertise Match Rate</a:t>
          </a:r>
        </a:p>
      </dsp:txBody>
      <dsp:txXfrm>
        <a:off x="859456" y="687607"/>
        <a:ext cx="1036379" cy="822934"/>
      </dsp:txXfrm>
    </dsp:sp>
    <dsp:sp modelId="{FE7F598B-6C42-43BD-9C70-F775B81E9E7B}">
      <dsp:nvSpPr>
        <dsp:cNvPr id="0" name=""/>
        <dsp:cNvSpPr/>
      </dsp:nvSpPr>
      <dsp:spPr>
        <a:xfrm>
          <a:off x="4032" y="358598"/>
          <a:ext cx="822523" cy="82252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kern="1200" dirty="0"/>
            <a:t>58%</a:t>
          </a:r>
        </a:p>
      </dsp:txBody>
      <dsp:txXfrm>
        <a:off x="124488" y="479054"/>
        <a:ext cx="581611" cy="581611"/>
      </dsp:txXfrm>
    </dsp:sp>
    <dsp:sp modelId="{8815A827-B2A2-46C2-B9A4-209F2720CC8D}">
      <dsp:nvSpPr>
        <dsp:cNvPr id="0" name=""/>
        <dsp:cNvSpPr/>
      </dsp:nvSpPr>
      <dsp:spPr>
        <a:xfrm>
          <a:off x="2718359" y="687607"/>
          <a:ext cx="1233785" cy="822934"/>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Task Completion Rate</a:t>
          </a:r>
        </a:p>
      </dsp:txBody>
      <dsp:txXfrm>
        <a:off x="2915765" y="687607"/>
        <a:ext cx="1036379" cy="822934"/>
      </dsp:txXfrm>
    </dsp:sp>
    <dsp:sp modelId="{7B717EE1-3C95-4008-8FDE-1B647F94D66F}">
      <dsp:nvSpPr>
        <dsp:cNvPr id="0" name=""/>
        <dsp:cNvSpPr/>
      </dsp:nvSpPr>
      <dsp:spPr>
        <a:xfrm>
          <a:off x="2060341" y="358598"/>
          <a:ext cx="822523" cy="82252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kern="1200" dirty="0"/>
            <a:t>58%</a:t>
          </a:r>
        </a:p>
      </dsp:txBody>
      <dsp:txXfrm>
        <a:off x="2180797" y="479054"/>
        <a:ext cx="581611" cy="581611"/>
      </dsp:txXfrm>
    </dsp:sp>
    <dsp:sp modelId="{C725CD0C-7382-4E71-8825-8D7F2868B5C2}">
      <dsp:nvSpPr>
        <dsp:cNvPr id="0" name=""/>
        <dsp:cNvSpPr/>
      </dsp:nvSpPr>
      <dsp:spPr>
        <a:xfrm>
          <a:off x="4774668" y="687607"/>
          <a:ext cx="1233785" cy="822934"/>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Total Penalty Cost for Delays</a:t>
          </a:r>
        </a:p>
      </dsp:txBody>
      <dsp:txXfrm>
        <a:off x="4972074" y="687607"/>
        <a:ext cx="1036379" cy="822934"/>
      </dsp:txXfrm>
    </dsp:sp>
    <dsp:sp modelId="{2AFF3D1C-16C6-4285-9446-AA45439E44A8}">
      <dsp:nvSpPr>
        <dsp:cNvPr id="0" name=""/>
        <dsp:cNvSpPr/>
      </dsp:nvSpPr>
      <dsp:spPr>
        <a:xfrm>
          <a:off x="4065447" y="319479"/>
          <a:ext cx="881728" cy="82252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r>
            <a:rPr lang="en-US" sz="1600" kern="1200" dirty="0"/>
            <a:t>$16.8K</a:t>
          </a:r>
        </a:p>
      </dsp:txBody>
      <dsp:txXfrm>
        <a:off x="4194573" y="439935"/>
        <a:ext cx="623476" cy="581611"/>
      </dsp:txXfrm>
    </dsp:sp>
    <dsp:sp modelId="{F280C316-3B76-4BCE-9C73-202EDEA4C93D}">
      <dsp:nvSpPr>
        <dsp:cNvPr id="0" name=""/>
        <dsp:cNvSpPr/>
      </dsp:nvSpPr>
      <dsp:spPr>
        <a:xfrm>
          <a:off x="6890182" y="687607"/>
          <a:ext cx="1233785" cy="822934"/>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0" tIns="99568" rIns="99568" bIns="99568" numCol="1" spcCol="1270" anchor="ctr" anchorCtr="0">
          <a:noAutofit/>
        </a:bodyPr>
        <a:lstStyle/>
        <a:p>
          <a:pPr marL="0" lvl="0" indent="0" algn="l" defTabSz="622300">
            <a:lnSpc>
              <a:spcPct val="90000"/>
            </a:lnSpc>
            <a:spcBef>
              <a:spcPct val="0"/>
            </a:spcBef>
            <a:spcAft>
              <a:spcPct val="35000"/>
            </a:spcAft>
            <a:buNone/>
          </a:pPr>
          <a:r>
            <a:rPr lang="en-US" sz="1400" kern="1200" dirty="0"/>
            <a:t>Customer Satisfaction Score</a:t>
          </a:r>
        </a:p>
      </dsp:txBody>
      <dsp:txXfrm>
        <a:off x="7087587" y="687607"/>
        <a:ext cx="1036379" cy="822934"/>
      </dsp:txXfrm>
    </dsp:sp>
    <dsp:sp modelId="{D521A7E5-A2BB-4BB0-A5BA-ACBEC632E650}">
      <dsp:nvSpPr>
        <dsp:cNvPr id="0" name=""/>
        <dsp:cNvSpPr/>
      </dsp:nvSpPr>
      <dsp:spPr>
        <a:xfrm>
          <a:off x="6232163" y="358598"/>
          <a:ext cx="822523" cy="822523"/>
        </a:xfrm>
        <a:prstGeom prst="ellipse">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r>
            <a:rPr lang="en-US" sz="2300" kern="1200" dirty="0"/>
            <a:t>3.06</a:t>
          </a:r>
        </a:p>
      </dsp:txBody>
      <dsp:txXfrm>
        <a:off x="6352619" y="479054"/>
        <a:ext cx="581611" cy="5816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E6E9E7-2AC4-42E1-B8C3-EBA31F4B53FE}">
      <dsp:nvSpPr>
        <dsp:cNvPr id="0" name=""/>
        <dsp:cNvSpPr/>
      </dsp:nvSpPr>
      <dsp:spPr>
        <a:xfrm>
          <a:off x="1142" y="0"/>
          <a:ext cx="2970526" cy="453122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Financial</a:t>
          </a:r>
        </a:p>
      </dsp:txBody>
      <dsp:txXfrm>
        <a:off x="1142" y="0"/>
        <a:ext cx="2970526" cy="1359367"/>
      </dsp:txXfrm>
    </dsp:sp>
    <dsp:sp modelId="{AC28C1E0-E8FD-47D7-8E57-78E0B2192CDD}">
      <dsp:nvSpPr>
        <dsp:cNvPr id="0" name=""/>
        <dsp:cNvSpPr/>
      </dsp:nvSpPr>
      <dsp:spPr>
        <a:xfrm>
          <a:off x="298195" y="1359754"/>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b="1" kern="1200" dirty="0"/>
            <a:t>Rework costs</a:t>
          </a:r>
          <a:r>
            <a:rPr lang="en-US" sz="1600" kern="1200" dirty="0"/>
            <a:t> from failed assignments</a:t>
          </a:r>
        </a:p>
      </dsp:txBody>
      <dsp:txXfrm>
        <a:off x="324268" y="1385827"/>
        <a:ext cx="2324274" cy="838058"/>
      </dsp:txXfrm>
    </dsp:sp>
    <dsp:sp modelId="{6EC631FA-DB0C-49B2-B647-D077F8FD855D}">
      <dsp:nvSpPr>
        <dsp:cNvPr id="0" name=""/>
        <dsp:cNvSpPr/>
      </dsp:nvSpPr>
      <dsp:spPr>
        <a:xfrm>
          <a:off x="298195" y="2386914"/>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Revenue loss due to </a:t>
          </a:r>
          <a:r>
            <a:rPr lang="en-US" sz="1600" b="1" kern="1200" dirty="0"/>
            <a:t>missed SLAs and churn</a:t>
          </a:r>
          <a:r>
            <a:rPr lang="en-US" sz="1600" kern="1200" dirty="0"/>
            <a:t> from dissatisfied customers</a:t>
          </a:r>
        </a:p>
      </dsp:txBody>
      <dsp:txXfrm>
        <a:off x="324268" y="2412987"/>
        <a:ext cx="2324274" cy="838058"/>
      </dsp:txXfrm>
    </dsp:sp>
    <dsp:sp modelId="{91E16534-DB26-40F9-815C-3D6AB6F0D9D8}">
      <dsp:nvSpPr>
        <dsp:cNvPr id="0" name=""/>
        <dsp:cNvSpPr/>
      </dsp:nvSpPr>
      <dsp:spPr>
        <a:xfrm>
          <a:off x="298195" y="3414073"/>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Inability to scale </a:t>
          </a:r>
          <a:r>
            <a:rPr lang="en-US" sz="1600" b="0" kern="1200" dirty="0"/>
            <a:t>and</a:t>
          </a:r>
          <a:r>
            <a:rPr lang="en-US" sz="1600" b="1" kern="1200" dirty="0"/>
            <a:t> lose industry competitiveness</a:t>
          </a:r>
          <a:endParaRPr lang="en-US" sz="1600" kern="1200" dirty="0"/>
        </a:p>
      </dsp:txBody>
      <dsp:txXfrm>
        <a:off x="324268" y="3440146"/>
        <a:ext cx="2324274" cy="838058"/>
      </dsp:txXfrm>
    </dsp:sp>
    <dsp:sp modelId="{FDA1D751-0A16-4956-942D-F42D94E50972}">
      <dsp:nvSpPr>
        <dsp:cNvPr id="0" name=""/>
        <dsp:cNvSpPr/>
      </dsp:nvSpPr>
      <dsp:spPr>
        <a:xfrm>
          <a:off x="3194457" y="0"/>
          <a:ext cx="2970526" cy="453122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Operational</a:t>
          </a:r>
        </a:p>
      </dsp:txBody>
      <dsp:txXfrm>
        <a:off x="3194457" y="0"/>
        <a:ext cx="2970526" cy="1359367"/>
      </dsp:txXfrm>
    </dsp:sp>
    <dsp:sp modelId="{85B8FB2C-7491-48EB-8AF8-923632D5CA52}">
      <dsp:nvSpPr>
        <dsp:cNvPr id="0" name=""/>
        <dsp:cNvSpPr/>
      </dsp:nvSpPr>
      <dsp:spPr>
        <a:xfrm>
          <a:off x="3491510" y="1359754"/>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b="1" kern="1200" dirty="0"/>
            <a:t>Inefficient scheduling</a:t>
          </a:r>
          <a:r>
            <a:rPr lang="en-US" sz="1600" kern="1200" dirty="0"/>
            <a:t> → technician idle time and misallocations</a:t>
          </a:r>
        </a:p>
      </dsp:txBody>
      <dsp:txXfrm>
        <a:off x="3517583" y="1385827"/>
        <a:ext cx="2324274" cy="838058"/>
      </dsp:txXfrm>
    </dsp:sp>
    <dsp:sp modelId="{D83BDF92-E922-4211-A911-D70E8FAE146C}">
      <dsp:nvSpPr>
        <dsp:cNvPr id="0" name=""/>
        <dsp:cNvSpPr/>
      </dsp:nvSpPr>
      <dsp:spPr>
        <a:xfrm>
          <a:off x="3491510" y="2386914"/>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Increased </a:t>
          </a:r>
          <a:r>
            <a:rPr lang="en-US" sz="1600" b="1" kern="1200" dirty="0"/>
            <a:t>turnover and burnout</a:t>
          </a:r>
          <a:endParaRPr lang="en-US" sz="1600" kern="1200" dirty="0"/>
        </a:p>
      </dsp:txBody>
      <dsp:txXfrm>
        <a:off x="3517583" y="2412987"/>
        <a:ext cx="2324274" cy="838058"/>
      </dsp:txXfrm>
    </dsp:sp>
    <dsp:sp modelId="{D729EA07-F73E-4F55-9735-952CA26F3491}">
      <dsp:nvSpPr>
        <dsp:cNvPr id="0" name=""/>
        <dsp:cNvSpPr/>
      </dsp:nvSpPr>
      <dsp:spPr>
        <a:xfrm>
          <a:off x="3491510" y="3414073"/>
          <a:ext cx="2376420" cy="890204"/>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b="1" kern="1200" dirty="0"/>
            <a:t>Stagnant service capacity</a:t>
          </a:r>
          <a:r>
            <a:rPr lang="en-US" sz="1600" kern="1200" dirty="0"/>
            <a:t> </a:t>
          </a:r>
        </a:p>
      </dsp:txBody>
      <dsp:txXfrm>
        <a:off x="3517583" y="3440146"/>
        <a:ext cx="2324274" cy="838058"/>
      </dsp:txXfrm>
    </dsp:sp>
    <dsp:sp modelId="{2ECAA9B4-E0BA-49C3-92DB-93F14044E9C9}">
      <dsp:nvSpPr>
        <dsp:cNvPr id="0" name=""/>
        <dsp:cNvSpPr/>
      </dsp:nvSpPr>
      <dsp:spPr>
        <a:xfrm>
          <a:off x="6388915" y="0"/>
          <a:ext cx="2970526" cy="4531226"/>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a:t>Reputational</a:t>
          </a:r>
        </a:p>
      </dsp:txBody>
      <dsp:txXfrm>
        <a:off x="6388915" y="0"/>
        <a:ext cx="2970526" cy="1359367"/>
      </dsp:txXfrm>
    </dsp:sp>
    <dsp:sp modelId="{5F04DBFE-84B6-4A92-B059-25A26F9CDB55}">
      <dsp:nvSpPr>
        <dsp:cNvPr id="0" name=""/>
        <dsp:cNvSpPr/>
      </dsp:nvSpPr>
      <dsp:spPr>
        <a:xfrm>
          <a:off x="6684826" y="1360695"/>
          <a:ext cx="2376420" cy="1366226"/>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Decline in </a:t>
          </a:r>
          <a:r>
            <a:rPr lang="en-US" sz="1600" b="1" kern="1200" dirty="0"/>
            <a:t>customer trust </a:t>
          </a:r>
          <a:r>
            <a:rPr lang="en-US" sz="1600" kern="1200" dirty="0"/>
            <a:t>and satisfaction scores</a:t>
          </a:r>
        </a:p>
      </dsp:txBody>
      <dsp:txXfrm>
        <a:off x="6724841" y="1400710"/>
        <a:ext cx="2296390" cy="1286196"/>
      </dsp:txXfrm>
    </dsp:sp>
    <dsp:sp modelId="{A0020B70-7823-49A6-A3CC-E5C371B7324D}">
      <dsp:nvSpPr>
        <dsp:cNvPr id="0" name=""/>
        <dsp:cNvSpPr/>
      </dsp:nvSpPr>
      <dsp:spPr>
        <a:xfrm>
          <a:off x="6684826" y="2937110"/>
          <a:ext cx="2376420" cy="1366226"/>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30480" rIns="40640" bIns="30480" numCol="1" spcCol="1270" anchor="ctr" anchorCtr="0">
          <a:noAutofit/>
        </a:bodyPr>
        <a:lstStyle/>
        <a:p>
          <a:pPr marL="0" lvl="0" indent="0" algn="ctr" defTabSz="711200">
            <a:lnSpc>
              <a:spcPct val="90000"/>
            </a:lnSpc>
            <a:spcBef>
              <a:spcPct val="0"/>
            </a:spcBef>
            <a:spcAft>
              <a:spcPct val="35000"/>
            </a:spcAft>
            <a:buFontTx/>
            <a:buNone/>
          </a:pPr>
          <a:r>
            <a:rPr lang="en-US" sz="1600" kern="1200" dirty="0"/>
            <a:t>Risk </a:t>
          </a:r>
          <a:r>
            <a:rPr lang="en-US" sz="1600" b="1" kern="1200" dirty="0"/>
            <a:t>of negative reviews</a:t>
          </a:r>
          <a:r>
            <a:rPr lang="en-US" sz="1600" kern="1200" dirty="0"/>
            <a:t>, regulatory scrutiny,</a:t>
          </a:r>
          <a:r>
            <a:rPr lang="en-US" sz="1600" b="1" kern="1200" dirty="0"/>
            <a:t> </a:t>
          </a:r>
          <a:r>
            <a:rPr lang="en-US" sz="1600" b="0" kern="1200" dirty="0"/>
            <a:t>or </a:t>
          </a:r>
          <a:r>
            <a:rPr lang="en-US" sz="1600" b="1" kern="1200" dirty="0"/>
            <a:t>union action</a:t>
          </a:r>
          <a:endParaRPr lang="en-US" sz="1600" kern="1200" dirty="0"/>
        </a:p>
      </dsp:txBody>
      <dsp:txXfrm>
        <a:off x="6724841" y="2977125"/>
        <a:ext cx="2296390" cy="12861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F3BF49-A404-4084-88D9-B4564F8134AD}">
      <dsp:nvSpPr>
        <dsp:cNvPr id="0" name=""/>
        <dsp:cNvSpPr/>
      </dsp:nvSpPr>
      <dsp:spPr>
        <a:xfrm>
          <a:off x="2670179" y="1515519"/>
          <a:ext cx="2280268" cy="1432932"/>
        </a:xfrm>
        <a:prstGeom prst="roundRect">
          <a:avLst/>
        </a:prstGeom>
        <a:solidFill>
          <a:schemeClr val="tx2">
            <a:lumMod val="20000"/>
            <a:lumOff val="8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kern="1200" dirty="0">
              <a:solidFill>
                <a:schemeClr val="bg1"/>
              </a:solidFill>
            </a:rPr>
            <a:t>Automated Task Assignment System</a:t>
          </a:r>
        </a:p>
      </dsp:txBody>
      <dsp:txXfrm>
        <a:off x="2740129" y="1585469"/>
        <a:ext cx="2140368" cy="1293032"/>
      </dsp:txXfrm>
    </dsp:sp>
    <dsp:sp modelId="{C21BD58D-3282-4918-B3E2-D242D16B4D44}">
      <dsp:nvSpPr>
        <dsp:cNvPr id="0" name=""/>
        <dsp:cNvSpPr/>
      </dsp:nvSpPr>
      <dsp:spPr>
        <a:xfrm rot="9486405">
          <a:off x="1733389" y="2871348"/>
          <a:ext cx="971834" cy="0"/>
        </a:xfrm>
        <a:custGeom>
          <a:avLst/>
          <a:gdLst/>
          <a:ahLst/>
          <a:cxnLst/>
          <a:rect l="0" t="0" r="0" b="0"/>
          <a:pathLst>
            <a:path>
              <a:moveTo>
                <a:pt x="0" y="0"/>
              </a:moveTo>
              <a:lnTo>
                <a:pt x="971834" y="0"/>
              </a:lnTo>
            </a:path>
          </a:pathLst>
        </a:cu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4E39B0C-FC33-44DF-A7BE-B6596D629637}">
      <dsp:nvSpPr>
        <dsp:cNvPr id="0" name=""/>
        <dsp:cNvSpPr/>
      </dsp:nvSpPr>
      <dsp:spPr>
        <a:xfrm>
          <a:off x="412502" y="3052536"/>
          <a:ext cx="1572883" cy="457710"/>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b="0" kern="1200" dirty="0">
              <a:solidFill>
                <a:schemeClr val="bg1"/>
              </a:solidFill>
            </a:rPr>
            <a:t>Improved UI</a:t>
          </a:r>
        </a:p>
      </dsp:txBody>
      <dsp:txXfrm>
        <a:off x="434846" y="3074880"/>
        <a:ext cx="1528195" cy="413022"/>
      </dsp:txXfrm>
    </dsp:sp>
    <dsp:sp modelId="{9332C759-E85E-4E97-B569-C2CE3A86D95C}">
      <dsp:nvSpPr>
        <dsp:cNvPr id="0" name=""/>
        <dsp:cNvSpPr/>
      </dsp:nvSpPr>
      <dsp:spPr>
        <a:xfrm rot="11632855">
          <a:off x="1969939" y="1864993"/>
          <a:ext cx="710616" cy="0"/>
        </a:xfrm>
        <a:custGeom>
          <a:avLst/>
          <a:gdLst/>
          <a:ahLst/>
          <a:cxnLst/>
          <a:rect l="0" t="0" r="0" b="0"/>
          <a:pathLst>
            <a:path>
              <a:moveTo>
                <a:pt x="0" y="0"/>
              </a:moveTo>
              <a:lnTo>
                <a:pt x="710616" y="0"/>
              </a:lnTo>
            </a:path>
          </a:pathLst>
        </a:cu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FDF3780-96DC-4DD7-A1BE-3AE8EFE1C0D3}">
      <dsp:nvSpPr>
        <dsp:cNvPr id="0" name=""/>
        <dsp:cNvSpPr/>
      </dsp:nvSpPr>
      <dsp:spPr>
        <a:xfrm>
          <a:off x="336714" y="1213644"/>
          <a:ext cx="1643602" cy="726049"/>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933450">
            <a:lnSpc>
              <a:spcPct val="90000"/>
            </a:lnSpc>
            <a:spcBef>
              <a:spcPct val="0"/>
            </a:spcBef>
            <a:spcAft>
              <a:spcPct val="35000"/>
            </a:spcAft>
            <a:buNone/>
          </a:pPr>
          <a:r>
            <a:rPr lang="en-US" sz="2100" b="0" kern="1200" dirty="0">
              <a:solidFill>
                <a:schemeClr val="bg1"/>
              </a:solidFill>
            </a:rPr>
            <a:t>ML Matching Algorithm</a:t>
          </a:r>
        </a:p>
      </dsp:txBody>
      <dsp:txXfrm>
        <a:off x="372157" y="1249087"/>
        <a:ext cx="1572716" cy="655163"/>
      </dsp:txXfrm>
    </dsp:sp>
    <dsp:sp modelId="{F9ABF9A7-2A47-4085-9D4B-4E7700E2A760}">
      <dsp:nvSpPr>
        <dsp:cNvPr id="0" name=""/>
        <dsp:cNvSpPr/>
      </dsp:nvSpPr>
      <dsp:spPr>
        <a:xfrm rot="16046408">
          <a:off x="3476689" y="1227108"/>
          <a:ext cx="577397" cy="0"/>
        </a:xfrm>
        <a:custGeom>
          <a:avLst/>
          <a:gdLst/>
          <a:ahLst/>
          <a:cxnLst/>
          <a:rect l="0" t="0" r="0" b="0"/>
          <a:pathLst>
            <a:path>
              <a:moveTo>
                <a:pt x="0" y="0"/>
              </a:moveTo>
              <a:lnTo>
                <a:pt x="577397" y="0"/>
              </a:lnTo>
            </a:path>
          </a:pathLst>
        </a:cu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F9463A5-FFA3-4E71-A7DD-EE9F884B4A9B}">
      <dsp:nvSpPr>
        <dsp:cNvPr id="0" name=""/>
        <dsp:cNvSpPr/>
      </dsp:nvSpPr>
      <dsp:spPr>
        <a:xfrm>
          <a:off x="2680089" y="222642"/>
          <a:ext cx="2112795" cy="716054"/>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933450">
            <a:lnSpc>
              <a:spcPct val="90000"/>
            </a:lnSpc>
            <a:spcBef>
              <a:spcPct val="0"/>
            </a:spcBef>
            <a:spcAft>
              <a:spcPct val="35000"/>
            </a:spcAft>
            <a:buNone/>
          </a:pPr>
          <a:r>
            <a:rPr lang="en-US" sz="2100" b="0" kern="1200" dirty="0">
              <a:solidFill>
                <a:schemeClr val="bg1"/>
              </a:solidFill>
            </a:rPr>
            <a:t>Robust Database &amp; Pipeline</a:t>
          </a:r>
        </a:p>
      </dsp:txBody>
      <dsp:txXfrm>
        <a:off x="2715044" y="257597"/>
        <a:ext cx="2042885" cy="646144"/>
      </dsp:txXfrm>
    </dsp:sp>
    <dsp:sp modelId="{7475F6C8-0C4B-4B14-917D-A6FD892265CE}">
      <dsp:nvSpPr>
        <dsp:cNvPr id="0" name=""/>
        <dsp:cNvSpPr/>
      </dsp:nvSpPr>
      <dsp:spPr>
        <a:xfrm rot="5358110">
          <a:off x="3451324" y="3320680"/>
          <a:ext cx="744512" cy="0"/>
        </a:xfrm>
        <a:custGeom>
          <a:avLst/>
          <a:gdLst/>
          <a:ahLst/>
          <a:cxnLst/>
          <a:rect l="0" t="0" r="0" b="0"/>
          <a:pathLst>
            <a:path>
              <a:moveTo>
                <a:pt x="0" y="0"/>
              </a:moveTo>
              <a:lnTo>
                <a:pt x="744512" y="0"/>
              </a:lnTo>
            </a:path>
          </a:pathLst>
        </a:cu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CB9A409-254F-454C-ADA2-4245D46829F5}">
      <dsp:nvSpPr>
        <dsp:cNvPr id="0" name=""/>
        <dsp:cNvSpPr/>
      </dsp:nvSpPr>
      <dsp:spPr>
        <a:xfrm>
          <a:off x="2963460" y="3692909"/>
          <a:ext cx="1735422" cy="501336"/>
        </a:xfrm>
        <a:prstGeom prst="round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3500" tIns="63500" rIns="63500" bIns="63500" numCol="1" spcCol="1270" anchor="ctr" anchorCtr="0">
          <a:noAutofit/>
        </a:bodyPr>
        <a:lstStyle/>
        <a:p>
          <a:pPr marL="0" lvl="0" indent="0" algn="ctr" defTabSz="1111250">
            <a:lnSpc>
              <a:spcPct val="90000"/>
            </a:lnSpc>
            <a:spcBef>
              <a:spcPct val="0"/>
            </a:spcBef>
            <a:spcAft>
              <a:spcPct val="35000"/>
            </a:spcAft>
            <a:buNone/>
          </a:pPr>
          <a:r>
            <a:rPr lang="en-US" sz="2500" b="0" kern="1200" dirty="0">
              <a:solidFill>
                <a:schemeClr val="bg1"/>
              </a:solidFill>
            </a:rPr>
            <a:t>Automation</a:t>
          </a:r>
        </a:p>
      </dsp:txBody>
      <dsp:txXfrm>
        <a:off x="2987933" y="3717382"/>
        <a:ext cx="1686476" cy="4523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CABA8C-F68E-4747-BEE6-2CD84CE5039C}">
      <dsp:nvSpPr>
        <dsp:cNvPr id="0" name=""/>
        <dsp:cNvSpPr/>
      </dsp:nvSpPr>
      <dsp:spPr>
        <a:xfrm>
          <a:off x="0" y="0"/>
          <a:ext cx="2877736" cy="1422444"/>
        </a:xfrm>
        <a:prstGeom prst="rect">
          <a:avLst/>
        </a:prstGeom>
        <a:solidFill>
          <a:schemeClr val="accent5">
            <a:alpha val="9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Join</a:t>
          </a:r>
        </a:p>
        <a:p>
          <a:pPr marL="171450" lvl="1" indent="-171450" algn="l" defTabSz="800100">
            <a:lnSpc>
              <a:spcPct val="90000"/>
            </a:lnSpc>
            <a:spcBef>
              <a:spcPct val="0"/>
            </a:spcBef>
            <a:spcAft>
              <a:spcPct val="15000"/>
            </a:spcAft>
            <a:buChar char="•"/>
          </a:pPr>
          <a:r>
            <a:rPr lang="en-US" sz="1800" i="1" kern="1200" dirty="0"/>
            <a:t>Task Complexity</a:t>
          </a:r>
        </a:p>
        <a:p>
          <a:pPr marL="171450" lvl="1" indent="-171450" algn="l" defTabSz="800100">
            <a:lnSpc>
              <a:spcPct val="90000"/>
            </a:lnSpc>
            <a:spcBef>
              <a:spcPct val="0"/>
            </a:spcBef>
            <a:spcAft>
              <a:spcPct val="15000"/>
            </a:spcAft>
            <a:buChar char="•"/>
          </a:pPr>
          <a:r>
            <a:rPr lang="en-US" sz="1800" i="1" kern="1200" dirty="0"/>
            <a:t>Eqpt Required</a:t>
          </a:r>
        </a:p>
        <a:p>
          <a:pPr marL="171450" lvl="1" indent="-171450" algn="l" defTabSz="800100">
            <a:lnSpc>
              <a:spcPct val="90000"/>
            </a:lnSpc>
            <a:spcBef>
              <a:spcPct val="0"/>
            </a:spcBef>
            <a:spcAft>
              <a:spcPct val="15000"/>
            </a:spcAft>
            <a:buChar char="•"/>
          </a:pPr>
          <a:r>
            <a:rPr lang="en-US" sz="1800" i="1" kern="1200" dirty="0"/>
            <a:t>Customer Rating</a:t>
          </a:r>
        </a:p>
      </dsp:txBody>
      <dsp:txXfrm>
        <a:off x="0" y="0"/>
        <a:ext cx="2877736" cy="1422444"/>
      </dsp:txXfrm>
    </dsp:sp>
    <dsp:sp modelId="{E3D83339-3605-41D3-B9CD-828554CE7429}">
      <dsp:nvSpPr>
        <dsp:cNvPr id="0" name=""/>
        <dsp:cNvSpPr/>
      </dsp:nvSpPr>
      <dsp:spPr>
        <a:xfrm>
          <a:off x="0" y="2212756"/>
          <a:ext cx="2768830" cy="1076543"/>
        </a:xfrm>
        <a:prstGeom prst="rect">
          <a:avLst/>
        </a:prstGeom>
        <a:solidFill>
          <a:schemeClr val="accent5">
            <a:alpha val="90000"/>
            <a:hueOff val="0"/>
            <a:satOff val="0"/>
            <a:lumOff val="0"/>
            <a:alpha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dirty="0"/>
            <a:t>Imputation</a:t>
          </a:r>
        </a:p>
        <a:p>
          <a:pPr marL="171450" lvl="1" indent="-171450" algn="l" defTabSz="800100">
            <a:lnSpc>
              <a:spcPct val="90000"/>
            </a:lnSpc>
            <a:spcBef>
              <a:spcPct val="0"/>
            </a:spcBef>
            <a:spcAft>
              <a:spcPct val="15000"/>
            </a:spcAft>
            <a:buChar char="•"/>
          </a:pPr>
          <a:r>
            <a:rPr lang="en-US" sz="1800" i="1" kern="1200" dirty="0"/>
            <a:t>Penalty Cost</a:t>
          </a:r>
        </a:p>
        <a:p>
          <a:pPr marL="342900" lvl="2" indent="-171450" algn="l" defTabSz="800100">
            <a:lnSpc>
              <a:spcPct val="90000"/>
            </a:lnSpc>
            <a:spcBef>
              <a:spcPct val="0"/>
            </a:spcBef>
            <a:spcAft>
              <a:spcPct val="15000"/>
            </a:spcAft>
            <a:buChar char="•"/>
          </a:pPr>
          <a:r>
            <a:rPr lang="en-US" sz="1800" i="0" kern="1200" dirty="0"/>
            <a:t>Based on </a:t>
          </a:r>
          <a:r>
            <a:rPr lang="en-US" sz="1800" i="1" kern="1200" dirty="0"/>
            <a:t>Task Priority</a:t>
          </a:r>
          <a:endParaRPr lang="en-US" sz="1800" i="0" kern="1200" dirty="0"/>
        </a:p>
      </dsp:txBody>
      <dsp:txXfrm>
        <a:off x="0" y="2212756"/>
        <a:ext cx="2768830" cy="107654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2E8A46-9238-40ED-B101-44435CBA6304}">
      <dsp:nvSpPr>
        <dsp:cNvPr id="0" name=""/>
        <dsp:cNvSpPr/>
      </dsp:nvSpPr>
      <dsp:spPr>
        <a:xfrm rot="5400000">
          <a:off x="210816" y="1164694"/>
          <a:ext cx="787869" cy="896961"/>
        </a:xfrm>
        <a:prstGeom prst="bentUpArrow">
          <a:avLst>
            <a:gd name="adj1" fmla="val 32840"/>
            <a:gd name="adj2" fmla="val 25000"/>
            <a:gd name="adj3" fmla="val 35780"/>
          </a:avLst>
        </a:prstGeom>
        <a:solidFill>
          <a:schemeClr val="accent5">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DBD125FD-C586-47EA-A490-7B599CC40096}">
      <dsp:nvSpPr>
        <dsp:cNvPr id="0" name=""/>
        <dsp:cNvSpPr/>
      </dsp:nvSpPr>
      <dsp:spPr>
        <a:xfrm>
          <a:off x="2078" y="291325"/>
          <a:ext cx="1326309" cy="928373"/>
        </a:xfrm>
        <a:prstGeom prst="roundRect">
          <a:avLst>
            <a:gd name="adj" fmla="val 16670"/>
          </a:avLst>
        </a:prstGeom>
        <a:gradFill rotWithShape="0">
          <a:gsLst>
            <a:gs pos="0">
              <a:schemeClr val="accent5">
                <a:shade val="80000"/>
                <a:hueOff val="0"/>
                <a:satOff val="0"/>
                <a:lumOff val="0"/>
                <a:alphaOff val="0"/>
                <a:tint val="94000"/>
                <a:satMod val="105000"/>
                <a:lumMod val="102000"/>
              </a:schemeClr>
            </a:gs>
            <a:gs pos="100000">
              <a:schemeClr val="accent5">
                <a:shade val="80000"/>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Are you QUALIFIED or not?</a:t>
          </a:r>
        </a:p>
      </dsp:txBody>
      <dsp:txXfrm>
        <a:off x="47406" y="336653"/>
        <a:ext cx="1235653" cy="837717"/>
      </dsp:txXfrm>
    </dsp:sp>
    <dsp:sp modelId="{F0CD7D26-32D7-40A1-8DF8-49E0E82D88D5}">
      <dsp:nvSpPr>
        <dsp:cNvPr id="0" name=""/>
        <dsp:cNvSpPr/>
      </dsp:nvSpPr>
      <dsp:spPr>
        <a:xfrm>
          <a:off x="1466976" y="374651"/>
          <a:ext cx="1757132" cy="7503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114300" lvl="1" indent="-114300" algn="l" defTabSz="622300">
            <a:lnSpc>
              <a:spcPct val="90000"/>
            </a:lnSpc>
            <a:spcBef>
              <a:spcPct val="0"/>
            </a:spcBef>
            <a:spcAft>
              <a:spcPct val="15000"/>
            </a:spcAft>
            <a:buChar char="•"/>
          </a:pPr>
          <a:r>
            <a:rPr lang="en-US" sz="1400" i="0" kern="1200" dirty="0"/>
            <a:t>Assumption: Expertise Match looks at equipment requirement and complexity level</a:t>
          </a:r>
        </a:p>
      </dsp:txBody>
      <dsp:txXfrm>
        <a:off x="1466976" y="374651"/>
        <a:ext cx="1757132" cy="750352"/>
      </dsp:txXfrm>
    </dsp:sp>
    <dsp:sp modelId="{DE2C5742-C436-441D-8960-126E2AE09B85}">
      <dsp:nvSpPr>
        <dsp:cNvPr id="0" name=""/>
        <dsp:cNvSpPr/>
      </dsp:nvSpPr>
      <dsp:spPr>
        <a:xfrm rot="5400000">
          <a:off x="1500667" y="2207564"/>
          <a:ext cx="787869" cy="896961"/>
        </a:xfrm>
        <a:prstGeom prst="bentUpArrow">
          <a:avLst>
            <a:gd name="adj1" fmla="val 32840"/>
            <a:gd name="adj2" fmla="val 25000"/>
            <a:gd name="adj3" fmla="val 35780"/>
          </a:avLst>
        </a:prstGeom>
        <a:solidFill>
          <a:schemeClr val="accent5">
            <a:tint val="50000"/>
            <a:hueOff val="-7934"/>
            <a:satOff val="-488"/>
            <a:lumOff val="6954"/>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C90D36B6-7075-4469-B7B7-5330204202A1}">
      <dsp:nvSpPr>
        <dsp:cNvPr id="0" name=""/>
        <dsp:cNvSpPr/>
      </dsp:nvSpPr>
      <dsp:spPr>
        <a:xfrm>
          <a:off x="1291930" y="1334194"/>
          <a:ext cx="1326309" cy="928373"/>
        </a:xfrm>
        <a:prstGeom prst="roundRect">
          <a:avLst>
            <a:gd name="adj" fmla="val 16670"/>
          </a:avLst>
        </a:prstGeom>
        <a:gradFill rotWithShape="0">
          <a:gsLst>
            <a:gs pos="0">
              <a:schemeClr val="accent5">
                <a:shade val="80000"/>
                <a:hueOff val="-50148"/>
                <a:satOff val="-3925"/>
                <a:lumOff val="9948"/>
                <a:alphaOff val="0"/>
                <a:tint val="94000"/>
                <a:satMod val="105000"/>
                <a:lumMod val="102000"/>
              </a:schemeClr>
            </a:gs>
            <a:gs pos="100000">
              <a:schemeClr val="accent5">
                <a:shade val="80000"/>
                <a:hueOff val="-50148"/>
                <a:satOff val="-3925"/>
                <a:lumOff val="9948"/>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i="1" kern="1200" dirty="0"/>
            <a:t>Expertise Match </a:t>
          </a:r>
          <a:r>
            <a:rPr lang="en-US" sz="1400" kern="1200" dirty="0"/>
            <a:t>+</a:t>
          </a:r>
          <a:r>
            <a:rPr lang="en-US" sz="1400" i="1" kern="1200" dirty="0"/>
            <a:t> Eqpt Required </a:t>
          </a:r>
          <a:r>
            <a:rPr lang="en-US" sz="1400" kern="1200" dirty="0"/>
            <a:t>+ </a:t>
          </a:r>
          <a:r>
            <a:rPr lang="en-US" sz="1400" i="1" kern="1200" dirty="0"/>
            <a:t>Task Complexity</a:t>
          </a:r>
          <a:endParaRPr lang="en-US" sz="1400" kern="1200" dirty="0"/>
        </a:p>
      </dsp:txBody>
      <dsp:txXfrm>
        <a:off x="1337258" y="1379522"/>
        <a:ext cx="1235653" cy="837717"/>
      </dsp:txXfrm>
    </dsp:sp>
    <dsp:sp modelId="{9BFAC67A-B977-4505-88C5-538A1CF85EA9}">
      <dsp:nvSpPr>
        <dsp:cNvPr id="0" name=""/>
        <dsp:cNvSpPr/>
      </dsp:nvSpPr>
      <dsp:spPr>
        <a:xfrm>
          <a:off x="2618239" y="1422736"/>
          <a:ext cx="964630" cy="750352"/>
        </a:xfrm>
        <a:prstGeom prst="rect">
          <a:avLst/>
        </a:prstGeom>
        <a:noFill/>
        <a:ln>
          <a:noFill/>
        </a:ln>
        <a:effectLst/>
      </dsp:spPr>
      <dsp:style>
        <a:lnRef idx="0">
          <a:scrgbClr r="0" g="0" b="0"/>
        </a:lnRef>
        <a:fillRef idx="0">
          <a:scrgbClr r="0" g="0" b="0"/>
        </a:fillRef>
        <a:effectRef idx="0">
          <a:scrgbClr r="0" g="0" b="0"/>
        </a:effectRef>
        <a:fontRef idx="minor"/>
      </dsp:style>
    </dsp:sp>
    <dsp:sp modelId="{59A39938-074C-4F3A-8003-019AEB108AC8}">
      <dsp:nvSpPr>
        <dsp:cNvPr id="0" name=""/>
        <dsp:cNvSpPr/>
      </dsp:nvSpPr>
      <dsp:spPr>
        <a:xfrm rot="5400000">
          <a:off x="2790519" y="3250433"/>
          <a:ext cx="787869" cy="896961"/>
        </a:xfrm>
        <a:prstGeom prst="bentUpArrow">
          <a:avLst>
            <a:gd name="adj1" fmla="val 32840"/>
            <a:gd name="adj2" fmla="val 25000"/>
            <a:gd name="adj3" fmla="val 35780"/>
          </a:avLst>
        </a:prstGeom>
        <a:solidFill>
          <a:schemeClr val="accent5">
            <a:tint val="50000"/>
            <a:hueOff val="-15868"/>
            <a:satOff val="-975"/>
            <a:lumOff val="13908"/>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A5B98524-4AA6-4E6B-BB2E-73E66BD1805D}">
      <dsp:nvSpPr>
        <dsp:cNvPr id="0" name=""/>
        <dsp:cNvSpPr/>
      </dsp:nvSpPr>
      <dsp:spPr>
        <a:xfrm>
          <a:off x="2581781" y="2377064"/>
          <a:ext cx="1326309" cy="928373"/>
        </a:xfrm>
        <a:prstGeom prst="roundRect">
          <a:avLst>
            <a:gd name="adj" fmla="val 16670"/>
          </a:avLst>
        </a:prstGeom>
        <a:gradFill rotWithShape="0">
          <a:gsLst>
            <a:gs pos="0">
              <a:schemeClr val="accent5">
                <a:shade val="80000"/>
                <a:hueOff val="-100296"/>
                <a:satOff val="-7849"/>
                <a:lumOff val="19895"/>
                <a:alphaOff val="0"/>
                <a:tint val="94000"/>
                <a:satMod val="105000"/>
                <a:lumMod val="102000"/>
              </a:schemeClr>
            </a:gs>
            <a:gs pos="100000">
              <a:schemeClr val="accent5">
                <a:shade val="80000"/>
                <a:hueOff val="-100296"/>
                <a:satOff val="-7849"/>
                <a:lumOff val="19895"/>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Create </a:t>
          </a:r>
          <a:r>
            <a:rPr lang="en-US" sz="1400" i="1" kern="1200" dirty="0"/>
            <a:t>Eqpt Trained </a:t>
          </a:r>
          <a:r>
            <a:rPr lang="en-US" sz="1400" kern="1200" dirty="0"/>
            <a:t>+ </a:t>
          </a:r>
          <a:r>
            <a:rPr lang="en-US" sz="1400" i="1" kern="1200" dirty="0"/>
            <a:t>Tech Complexity</a:t>
          </a:r>
        </a:p>
      </dsp:txBody>
      <dsp:txXfrm>
        <a:off x="2627109" y="2422392"/>
        <a:ext cx="1235653" cy="837717"/>
      </dsp:txXfrm>
    </dsp:sp>
    <dsp:sp modelId="{59008FDF-80C7-4C4D-8133-F393AD4597C1}">
      <dsp:nvSpPr>
        <dsp:cNvPr id="0" name=""/>
        <dsp:cNvSpPr/>
      </dsp:nvSpPr>
      <dsp:spPr>
        <a:xfrm>
          <a:off x="3908090" y="2465605"/>
          <a:ext cx="964630" cy="750352"/>
        </a:xfrm>
        <a:prstGeom prst="rect">
          <a:avLst/>
        </a:prstGeom>
        <a:noFill/>
        <a:ln>
          <a:noFill/>
        </a:ln>
        <a:effectLst/>
      </dsp:spPr>
      <dsp:style>
        <a:lnRef idx="0">
          <a:scrgbClr r="0" g="0" b="0"/>
        </a:lnRef>
        <a:fillRef idx="0">
          <a:scrgbClr r="0" g="0" b="0"/>
        </a:fillRef>
        <a:effectRef idx="0">
          <a:scrgbClr r="0" g="0" b="0"/>
        </a:effectRef>
        <a:fontRef idx="minor"/>
      </dsp:style>
    </dsp:sp>
    <dsp:sp modelId="{FE460D8C-9DFB-4D72-A167-AFBC1AF4BE93}">
      <dsp:nvSpPr>
        <dsp:cNvPr id="0" name=""/>
        <dsp:cNvSpPr/>
      </dsp:nvSpPr>
      <dsp:spPr>
        <a:xfrm>
          <a:off x="3871633" y="3419933"/>
          <a:ext cx="1326309" cy="928373"/>
        </a:xfrm>
        <a:prstGeom prst="roundRect">
          <a:avLst>
            <a:gd name="adj" fmla="val 16670"/>
          </a:avLst>
        </a:prstGeom>
        <a:gradFill rotWithShape="0">
          <a:gsLst>
            <a:gs pos="0">
              <a:schemeClr val="accent5">
                <a:shade val="80000"/>
                <a:hueOff val="-150444"/>
                <a:satOff val="-11774"/>
                <a:lumOff val="29843"/>
                <a:alphaOff val="0"/>
                <a:tint val="94000"/>
                <a:satMod val="105000"/>
                <a:lumMod val="102000"/>
              </a:schemeClr>
            </a:gs>
            <a:gs pos="100000">
              <a:schemeClr val="accent5">
                <a:shade val="80000"/>
                <a:hueOff val="-150444"/>
                <a:satOff val="-11774"/>
                <a:lumOff val="29843"/>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Recalibrate </a:t>
          </a:r>
          <a:r>
            <a:rPr lang="en-US" sz="1400" i="1" kern="1200" dirty="0"/>
            <a:t>Expertise Match</a:t>
          </a:r>
        </a:p>
      </dsp:txBody>
      <dsp:txXfrm>
        <a:off x="3916961" y="3465261"/>
        <a:ext cx="1235653" cy="83771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C64EB1-1214-444E-AB45-2801BF31A0BC}">
      <dsp:nvSpPr>
        <dsp:cNvPr id="0" name=""/>
        <dsp:cNvSpPr/>
      </dsp:nvSpPr>
      <dsp:spPr>
        <a:xfrm>
          <a:off x="0" y="3736184"/>
          <a:ext cx="5630322" cy="1226011"/>
        </a:xfrm>
        <a:prstGeom prst="rect">
          <a:avLst/>
        </a:prstGeom>
        <a:solidFill>
          <a:schemeClr val="accent5">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PICK BEST TECH</a:t>
          </a:r>
        </a:p>
      </dsp:txBody>
      <dsp:txXfrm>
        <a:off x="0" y="3736184"/>
        <a:ext cx="5630322" cy="662046"/>
      </dsp:txXfrm>
    </dsp:sp>
    <dsp:sp modelId="{EE3A4992-5792-4366-AD06-56115DAA1AF2}">
      <dsp:nvSpPr>
        <dsp:cNvPr id="0" name=""/>
        <dsp:cNvSpPr/>
      </dsp:nvSpPr>
      <dsp:spPr>
        <a:xfrm>
          <a:off x="0" y="4372833"/>
          <a:ext cx="2815161" cy="563965"/>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a:t>Soft max</a:t>
          </a:r>
          <a:endParaRPr lang="en-US" sz="1700" kern="1200" dirty="0"/>
        </a:p>
      </dsp:txBody>
      <dsp:txXfrm>
        <a:off x="0" y="4372833"/>
        <a:ext cx="2815161" cy="563965"/>
      </dsp:txXfrm>
    </dsp:sp>
    <dsp:sp modelId="{67C60EBC-7CAF-4911-9011-8B40734D3ACC}">
      <dsp:nvSpPr>
        <dsp:cNvPr id="0" name=""/>
        <dsp:cNvSpPr/>
      </dsp:nvSpPr>
      <dsp:spPr>
        <a:xfrm>
          <a:off x="2815161" y="4372833"/>
          <a:ext cx="2815161" cy="563965"/>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Fair distribution of tech assignments</a:t>
          </a:r>
        </a:p>
      </dsp:txBody>
      <dsp:txXfrm>
        <a:off x="2815161" y="4372833"/>
        <a:ext cx="2815161" cy="563965"/>
      </dsp:txXfrm>
    </dsp:sp>
    <dsp:sp modelId="{7A1E1409-D09C-48A1-BE21-AAD0F6430B18}">
      <dsp:nvSpPr>
        <dsp:cNvPr id="0" name=""/>
        <dsp:cNvSpPr/>
      </dsp:nvSpPr>
      <dsp:spPr>
        <a:xfrm rot="10800000">
          <a:off x="0" y="1868092"/>
          <a:ext cx="5630322" cy="1885605"/>
        </a:xfrm>
        <a:prstGeom prst="upArrowCallout">
          <a:avLst/>
        </a:prstGeom>
        <a:solidFill>
          <a:schemeClr val="accent5">
            <a:shade val="80000"/>
            <a:hueOff val="-75222"/>
            <a:satOff val="-5887"/>
            <a:lumOff val="14921"/>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PREDICT</a:t>
          </a:r>
        </a:p>
      </dsp:txBody>
      <dsp:txXfrm rot="-10800000">
        <a:off x="0" y="1868092"/>
        <a:ext cx="5630322" cy="661847"/>
      </dsp:txXfrm>
    </dsp:sp>
    <dsp:sp modelId="{A5C97C86-E057-4800-BF8D-543A41CEF243}">
      <dsp:nvSpPr>
        <dsp:cNvPr id="0" name=""/>
        <dsp:cNvSpPr/>
      </dsp:nvSpPr>
      <dsp:spPr>
        <a:xfrm>
          <a:off x="0" y="2529939"/>
          <a:ext cx="281516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Each tech-task pair</a:t>
          </a:r>
        </a:p>
      </dsp:txBody>
      <dsp:txXfrm>
        <a:off x="0" y="2529939"/>
        <a:ext cx="2815161" cy="563796"/>
      </dsp:txXfrm>
    </dsp:sp>
    <dsp:sp modelId="{4EC99613-076C-41CB-AE4C-FE803C7047FA}">
      <dsp:nvSpPr>
        <dsp:cNvPr id="0" name=""/>
        <dsp:cNvSpPr/>
      </dsp:nvSpPr>
      <dsp:spPr>
        <a:xfrm>
          <a:off x="2815161" y="2529939"/>
          <a:ext cx="281516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Predict possibility of completing the task</a:t>
          </a:r>
        </a:p>
      </dsp:txBody>
      <dsp:txXfrm>
        <a:off x="2815161" y="2529939"/>
        <a:ext cx="2815161" cy="563796"/>
      </dsp:txXfrm>
    </dsp:sp>
    <dsp:sp modelId="{B343DECD-0542-4B76-AE18-284480B0B298}">
      <dsp:nvSpPr>
        <dsp:cNvPr id="0" name=""/>
        <dsp:cNvSpPr/>
      </dsp:nvSpPr>
      <dsp:spPr>
        <a:xfrm rot="10800000">
          <a:off x="0" y="0"/>
          <a:ext cx="5630322" cy="1885605"/>
        </a:xfrm>
        <a:prstGeom prst="upArrowCallout">
          <a:avLst/>
        </a:prstGeom>
        <a:solidFill>
          <a:schemeClr val="accent5">
            <a:shade val="80000"/>
            <a:hueOff val="-150444"/>
            <a:satOff val="-11774"/>
            <a:lumOff val="2984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kern="1200" dirty="0"/>
            <a:t>TRAIN/TEST XGBOOST CLASSIFIER MODEL</a:t>
          </a:r>
        </a:p>
      </dsp:txBody>
      <dsp:txXfrm rot="-10800000">
        <a:off x="0" y="0"/>
        <a:ext cx="5630322" cy="661847"/>
      </dsp:txXfrm>
    </dsp:sp>
    <dsp:sp modelId="{5269A965-7284-4586-8970-1D7D6F46AFA7}">
      <dsp:nvSpPr>
        <dsp:cNvPr id="0" name=""/>
        <dsp:cNvSpPr/>
      </dsp:nvSpPr>
      <dsp:spPr>
        <a:xfrm>
          <a:off x="2749" y="662724"/>
          <a:ext cx="187494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Task Attributes &amp; Tech Stats</a:t>
          </a:r>
        </a:p>
      </dsp:txBody>
      <dsp:txXfrm>
        <a:off x="2749" y="662724"/>
        <a:ext cx="1874941" cy="563796"/>
      </dsp:txXfrm>
    </dsp:sp>
    <dsp:sp modelId="{1712AA49-430E-4C41-B1E8-4A1BA1BC4924}">
      <dsp:nvSpPr>
        <dsp:cNvPr id="0" name=""/>
        <dsp:cNvSpPr/>
      </dsp:nvSpPr>
      <dsp:spPr>
        <a:xfrm>
          <a:off x="1877690" y="662724"/>
          <a:ext cx="187494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Target Variable: Task Completed</a:t>
          </a:r>
        </a:p>
      </dsp:txBody>
      <dsp:txXfrm>
        <a:off x="1877690" y="662724"/>
        <a:ext cx="1874941" cy="563796"/>
      </dsp:txXfrm>
    </dsp:sp>
    <dsp:sp modelId="{F3D1D10B-A256-49D0-A2EE-9FFBFCB2F114}">
      <dsp:nvSpPr>
        <dsp:cNvPr id="0" name=""/>
        <dsp:cNvSpPr/>
      </dsp:nvSpPr>
      <dsp:spPr>
        <a:xfrm>
          <a:off x="3752632" y="662724"/>
          <a:ext cx="1874941" cy="563796"/>
        </a:xfrm>
        <a:prstGeom prst="rect">
          <a:avLst/>
        </a:prstGeom>
        <a:solidFill>
          <a:schemeClr val="accent5">
            <a:alpha val="90000"/>
            <a:tint val="40000"/>
            <a:hueOff val="0"/>
            <a:satOff val="0"/>
            <a:lumOff val="0"/>
            <a:alphaOff val="0"/>
          </a:schemeClr>
        </a:solidFill>
        <a:ln w="15875"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21590" rIns="120904" bIns="21590" numCol="1" spcCol="1270" anchor="ctr" anchorCtr="0">
          <a:noAutofit/>
        </a:bodyPr>
        <a:lstStyle/>
        <a:p>
          <a:pPr marL="0" lvl="0" indent="0" algn="ctr" defTabSz="755650">
            <a:lnSpc>
              <a:spcPct val="90000"/>
            </a:lnSpc>
            <a:spcBef>
              <a:spcPct val="0"/>
            </a:spcBef>
            <a:spcAft>
              <a:spcPct val="35000"/>
            </a:spcAft>
            <a:buNone/>
          </a:pPr>
          <a:r>
            <a:rPr lang="en-US" sz="1700" kern="1200" dirty="0"/>
            <a:t>ROC: 0.667 </a:t>
          </a:r>
        </a:p>
        <a:p>
          <a:pPr marL="0" lvl="0" indent="0" algn="ctr" defTabSz="755650">
            <a:lnSpc>
              <a:spcPct val="90000"/>
            </a:lnSpc>
            <a:spcBef>
              <a:spcPct val="0"/>
            </a:spcBef>
            <a:spcAft>
              <a:spcPct val="35000"/>
            </a:spcAft>
            <a:buNone/>
          </a:pPr>
          <a:r>
            <a:rPr lang="en-US" sz="1700" kern="1200" dirty="0"/>
            <a:t>Accuracy: 83.3% </a:t>
          </a:r>
        </a:p>
      </dsp:txBody>
      <dsp:txXfrm>
        <a:off x="3752632" y="662724"/>
        <a:ext cx="1874941" cy="56379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B8AB3C-01B5-4EDF-A402-C8A8B7D88933}">
      <dsp:nvSpPr>
        <dsp:cNvPr id="0" name=""/>
        <dsp:cNvSpPr/>
      </dsp:nvSpPr>
      <dsp:spPr>
        <a:xfrm>
          <a:off x="7192987" y="177054"/>
          <a:ext cx="2713012" cy="200490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18000" b="-18000"/>
          </a:stretch>
        </a:blipFill>
        <a:ln>
          <a:noFill/>
        </a:ln>
        <a:effectLst/>
      </dsp:spPr>
      <dsp:style>
        <a:lnRef idx="0">
          <a:scrgbClr r="0" g="0" b="0"/>
        </a:lnRef>
        <a:fillRef idx="1">
          <a:scrgbClr r="0" g="0" b="0"/>
        </a:fillRef>
        <a:effectRef idx="0">
          <a:scrgbClr r="0" g="0" b="0"/>
        </a:effectRef>
        <a:fontRef idx="minor"/>
      </dsp:style>
    </dsp:sp>
    <dsp:sp modelId="{84510E51-59F8-443D-A301-B79C0B16B121}">
      <dsp:nvSpPr>
        <dsp:cNvPr id="0" name=""/>
        <dsp:cNvSpPr/>
      </dsp:nvSpPr>
      <dsp:spPr>
        <a:xfrm>
          <a:off x="555876" y="2310638"/>
          <a:ext cx="2337809" cy="561814"/>
        </a:xfrm>
        <a:prstGeom prst="rect">
          <a:avLst/>
        </a:prstGeom>
        <a:solidFill>
          <a:schemeClr val="accent4">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en-US" sz="2000" kern="1200" dirty="0"/>
            <a:t>Python Transformation</a:t>
          </a:r>
        </a:p>
      </dsp:txBody>
      <dsp:txXfrm>
        <a:off x="555876" y="2310638"/>
        <a:ext cx="2337809" cy="561814"/>
      </dsp:txXfrm>
    </dsp:sp>
    <dsp:sp modelId="{9E363E57-DBED-4FD7-B483-4EED78A7CE32}">
      <dsp:nvSpPr>
        <dsp:cNvPr id="0" name=""/>
        <dsp:cNvSpPr/>
      </dsp:nvSpPr>
      <dsp:spPr>
        <a:xfrm>
          <a:off x="3814715" y="177054"/>
          <a:ext cx="2713012" cy="200490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18000" b="-18000"/>
          </a:stretch>
        </a:blipFill>
        <a:ln>
          <a:noFill/>
        </a:ln>
        <a:effectLst/>
      </dsp:spPr>
      <dsp:style>
        <a:lnRef idx="0">
          <a:scrgbClr r="0" g="0" b="0"/>
        </a:lnRef>
        <a:fillRef idx="1">
          <a:scrgbClr r="0" g="0" b="0"/>
        </a:fillRef>
        <a:effectRef idx="0">
          <a:scrgbClr r="0" g="0" b="0"/>
        </a:effectRef>
        <a:fontRef idx="minor"/>
      </dsp:style>
    </dsp:sp>
    <dsp:sp modelId="{357F9515-AB64-471D-BFF4-BAF68BA3FC2D}">
      <dsp:nvSpPr>
        <dsp:cNvPr id="0" name=""/>
        <dsp:cNvSpPr/>
      </dsp:nvSpPr>
      <dsp:spPr>
        <a:xfrm>
          <a:off x="4058282" y="2310638"/>
          <a:ext cx="2337809" cy="561814"/>
        </a:xfrm>
        <a:prstGeom prst="rect">
          <a:avLst/>
        </a:prstGeom>
        <a:solidFill>
          <a:schemeClr val="accent4">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en-US" sz="2000" kern="1200" dirty="0"/>
            <a:t>Backend: </a:t>
          </a:r>
          <a:r>
            <a:rPr lang="en-US" sz="2000" kern="1200" dirty="0" err="1"/>
            <a:t>FastAPI</a:t>
          </a:r>
          <a:endParaRPr lang="en-US" sz="2000" kern="1200" dirty="0"/>
        </a:p>
      </dsp:txBody>
      <dsp:txXfrm>
        <a:off x="4058282" y="2310638"/>
        <a:ext cx="2337809" cy="561814"/>
      </dsp:txXfrm>
    </dsp:sp>
    <dsp:sp modelId="{53BE4C77-A89F-476F-B59F-FA365897BE09}">
      <dsp:nvSpPr>
        <dsp:cNvPr id="0" name=""/>
        <dsp:cNvSpPr/>
      </dsp:nvSpPr>
      <dsp:spPr>
        <a:xfrm>
          <a:off x="401977" y="259676"/>
          <a:ext cx="2713012" cy="200490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18000" b="-18000"/>
          </a:stretch>
        </a:blipFill>
        <a:ln>
          <a:noFill/>
        </a:ln>
        <a:effectLst/>
      </dsp:spPr>
      <dsp:style>
        <a:lnRef idx="0">
          <a:scrgbClr r="0" g="0" b="0"/>
        </a:lnRef>
        <a:fillRef idx="1">
          <a:scrgbClr r="0" g="0" b="0"/>
        </a:fillRef>
        <a:effectRef idx="0">
          <a:scrgbClr r="0" g="0" b="0"/>
        </a:effectRef>
        <a:fontRef idx="minor"/>
      </dsp:style>
    </dsp:sp>
    <dsp:sp modelId="{F80EF63A-A349-48E0-B8D1-6D09AC7AE51B}">
      <dsp:nvSpPr>
        <dsp:cNvPr id="0" name=""/>
        <dsp:cNvSpPr/>
      </dsp:nvSpPr>
      <dsp:spPr>
        <a:xfrm>
          <a:off x="7417802" y="2301115"/>
          <a:ext cx="2337809" cy="561814"/>
        </a:xfrm>
        <a:prstGeom prst="rect">
          <a:avLst/>
        </a:prstGeom>
        <a:solidFill>
          <a:schemeClr val="accent4">
            <a:shade val="80000"/>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889000">
            <a:lnSpc>
              <a:spcPct val="90000"/>
            </a:lnSpc>
            <a:spcBef>
              <a:spcPct val="0"/>
            </a:spcBef>
            <a:spcAft>
              <a:spcPct val="5000"/>
            </a:spcAft>
            <a:buNone/>
          </a:pPr>
          <a:r>
            <a:rPr lang="en-US" sz="2000" kern="1200" dirty="0"/>
            <a:t>Frontend: React</a:t>
          </a:r>
        </a:p>
      </dsp:txBody>
      <dsp:txXfrm>
        <a:off x="7417802" y="2301115"/>
        <a:ext cx="2337809" cy="56181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E2342-CD07-4234-A375-26CE2301BC55}">
      <dsp:nvSpPr>
        <dsp:cNvPr id="0" name=""/>
        <dsp:cNvSpPr/>
      </dsp:nvSpPr>
      <dsp:spPr>
        <a:xfrm>
          <a:off x="-2200327" y="-340455"/>
          <a:ext cx="2628906" cy="2628906"/>
        </a:xfrm>
        <a:prstGeom prst="blockArc">
          <a:avLst>
            <a:gd name="adj1" fmla="val 18900000"/>
            <a:gd name="adj2" fmla="val 2700000"/>
            <a:gd name="adj3" fmla="val 822"/>
          </a:avLst>
        </a:pr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DBB44F-6131-4E3A-8354-7475904496C0}">
      <dsp:nvSpPr>
        <dsp:cNvPr id="0" name=""/>
        <dsp:cNvSpPr/>
      </dsp:nvSpPr>
      <dsp:spPr>
        <a:xfrm>
          <a:off x="275497" y="194799"/>
          <a:ext cx="4485883" cy="389599"/>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24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Faster Job Turnaround</a:t>
          </a:r>
        </a:p>
      </dsp:txBody>
      <dsp:txXfrm>
        <a:off x="275497" y="194799"/>
        <a:ext cx="4485883" cy="389599"/>
      </dsp:txXfrm>
    </dsp:sp>
    <dsp:sp modelId="{79E8F1FD-DE42-4B62-A7FC-04975C6C7F01}">
      <dsp:nvSpPr>
        <dsp:cNvPr id="0" name=""/>
        <dsp:cNvSpPr/>
      </dsp:nvSpPr>
      <dsp:spPr>
        <a:xfrm>
          <a:off x="31998" y="146099"/>
          <a:ext cx="486999" cy="486999"/>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181F83-265F-4453-AA5B-4984297767AC}">
      <dsp:nvSpPr>
        <dsp:cNvPr id="0" name=""/>
        <dsp:cNvSpPr/>
      </dsp:nvSpPr>
      <dsp:spPr>
        <a:xfrm>
          <a:off x="417116" y="779198"/>
          <a:ext cx="4344264" cy="389599"/>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24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Fewer Errors</a:t>
          </a:r>
        </a:p>
      </dsp:txBody>
      <dsp:txXfrm>
        <a:off x="417116" y="779198"/>
        <a:ext cx="4344264" cy="389599"/>
      </dsp:txXfrm>
    </dsp:sp>
    <dsp:sp modelId="{4AD3371C-0AB4-45CB-ABE5-CC3BFEE19AA6}">
      <dsp:nvSpPr>
        <dsp:cNvPr id="0" name=""/>
        <dsp:cNvSpPr/>
      </dsp:nvSpPr>
      <dsp:spPr>
        <a:xfrm>
          <a:off x="173617" y="730498"/>
          <a:ext cx="486999" cy="486999"/>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FFA619-6E27-47EE-B6B5-11B3823D38C4}">
      <dsp:nvSpPr>
        <dsp:cNvPr id="0" name=""/>
        <dsp:cNvSpPr/>
      </dsp:nvSpPr>
      <dsp:spPr>
        <a:xfrm>
          <a:off x="275497" y="1363597"/>
          <a:ext cx="4485883" cy="389599"/>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9244" tIns="55880" rIns="55880" bIns="55880" numCol="1" spcCol="1270" anchor="ctr" anchorCtr="0">
          <a:noAutofit/>
        </a:bodyPr>
        <a:lstStyle/>
        <a:p>
          <a:pPr marL="0" lvl="0" indent="0" algn="l" defTabSz="977900">
            <a:lnSpc>
              <a:spcPct val="90000"/>
            </a:lnSpc>
            <a:spcBef>
              <a:spcPct val="0"/>
            </a:spcBef>
            <a:spcAft>
              <a:spcPct val="35000"/>
            </a:spcAft>
            <a:buNone/>
          </a:pPr>
          <a:r>
            <a:rPr lang="en-US" sz="2200" kern="1200" dirty="0"/>
            <a:t>More Efficient Use of Workforce</a:t>
          </a:r>
        </a:p>
      </dsp:txBody>
      <dsp:txXfrm>
        <a:off x="275497" y="1363597"/>
        <a:ext cx="4485883" cy="389599"/>
      </dsp:txXfrm>
    </dsp:sp>
    <dsp:sp modelId="{3C6F82AE-058D-4176-82DF-A5F513034D11}">
      <dsp:nvSpPr>
        <dsp:cNvPr id="0" name=""/>
        <dsp:cNvSpPr/>
      </dsp:nvSpPr>
      <dsp:spPr>
        <a:xfrm>
          <a:off x="31998" y="1314897"/>
          <a:ext cx="486999" cy="486999"/>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E2342-CD07-4234-A375-26CE2301BC55}">
      <dsp:nvSpPr>
        <dsp:cNvPr id="0" name=""/>
        <dsp:cNvSpPr/>
      </dsp:nvSpPr>
      <dsp:spPr>
        <a:xfrm>
          <a:off x="-2916083" y="-449269"/>
          <a:ext cx="3479173" cy="3479173"/>
        </a:xfrm>
        <a:prstGeom prst="blockArc">
          <a:avLst>
            <a:gd name="adj1" fmla="val 18900000"/>
            <a:gd name="adj2" fmla="val 2700000"/>
            <a:gd name="adj3" fmla="val 621"/>
          </a:avLst>
        </a:pr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DBB44F-6131-4E3A-8354-7475904496C0}">
      <dsp:nvSpPr>
        <dsp:cNvPr id="0" name=""/>
        <dsp:cNvSpPr/>
      </dsp:nvSpPr>
      <dsp:spPr>
        <a:xfrm>
          <a:off x="362046" y="258063"/>
          <a:ext cx="2726389" cy="51612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9676" tIns="45720" rIns="45720" bIns="45720" numCol="1" spcCol="1270" anchor="ctr" anchorCtr="0">
          <a:noAutofit/>
        </a:bodyPr>
        <a:lstStyle/>
        <a:p>
          <a:pPr marL="0" lvl="0" indent="0" algn="l" defTabSz="800100">
            <a:lnSpc>
              <a:spcPct val="90000"/>
            </a:lnSpc>
            <a:spcBef>
              <a:spcPct val="0"/>
            </a:spcBef>
            <a:spcAft>
              <a:spcPct val="35000"/>
            </a:spcAft>
            <a:buNone/>
          </a:pPr>
          <a:r>
            <a:rPr lang="en-US" sz="1800" b="0" kern="1200" dirty="0"/>
            <a:t>Avoid Rework + SLA Penalties</a:t>
          </a:r>
        </a:p>
      </dsp:txBody>
      <dsp:txXfrm>
        <a:off x="362046" y="258063"/>
        <a:ext cx="2726389" cy="516127"/>
      </dsp:txXfrm>
    </dsp:sp>
    <dsp:sp modelId="{79E8F1FD-DE42-4B62-A7FC-04975C6C7F01}">
      <dsp:nvSpPr>
        <dsp:cNvPr id="0" name=""/>
        <dsp:cNvSpPr/>
      </dsp:nvSpPr>
      <dsp:spPr>
        <a:xfrm>
          <a:off x="39467" y="193547"/>
          <a:ext cx="645158" cy="645158"/>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181F83-265F-4453-AA5B-4984297767AC}">
      <dsp:nvSpPr>
        <dsp:cNvPr id="0" name=""/>
        <dsp:cNvSpPr/>
      </dsp:nvSpPr>
      <dsp:spPr>
        <a:xfrm>
          <a:off x="549658" y="1032254"/>
          <a:ext cx="2538776" cy="51612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9676" tIns="45720" rIns="45720" bIns="45720" numCol="1" spcCol="1270" anchor="ctr" anchorCtr="0">
          <a:noAutofit/>
        </a:bodyPr>
        <a:lstStyle/>
        <a:p>
          <a:pPr marL="0" lvl="0" indent="0" algn="l" defTabSz="800100">
            <a:lnSpc>
              <a:spcPct val="90000"/>
            </a:lnSpc>
            <a:spcBef>
              <a:spcPct val="0"/>
            </a:spcBef>
            <a:spcAft>
              <a:spcPct val="35000"/>
            </a:spcAft>
            <a:buNone/>
          </a:pPr>
          <a:r>
            <a:rPr lang="en-US" sz="1800" kern="1200" dirty="0"/>
            <a:t>More Efficient Technician Time</a:t>
          </a:r>
        </a:p>
      </dsp:txBody>
      <dsp:txXfrm>
        <a:off x="549658" y="1032254"/>
        <a:ext cx="2538776" cy="516127"/>
      </dsp:txXfrm>
    </dsp:sp>
    <dsp:sp modelId="{4AD3371C-0AB4-45CB-ABE5-CC3BFEE19AA6}">
      <dsp:nvSpPr>
        <dsp:cNvPr id="0" name=""/>
        <dsp:cNvSpPr/>
      </dsp:nvSpPr>
      <dsp:spPr>
        <a:xfrm>
          <a:off x="227079" y="967738"/>
          <a:ext cx="645158" cy="645158"/>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FFA619-6E27-47EE-B6B5-11B3823D38C4}">
      <dsp:nvSpPr>
        <dsp:cNvPr id="0" name=""/>
        <dsp:cNvSpPr/>
      </dsp:nvSpPr>
      <dsp:spPr>
        <a:xfrm>
          <a:off x="362046" y="1806444"/>
          <a:ext cx="2726389" cy="51612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9676" tIns="45720" rIns="45720" bIns="45720" numCol="1" spcCol="1270" anchor="ctr" anchorCtr="0">
          <a:noAutofit/>
        </a:bodyPr>
        <a:lstStyle/>
        <a:p>
          <a:pPr marL="0" lvl="0" indent="0" algn="l" defTabSz="800100">
            <a:lnSpc>
              <a:spcPct val="90000"/>
            </a:lnSpc>
            <a:spcBef>
              <a:spcPct val="0"/>
            </a:spcBef>
            <a:spcAft>
              <a:spcPct val="35000"/>
            </a:spcAft>
            <a:buNone/>
          </a:pPr>
          <a:r>
            <a:rPr lang="en-US" sz="1800" kern="1200" dirty="0"/>
            <a:t>Higher Service Margins</a:t>
          </a:r>
        </a:p>
      </dsp:txBody>
      <dsp:txXfrm>
        <a:off x="362046" y="1806444"/>
        <a:ext cx="2726389" cy="516127"/>
      </dsp:txXfrm>
    </dsp:sp>
    <dsp:sp modelId="{3C6F82AE-058D-4176-82DF-A5F513034D11}">
      <dsp:nvSpPr>
        <dsp:cNvPr id="0" name=""/>
        <dsp:cNvSpPr/>
      </dsp:nvSpPr>
      <dsp:spPr>
        <a:xfrm>
          <a:off x="39467" y="1741928"/>
          <a:ext cx="645158" cy="645158"/>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E2342-CD07-4234-A375-26CE2301BC55}">
      <dsp:nvSpPr>
        <dsp:cNvPr id="0" name=""/>
        <dsp:cNvSpPr/>
      </dsp:nvSpPr>
      <dsp:spPr>
        <a:xfrm>
          <a:off x="-2141428" y="-331501"/>
          <a:ext cx="2558939" cy="2558939"/>
        </a:xfrm>
        <a:prstGeom prst="blockArc">
          <a:avLst>
            <a:gd name="adj1" fmla="val 18900000"/>
            <a:gd name="adj2" fmla="val 2700000"/>
            <a:gd name="adj3" fmla="val 844"/>
          </a:avLst>
        </a:pr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DBB44F-6131-4E3A-8354-7475904496C0}">
      <dsp:nvSpPr>
        <dsp:cNvPr id="0" name=""/>
        <dsp:cNvSpPr/>
      </dsp:nvSpPr>
      <dsp:spPr>
        <a:xfrm>
          <a:off x="268375" y="189593"/>
          <a:ext cx="4044906" cy="37918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980"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Enhance Reputation</a:t>
          </a:r>
        </a:p>
      </dsp:txBody>
      <dsp:txXfrm>
        <a:off x="268375" y="189593"/>
        <a:ext cx="4044906" cy="379187"/>
      </dsp:txXfrm>
    </dsp:sp>
    <dsp:sp modelId="{79E8F1FD-DE42-4B62-A7FC-04975C6C7F01}">
      <dsp:nvSpPr>
        <dsp:cNvPr id="0" name=""/>
        <dsp:cNvSpPr/>
      </dsp:nvSpPr>
      <dsp:spPr>
        <a:xfrm>
          <a:off x="31383" y="142195"/>
          <a:ext cx="473984" cy="473984"/>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5181F83-265F-4453-AA5B-4984297767AC}">
      <dsp:nvSpPr>
        <dsp:cNvPr id="0" name=""/>
        <dsp:cNvSpPr/>
      </dsp:nvSpPr>
      <dsp:spPr>
        <a:xfrm>
          <a:off x="406210" y="758374"/>
          <a:ext cx="3907071" cy="37918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980"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Increases Customer Retention</a:t>
          </a:r>
        </a:p>
      </dsp:txBody>
      <dsp:txXfrm>
        <a:off x="406210" y="758374"/>
        <a:ext cx="3907071" cy="379187"/>
      </dsp:txXfrm>
    </dsp:sp>
    <dsp:sp modelId="{4AD3371C-0AB4-45CB-ABE5-CC3BFEE19AA6}">
      <dsp:nvSpPr>
        <dsp:cNvPr id="0" name=""/>
        <dsp:cNvSpPr/>
      </dsp:nvSpPr>
      <dsp:spPr>
        <a:xfrm>
          <a:off x="169218" y="710976"/>
          <a:ext cx="473984" cy="473984"/>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9228107-7147-41BE-A3C6-ABAEC590FC2C}">
      <dsp:nvSpPr>
        <dsp:cNvPr id="0" name=""/>
        <dsp:cNvSpPr/>
      </dsp:nvSpPr>
      <dsp:spPr>
        <a:xfrm>
          <a:off x="268375" y="1327155"/>
          <a:ext cx="4044906" cy="379187"/>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0980"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Become More Competitive</a:t>
          </a:r>
        </a:p>
      </dsp:txBody>
      <dsp:txXfrm>
        <a:off x="268375" y="1327155"/>
        <a:ext cx="4044906" cy="379187"/>
      </dsp:txXfrm>
    </dsp:sp>
    <dsp:sp modelId="{12206238-7B00-4C61-913F-3A099DECF3DA}">
      <dsp:nvSpPr>
        <dsp:cNvPr id="0" name=""/>
        <dsp:cNvSpPr/>
      </dsp:nvSpPr>
      <dsp:spPr>
        <a:xfrm>
          <a:off x="31383" y="1279757"/>
          <a:ext cx="473984" cy="473984"/>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6C6187-5E01-4E04-B6AB-2BDE65DBFD12}">
      <dsp:nvSpPr>
        <dsp:cNvPr id="0" name=""/>
        <dsp:cNvSpPr/>
      </dsp:nvSpPr>
      <dsp:spPr>
        <a:xfrm>
          <a:off x="-3571762" y="-548949"/>
          <a:ext cx="4258072" cy="4258072"/>
        </a:xfrm>
        <a:prstGeom prst="blockArc">
          <a:avLst>
            <a:gd name="adj1" fmla="val 18900000"/>
            <a:gd name="adj2" fmla="val 2700000"/>
            <a:gd name="adj3" fmla="val 507"/>
          </a:avLst>
        </a:prstGeom>
        <a:noFill/>
        <a:ln w="15875" cap="flat" cmpd="sng" algn="ctr">
          <a:solidFill>
            <a:schemeClr val="accent4">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962971-7791-4752-B58B-603D82A1DEBC}">
      <dsp:nvSpPr>
        <dsp:cNvPr id="0" name=""/>
        <dsp:cNvSpPr/>
      </dsp:nvSpPr>
      <dsp:spPr>
        <a:xfrm>
          <a:off x="441330" y="316017"/>
          <a:ext cx="3471396" cy="632034"/>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1677" tIns="60960" rIns="60960" bIns="60960" numCol="1" spcCol="1270" anchor="ctr" anchorCtr="0">
          <a:noAutofit/>
        </a:bodyPr>
        <a:lstStyle/>
        <a:p>
          <a:pPr marL="0" lvl="0" indent="0" algn="l" defTabSz="1066800">
            <a:lnSpc>
              <a:spcPct val="90000"/>
            </a:lnSpc>
            <a:spcBef>
              <a:spcPct val="0"/>
            </a:spcBef>
            <a:spcAft>
              <a:spcPct val="35000"/>
            </a:spcAft>
            <a:buNone/>
          </a:pPr>
          <a:r>
            <a:rPr lang="en-US" sz="2400" kern="1200" dirty="0"/>
            <a:t>Small Dataset</a:t>
          </a:r>
        </a:p>
      </dsp:txBody>
      <dsp:txXfrm>
        <a:off x="441330" y="316017"/>
        <a:ext cx="3471396" cy="632034"/>
      </dsp:txXfrm>
    </dsp:sp>
    <dsp:sp modelId="{FDB02009-68B0-4F8A-9B52-4CC6DAFEF662}">
      <dsp:nvSpPr>
        <dsp:cNvPr id="0" name=""/>
        <dsp:cNvSpPr/>
      </dsp:nvSpPr>
      <dsp:spPr>
        <a:xfrm>
          <a:off x="46309" y="237012"/>
          <a:ext cx="790043" cy="790043"/>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A827153-4FC9-4752-B569-4439865ECB1F}">
      <dsp:nvSpPr>
        <dsp:cNvPr id="0" name=""/>
        <dsp:cNvSpPr/>
      </dsp:nvSpPr>
      <dsp:spPr>
        <a:xfrm>
          <a:off x="671075" y="1264069"/>
          <a:ext cx="3241652" cy="632034"/>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1677" tIns="58420" rIns="58420" bIns="58420" numCol="1" spcCol="1270" anchor="ctr" anchorCtr="0">
          <a:noAutofit/>
        </a:bodyPr>
        <a:lstStyle/>
        <a:p>
          <a:pPr marL="0" lvl="0" indent="0" algn="l" defTabSz="1022350">
            <a:lnSpc>
              <a:spcPct val="90000"/>
            </a:lnSpc>
            <a:spcBef>
              <a:spcPct val="0"/>
            </a:spcBef>
            <a:spcAft>
              <a:spcPct val="35000"/>
            </a:spcAft>
            <a:buNone/>
          </a:pPr>
          <a:r>
            <a:rPr lang="en-US" sz="2300" kern="1200" dirty="0"/>
            <a:t>Missing Contextual Data</a:t>
          </a:r>
        </a:p>
      </dsp:txBody>
      <dsp:txXfrm>
        <a:off x="671075" y="1264069"/>
        <a:ext cx="3241652" cy="632034"/>
      </dsp:txXfrm>
    </dsp:sp>
    <dsp:sp modelId="{B8FE4DD7-8EE9-4BCE-BDDD-448B4FA6F0C7}">
      <dsp:nvSpPr>
        <dsp:cNvPr id="0" name=""/>
        <dsp:cNvSpPr/>
      </dsp:nvSpPr>
      <dsp:spPr>
        <a:xfrm>
          <a:off x="276053" y="1185064"/>
          <a:ext cx="790043" cy="790043"/>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15808B-988F-40D0-B4B4-EAE3D6C17100}">
      <dsp:nvSpPr>
        <dsp:cNvPr id="0" name=""/>
        <dsp:cNvSpPr/>
      </dsp:nvSpPr>
      <dsp:spPr>
        <a:xfrm>
          <a:off x="441330" y="2212121"/>
          <a:ext cx="3471396" cy="632034"/>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1677" tIns="53340" rIns="53340" bIns="53340" numCol="1" spcCol="1270" anchor="ctr" anchorCtr="0">
          <a:noAutofit/>
        </a:bodyPr>
        <a:lstStyle/>
        <a:p>
          <a:pPr marL="0" lvl="0" indent="0" algn="l" defTabSz="933450">
            <a:lnSpc>
              <a:spcPct val="90000"/>
            </a:lnSpc>
            <a:spcBef>
              <a:spcPct val="0"/>
            </a:spcBef>
            <a:spcAft>
              <a:spcPct val="35000"/>
            </a:spcAft>
            <a:buNone/>
          </a:pPr>
          <a:r>
            <a:rPr lang="en-US" sz="2100" kern="1200" dirty="0"/>
            <a:t>Challenges with Derived Attributes</a:t>
          </a:r>
        </a:p>
      </dsp:txBody>
      <dsp:txXfrm>
        <a:off x="441330" y="2212121"/>
        <a:ext cx="3471396" cy="632034"/>
      </dsp:txXfrm>
    </dsp:sp>
    <dsp:sp modelId="{A6DCA587-D663-4737-8BFD-F82FB70E6FFB}">
      <dsp:nvSpPr>
        <dsp:cNvPr id="0" name=""/>
        <dsp:cNvSpPr/>
      </dsp:nvSpPr>
      <dsp:spPr>
        <a:xfrm>
          <a:off x="46309" y="2133116"/>
          <a:ext cx="790043" cy="790043"/>
        </a:xfrm>
        <a:prstGeom prst="ellipse">
          <a:avLst/>
        </a:prstGeom>
        <a:solidFill>
          <a:schemeClr val="lt1">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97D994-870A-4A82-A245-1F1EF2F31AE7}">
      <dsp:nvSpPr>
        <dsp:cNvPr id="0" name=""/>
        <dsp:cNvSpPr/>
      </dsp:nvSpPr>
      <dsp:spPr>
        <a:xfrm>
          <a:off x="1169654" y="340840"/>
          <a:ext cx="3733279" cy="1166649"/>
        </a:xfrm>
        <a:prstGeom prst="rect">
          <a:avLst/>
        </a:prstGeom>
        <a:solidFill>
          <a:schemeClr val="lt1">
            <a:alpha val="55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90211"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Collect More Data</a:t>
          </a:r>
        </a:p>
      </dsp:txBody>
      <dsp:txXfrm>
        <a:off x="1169654" y="340840"/>
        <a:ext cx="3733279" cy="1166649"/>
      </dsp:txXfrm>
    </dsp:sp>
    <dsp:sp modelId="{22580AD0-2EDD-43B8-9E88-166C4DF122CE}">
      <dsp:nvSpPr>
        <dsp:cNvPr id="0" name=""/>
        <dsp:cNvSpPr/>
      </dsp:nvSpPr>
      <dsp:spPr>
        <a:xfrm>
          <a:off x="1014101" y="172324"/>
          <a:ext cx="816654" cy="122498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l="-25000" r="-25000"/>
          </a:stretch>
        </a:blip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0E015A7B-F094-49CE-B706-042E659A6A2B}">
      <dsp:nvSpPr>
        <dsp:cNvPr id="0" name=""/>
        <dsp:cNvSpPr/>
      </dsp:nvSpPr>
      <dsp:spPr>
        <a:xfrm>
          <a:off x="1169654" y="1809522"/>
          <a:ext cx="3733279" cy="1166649"/>
        </a:xfrm>
        <a:prstGeom prst="rect">
          <a:avLst/>
        </a:prstGeom>
        <a:solidFill>
          <a:schemeClr val="lt1">
            <a:alpha val="55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90211"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Response to Real-Time Disruptions</a:t>
          </a:r>
        </a:p>
      </dsp:txBody>
      <dsp:txXfrm>
        <a:off x="1169654" y="1809522"/>
        <a:ext cx="3733279" cy="1166649"/>
      </dsp:txXfrm>
    </dsp:sp>
    <dsp:sp modelId="{94B3678D-892C-441A-B302-5B07ADA21553}">
      <dsp:nvSpPr>
        <dsp:cNvPr id="0" name=""/>
        <dsp:cNvSpPr/>
      </dsp:nvSpPr>
      <dsp:spPr>
        <a:xfrm>
          <a:off x="1014101" y="1641006"/>
          <a:ext cx="816654" cy="122498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l="-25000" r="-25000"/>
          </a:stretch>
        </a:blip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 modelId="{E8C54551-BE9B-4008-8522-C922A37E5D81}">
      <dsp:nvSpPr>
        <dsp:cNvPr id="0" name=""/>
        <dsp:cNvSpPr/>
      </dsp:nvSpPr>
      <dsp:spPr>
        <a:xfrm>
          <a:off x="1169654" y="3278205"/>
          <a:ext cx="3733279" cy="1166649"/>
        </a:xfrm>
        <a:prstGeom prst="rect">
          <a:avLst/>
        </a:prstGeom>
        <a:solidFill>
          <a:schemeClr val="lt1">
            <a:alpha val="55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90211"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Route Optimization</a:t>
          </a:r>
          <a:endParaRPr lang="en-US" sz="3100" kern="1200" dirty="0"/>
        </a:p>
      </dsp:txBody>
      <dsp:txXfrm>
        <a:off x="1169654" y="3278205"/>
        <a:ext cx="3733279" cy="1166649"/>
      </dsp:txXfrm>
    </dsp:sp>
    <dsp:sp modelId="{40E4057D-EF68-4EF3-B9C1-EEED9D7A1A38}">
      <dsp:nvSpPr>
        <dsp:cNvPr id="0" name=""/>
        <dsp:cNvSpPr/>
      </dsp:nvSpPr>
      <dsp:spPr>
        <a:xfrm>
          <a:off x="1014101" y="3109689"/>
          <a:ext cx="816654" cy="122498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l="-25000" r="-25000"/>
          </a:stretch>
        </a:blipFill>
        <a:ln w="22225"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5D0818-A15A-4F3F-A084-C9B453B5ADDC}">
      <dsp:nvSpPr>
        <dsp:cNvPr id="0" name=""/>
        <dsp:cNvSpPr/>
      </dsp:nvSpPr>
      <dsp:spPr>
        <a:xfrm>
          <a:off x="4307175" y="0"/>
          <a:ext cx="3049740" cy="1882587"/>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7A9F9DE-E90B-4A76-A345-C41DEF685E45}">
      <dsp:nvSpPr>
        <dsp:cNvPr id="0" name=""/>
        <dsp:cNvSpPr/>
      </dsp:nvSpPr>
      <dsp:spPr>
        <a:xfrm>
          <a:off x="280426" y="0"/>
          <a:ext cx="3049740" cy="188258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31000" b="-31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6E81B7-D82C-466F-B243-2B40C9C0E287}">
      <dsp:nvSpPr>
        <dsp:cNvPr id="0" name=""/>
        <dsp:cNvSpPr/>
      </dsp:nvSpPr>
      <dsp:spPr>
        <a:xfrm>
          <a:off x="43455" y="1871578"/>
          <a:ext cx="3043495" cy="322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0" rIns="80010" bIns="0" numCol="1" spcCol="1270" anchor="b" anchorCtr="0">
          <a:noAutofit/>
        </a:bodyPr>
        <a:lstStyle/>
        <a:p>
          <a:pPr marL="0" lvl="0" indent="0" algn="l" defTabSz="933450">
            <a:lnSpc>
              <a:spcPct val="90000"/>
            </a:lnSpc>
            <a:spcBef>
              <a:spcPct val="0"/>
            </a:spcBef>
            <a:spcAft>
              <a:spcPct val="35000"/>
            </a:spcAft>
            <a:buNone/>
          </a:pPr>
          <a:r>
            <a:rPr lang="en-US" sz="2100" kern="1200" dirty="0"/>
            <a:t>Change Management Plan</a:t>
          </a:r>
        </a:p>
      </dsp:txBody>
      <dsp:txXfrm>
        <a:off x="43455" y="1871578"/>
        <a:ext cx="3043495" cy="322131"/>
      </dsp:txXfrm>
    </dsp:sp>
    <dsp:sp modelId="{3079F045-85EE-4581-B24D-C621E261D2BC}">
      <dsp:nvSpPr>
        <dsp:cNvPr id="0" name=""/>
        <dsp:cNvSpPr/>
      </dsp:nvSpPr>
      <dsp:spPr>
        <a:xfrm>
          <a:off x="43455" y="243085"/>
          <a:ext cx="3048753" cy="1958771"/>
        </a:xfrm>
        <a:prstGeom prst="rect">
          <a:avLst/>
        </a:prstGeom>
        <a:noFill/>
        <a:ln w="15875" cap="flat" cmpd="sng"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487688-0941-4DD0-B72B-EA146F4D9789}">
      <dsp:nvSpPr>
        <dsp:cNvPr id="0" name=""/>
        <dsp:cNvSpPr/>
      </dsp:nvSpPr>
      <dsp:spPr>
        <a:xfrm>
          <a:off x="4070204" y="1871578"/>
          <a:ext cx="3043495" cy="322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0" rIns="80010" bIns="0" numCol="1" spcCol="1270" anchor="b" anchorCtr="0">
          <a:noAutofit/>
        </a:bodyPr>
        <a:lstStyle/>
        <a:p>
          <a:pPr marL="0" lvl="0" indent="0" algn="l" defTabSz="933450">
            <a:lnSpc>
              <a:spcPct val="90000"/>
            </a:lnSpc>
            <a:spcBef>
              <a:spcPct val="0"/>
            </a:spcBef>
            <a:spcAft>
              <a:spcPct val="35000"/>
            </a:spcAft>
            <a:buNone/>
          </a:pPr>
          <a:r>
            <a:rPr lang="en-US" sz="2100" kern="1200"/>
            <a:t>Employee Trainings</a:t>
          </a:r>
          <a:endParaRPr lang="en-US" sz="2100" kern="1200" dirty="0"/>
        </a:p>
      </dsp:txBody>
      <dsp:txXfrm>
        <a:off x="4070204" y="1871578"/>
        <a:ext cx="3043495" cy="322131"/>
      </dsp:txXfrm>
    </dsp:sp>
    <dsp:sp modelId="{F9B54C5C-CDEE-4B69-879D-4122AA80D48A}">
      <dsp:nvSpPr>
        <dsp:cNvPr id="0" name=""/>
        <dsp:cNvSpPr/>
      </dsp:nvSpPr>
      <dsp:spPr>
        <a:xfrm>
          <a:off x="4070204" y="243085"/>
          <a:ext cx="3048753" cy="1958771"/>
        </a:xfrm>
        <a:prstGeom prst="rect">
          <a:avLst/>
        </a:prstGeom>
        <a:noFill/>
        <a:ln w="15875" cap="flat" cmpd="sng" algn="ctr">
          <a:solidFill>
            <a:schemeClr val="accent6">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4.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1/layout/Picture Frame">
  <dgm:title val="Picture Frame"/>
  <dgm:desc val="Use to show pictures and the corresponding Level 1 text, both displayed in an offset frame. Works best with Level 1 text only."/>
  <dgm:catLst>
    <dgm:cat type="picture" pri="6500"/>
    <dgm:cat type="officeonline" pri="10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4927"/>
        </dgm:alg>
        <dgm:shape xmlns:r="http://schemas.openxmlformats.org/officeDocument/2006/relationships" r:blip="">
          <dgm:adjLst/>
        </dgm:shape>
        <dgm:choose name="Name4">
          <dgm:if name="Name5" func="var" arg="dir" op="equ" val="norm">
            <dgm:constrLst>
              <dgm:constr type="l" for="ch" forName="ParentText" refType="w" fact="0"/>
              <dgm:constr type="t" for="ch" forName="ParentText" refType="h" fact="0.85"/>
              <dgm:constr type="w" for="ch" forName="ParentText" refType="w" fact="0.926"/>
              <dgm:constr type="h" for="ch" forName="ParentText" refType="h" fact="0.1463"/>
              <dgm:constr type="l" for="ch" forName="Accent1" refType="w" fact="0"/>
              <dgm:constr type="t" for="ch" forName="Accent1" refType="h" fact="0.1104"/>
              <dgm:constr type="w" for="ch" forName="Accent1" refType="w" fact="0.9276"/>
              <dgm:constr type="h" for="ch" forName="Accent1" refType="h" fact="0.8896"/>
              <dgm:constr type="l" for="ch" forName="Image" refType="w" fact="0.0721"/>
              <dgm:constr type="t" for="ch" forName="Image" refType="h" fact="0"/>
              <dgm:constr type="w" for="ch" forName="Image" refType="w" fact="0.9279"/>
              <dgm:constr type="h" for="ch" forName="Image" refType="h" fact="0.855"/>
            </dgm:constrLst>
          </dgm:if>
          <dgm:else name="Name6">
            <dgm:constrLst>
              <dgm:constr type="l" for="ch" forName="ParentText" refType="w" fact="0.0837"/>
              <dgm:constr type="t" for="ch" forName="ParentText" refType="h" fact="0.84"/>
              <dgm:constr type="w" for="ch" forName="ParentText" refType="w" fact="0.9163"/>
              <dgm:constr type="h" for="ch" forName="ParentText" refType="h" fact="0.1463"/>
              <dgm:constr type="l" for="ch" forName="Accent1" refType="w" fact="0.0724"/>
              <dgm:constr type="t" for="ch" forName="Accent1" refType="h" fact="0.1104"/>
              <dgm:constr type="w" for="ch" forName="Accent1" refType="w" fact="0.9276"/>
              <dgm:constr type="h" for="ch" forName="Accent1" refType="h" fact="0.8896"/>
              <dgm:constr type="l" for="ch" forName="Image" refType="w" fact="0"/>
              <dgm:constr type="t" for="ch" forName="Image" refType="h" fact="0"/>
              <dgm:constr type="w" for="ch" forName="Image" refType="w" fact="0.9279"/>
              <dgm:constr type="h" for="ch" forName="Image" refType="h" fact="0.855"/>
            </dgm:constrLst>
          </dgm:else>
        </dgm:choose>
        <dgm:layoutNode name="ParentText" styleLbl="revTx">
          <dgm:varLst>
            <dgm:chMax val="0"/>
            <dgm:chPref val="0"/>
            <dgm:bulletEnabled val="1"/>
          </dgm:varLst>
          <dgm:alg type="tx">
            <dgm:param type="parTxLTRAlign" val="l"/>
            <dgm:param type="parTxRTLAlign" val="l"/>
            <dgm:param type="txAnchorVert" val="b"/>
            <dgm:param type="txAnchorVertCh" val="b"/>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
            <dgm:constr type="bMarg" refType="primFontSz" fact="0"/>
          </dgm:constrLst>
          <dgm:ruleLst>
            <dgm:rule type="primFontSz" val="5" fact="NaN" max="NaN"/>
          </dgm:ruleLst>
        </dgm:layoutNode>
        <dgm:layoutNode name="Accent1" styleLbl="parChTrans1D1">
          <dgm:alg type="sp"/>
          <dgm:shape xmlns:r="http://schemas.openxmlformats.org/officeDocument/2006/relationships" type="rect" r:blip="" zOrderOff="10">
            <dgm:adjLst/>
          </dgm:shape>
          <dgm:presOf/>
        </dgm:layoutNode>
        <dgm:layoutNode name="Image" styleLbl="alignImgPlace1">
          <dgm:alg type="sp"/>
          <dgm:shape xmlns:r="http://schemas.openxmlformats.org/officeDocument/2006/relationships" type="rect" r:blip="" zOrderOff="-15"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AEA731-F441-47FB-8AC3-B23CD2AACDD7}" type="datetimeFigureOut">
              <a:rPr lang="en-US" smtClean="0"/>
              <a:t>11/19/2025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D6E5AA-2C20-4C4E-BE94-E4CD41247A7F}" type="slidenum">
              <a:rPr lang="en-US" smtClean="0"/>
              <a:t>‹#›</a:t>
            </a:fld>
            <a:endParaRPr lang="en-US"/>
          </a:p>
        </p:txBody>
      </p:sp>
    </p:spTree>
    <p:extLst>
      <p:ext uri="{BB962C8B-B14F-4D97-AF65-F5344CB8AC3E}">
        <p14:creationId xmlns:p14="http://schemas.microsoft.com/office/powerpoint/2010/main" val="4138526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 introduction</a:t>
            </a:r>
          </a:p>
          <a:p>
            <a:r>
              <a:rPr lang="en-US" dirty="0"/>
              <a:t>Hello good morning good afternoon and good evening! thank you everyone for joining me here today for my final capstone presentation. My name is Sue Byeon. I am the lead project manager, developer, analyst on this project. I am excited to share with you guys what </a:t>
            </a:r>
            <a:r>
              <a:rPr lang="en-US" dirty="0" err="1"/>
              <a:t>Ive</a:t>
            </a:r>
            <a:r>
              <a:rPr lang="en-US" dirty="0"/>
              <a:t> been working on over the past 10 weeks: an automated task assignment algorithm specifically for the telecom industry. </a:t>
            </a:r>
            <a:r>
              <a:rPr lang="en-US" sz="1200" b="0" i="0" kern="1200" dirty="0">
                <a:solidFill>
                  <a:schemeClr val="tx1"/>
                </a:solidFill>
                <a:effectLst/>
                <a:latin typeface="+mn-lt"/>
                <a:ea typeface="+mn-ea"/>
                <a:cs typeface="+mn-cs"/>
              </a:rPr>
              <a:t>What makes this project unique is that it focuses on matching tasks to technicians based on their individual strengths and capabilities.</a:t>
            </a:r>
          </a:p>
          <a:p>
            <a:r>
              <a:rPr lang="en-US" sz="1200" b="0" i="0" kern="1200" dirty="0">
                <a:solidFill>
                  <a:schemeClr val="tx1"/>
                </a:solidFill>
                <a:effectLst/>
                <a:latin typeface="+mn-lt"/>
                <a:ea typeface="+mn-ea"/>
                <a:cs typeface="+mn-cs"/>
              </a:rPr>
              <a:t>So now Lets get into it!</a:t>
            </a:r>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1</a:t>
            </a:fld>
            <a:endParaRPr lang="en-US"/>
          </a:p>
        </p:txBody>
      </p:sp>
    </p:spTree>
    <p:extLst>
      <p:ext uri="{BB962C8B-B14F-4D97-AF65-F5344CB8AC3E}">
        <p14:creationId xmlns:p14="http://schemas.microsoft.com/office/powerpoint/2010/main" val="1538643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t>
            </a:r>
          </a:p>
          <a:p>
            <a:r>
              <a:rPr lang="en-US" sz="1200" b="0" i="0" kern="1200" dirty="0">
                <a:solidFill>
                  <a:schemeClr val="tx1"/>
                </a:solidFill>
                <a:effectLst/>
                <a:latin typeface="+mn-lt"/>
                <a:ea typeface="+mn-ea"/>
                <a:cs typeface="+mn-cs"/>
              </a:rPr>
              <a:t>Now, let’s talk about why this project matters.</a:t>
            </a:r>
          </a:p>
          <a:p>
            <a:r>
              <a:rPr lang="en-US" sz="1200" b="0" i="0" kern="1200" dirty="0">
                <a:solidFill>
                  <a:schemeClr val="tx1"/>
                </a:solidFill>
                <a:effectLst/>
                <a:latin typeface="+mn-lt"/>
                <a:ea typeface="+mn-ea"/>
                <a:cs typeface="+mn-cs"/>
              </a:rPr>
              <a:t>In today’s world, people have an undeniable desire to stay connected. Telecom companies play a huge role in this by providing the high-speed connectivity we all depend on for work, school, and staying in touch with friends and family. But here’s the challenge—while customers expect fast and reliable connections, many providers struggle to offer that same quality when it comes to their field services. The main reason? They’re often stuck using outdated task assignment systems.</a:t>
            </a:r>
          </a:p>
          <a:p>
            <a:r>
              <a:rPr lang="en-US" sz="1200" b="0" i="0" kern="1200" dirty="0">
                <a:solidFill>
                  <a:schemeClr val="tx1"/>
                </a:solidFill>
                <a:effectLst/>
                <a:latin typeface="+mn-lt"/>
                <a:ea typeface="+mn-ea"/>
                <a:cs typeface="+mn-cs"/>
              </a:rPr>
              <a:t>So, even if you have a great product, you can end up delivering a poor experience to your customers.</a:t>
            </a:r>
          </a:p>
          <a:p>
            <a:r>
              <a:rPr lang="en-US" sz="1200" b="0" i="0" kern="1200" dirty="0">
                <a:solidFill>
                  <a:schemeClr val="tx1"/>
                </a:solidFill>
                <a:effectLst/>
                <a:latin typeface="+mn-lt"/>
                <a:ea typeface="+mn-ea"/>
                <a:cs typeface="+mn-cs"/>
              </a:rPr>
              <a:t>To put this into perspective, imagine a company with 100,000 customers. If they have a 30% annual churn rate and an average revenue per user of $70K, that company could lose around $2.09 billion each year—simply because customers are dissatisfied with poor service.</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2</a:t>
            </a:fld>
            <a:endParaRPr lang="en-US"/>
          </a:p>
        </p:txBody>
      </p:sp>
    </p:spTree>
    <p:extLst>
      <p:ext uri="{BB962C8B-B14F-4D97-AF65-F5344CB8AC3E}">
        <p14:creationId xmlns:p14="http://schemas.microsoft.com/office/powerpoint/2010/main" val="1236316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t>
            </a:r>
          </a:p>
          <a:p>
            <a:r>
              <a:rPr lang="en-US" sz="1200" b="0" i="0" kern="1200" dirty="0">
                <a:solidFill>
                  <a:schemeClr val="tx1"/>
                </a:solidFill>
                <a:effectLst/>
                <a:latin typeface="+mn-lt"/>
                <a:ea typeface="+mn-ea"/>
                <a:cs typeface="+mn-cs"/>
              </a:rPr>
              <a:t>In fact, let me show you what the current scheduling process actually looks like, and why it’s creating real inefficiencies across the operation.</a:t>
            </a:r>
          </a:p>
          <a:p>
            <a:r>
              <a:rPr lang="en-US" sz="1200" b="0" i="0" kern="1200" dirty="0">
                <a:solidFill>
                  <a:schemeClr val="tx1"/>
                </a:solidFill>
                <a:effectLst/>
                <a:latin typeface="+mn-lt"/>
                <a:ea typeface="+mn-ea"/>
                <a:cs typeface="+mn-cs"/>
              </a:rPr>
              <a:t>Right now, dispatchers assign tasks manually. They usually go by whoever’s available or closest to the job—not necessarily by who has the right skills or expertise. As a result, only about 58% of incoming tasks actually get matched to a technician who’s fully qualified for that job.</a:t>
            </a:r>
          </a:p>
          <a:p>
            <a:r>
              <a:rPr lang="en-US" sz="1200" b="0" i="0" kern="1200" dirty="0">
                <a:solidFill>
                  <a:schemeClr val="tx1"/>
                </a:solidFill>
                <a:effectLst/>
                <a:latin typeface="+mn-lt"/>
                <a:ea typeface="+mn-ea"/>
                <a:cs typeface="+mn-cs"/>
              </a:rPr>
              <a:t>This mismatch has a direct impact on our results. When technicians are assigned tasks outside their skill set, our first-time completion rate drops to just 58%. In other words, more than 4 out of 10 tasks require a second visit, which increases the workload and throws off the daily schedule.</a:t>
            </a:r>
          </a:p>
          <a:p>
            <a:r>
              <a:rPr lang="en-US" sz="1200" b="0" i="0" kern="1200" dirty="0">
                <a:solidFill>
                  <a:schemeClr val="tx1"/>
                </a:solidFill>
                <a:effectLst/>
                <a:latin typeface="+mn-lt"/>
                <a:ea typeface="+mn-ea"/>
                <a:cs typeface="+mn-cs"/>
              </a:rPr>
              <a:t>There’s also a clear financial cost. So far, the business has taken on about $17,000 in penalty costs just because of rework. Every failed job means dispatching another technician, which adds extra labor, travel, and customer follow-up expenses.</a:t>
            </a:r>
          </a:p>
          <a:p>
            <a:r>
              <a:rPr lang="en-US" sz="1200" b="0" i="0" kern="1200" dirty="0">
                <a:solidFill>
                  <a:schemeClr val="tx1"/>
                </a:solidFill>
                <a:effectLst/>
                <a:latin typeface="+mn-lt"/>
                <a:ea typeface="+mn-ea"/>
                <a:cs typeface="+mn-cs"/>
              </a:rPr>
              <a:t>From the technician’s perspective, it’s frustrating—they’re often given tasks they aren’t fully prepared for, which can really hurt morale. And customers are feeling it too. Our current customer satisfaction score averages just 3.06 out of 5, so we know the experience is already being impacted.</a:t>
            </a:r>
          </a:p>
          <a:p>
            <a:r>
              <a:rPr lang="en-US" sz="1200" b="0" i="0" kern="1200" dirty="0">
                <a:solidFill>
                  <a:schemeClr val="tx1"/>
                </a:solidFill>
                <a:effectLst/>
                <a:latin typeface="+mn-lt"/>
                <a:ea typeface="+mn-ea"/>
                <a:cs typeface="+mn-cs"/>
              </a:rPr>
              <a:t>So, that’s where we’re starting: a manual assignment process, low match accuracy, high rework, and added pressure on the business, our employees, and our customers.</a:t>
            </a:r>
          </a:p>
        </p:txBody>
      </p:sp>
      <p:sp>
        <p:nvSpPr>
          <p:cNvPr id="4" name="Slide Number Placeholder 3"/>
          <p:cNvSpPr>
            <a:spLocks noGrp="1"/>
          </p:cNvSpPr>
          <p:nvPr>
            <p:ph type="sldNum" sz="quarter" idx="5"/>
          </p:nvPr>
        </p:nvSpPr>
        <p:spPr/>
        <p:txBody>
          <a:bodyPr/>
          <a:lstStyle/>
          <a:p>
            <a:fld id="{2DD6E5AA-2C20-4C4E-BE94-E4CD41247A7F}" type="slidenum">
              <a:rPr lang="en-US" smtClean="0"/>
              <a:t>3</a:t>
            </a:fld>
            <a:endParaRPr lang="en-US"/>
          </a:p>
        </p:txBody>
      </p:sp>
    </p:spTree>
    <p:extLst>
      <p:ext uri="{BB962C8B-B14F-4D97-AF65-F5344CB8AC3E}">
        <p14:creationId xmlns:p14="http://schemas.microsoft.com/office/powerpoint/2010/main" val="1289004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why it matters</a:t>
            </a:r>
          </a:p>
          <a:p>
            <a:r>
              <a:rPr lang="en-US" sz="1200" b="0" i="0" kern="1200" dirty="0">
                <a:solidFill>
                  <a:schemeClr val="tx1"/>
                </a:solidFill>
                <a:effectLst/>
                <a:latin typeface="+mn-lt"/>
                <a:ea typeface="+mn-ea"/>
                <a:cs typeface="+mn-cs"/>
              </a:rPr>
              <a:t>So, now that we’ve seen where things stand today, the bigger question is: what happens if we don’t make any changes?</a:t>
            </a:r>
          </a:p>
          <a:p>
            <a:r>
              <a:rPr lang="en-US" sz="1200" b="0" i="0" kern="1200" dirty="0">
                <a:solidFill>
                  <a:schemeClr val="tx1"/>
                </a:solidFill>
                <a:effectLst/>
                <a:latin typeface="+mn-lt"/>
                <a:ea typeface="+mn-ea"/>
                <a:cs typeface="+mn-cs"/>
              </a:rPr>
              <a:t>The risks actually pile up in three major areas—financial, operational, and reputational.</a:t>
            </a:r>
          </a:p>
          <a:p>
            <a:r>
              <a:rPr lang="en-US" sz="1200" b="0" i="0" kern="1200" dirty="0">
                <a:solidFill>
                  <a:schemeClr val="tx1"/>
                </a:solidFill>
                <a:effectLst/>
                <a:latin typeface="+mn-lt"/>
                <a:ea typeface="+mn-ea"/>
                <a:cs typeface="+mn-cs"/>
              </a:rPr>
              <a:t>Let’s start with the financial impact. If we keep things as they are, the organization will keep absorbing costs from rework. Every time a job isn’t done right the first time, it means sending out another truck, spending more on labor, and sometimes even paying overtime. Plus, when we miss service level agreements and customers aren’t happy, that translates directly into lost revenue. Over time, we also miss out on chances to scale the business efficiently, which means losing out to competitors and passing up market opportunities.</a:t>
            </a:r>
          </a:p>
          <a:p>
            <a:r>
              <a:rPr lang="en-US" sz="1200" b="0" i="0" kern="1200" dirty="0">
                <a:solidFill>
                  <a:schemeClr val="tx1"/>
                </a:solidFill>
                <a:effectLst/>
                <a:latin typeface="+mn-lt"/>
                <a:ea typeface="+mn-ea"/>
                <a:cs typeface="+mn-cs"/>
              </a:rPr>
              <a:t>Operationally, the scheduling process stays inefficient. Tasks will continue to land with the wrong technicians, so some people end up overloaded while others are left waiting around. That kind of imbalance leads to burnout and higher turnover—which comes with its own costs when you factor in hiring and training new staff. And with limited capacity, it becomes harder for the organization to grow without sacrificing service quality.</a:t>
            </a:r>
          </a:p>
          <a:p>
            <a:r>
              <a:rPr lang="en-US" sz="1200" b="0" i="0" kern="1200" dirty="0">
                <a:solidFill>
                  <a:schemeClr val="tx1"/>
                </a:solidFill>
                <a:effectLst/>
                <a:latin typeface="+mn-lt"/>
                <a:ea typeface="+mn-ea"/>
                <a:cs typeface="+mn-cs"/>
              </a:rPr>
              <a:t>Finally, there’s reputational risk. Customer satisfaction is already under strain, and if things don’t improve, we risk eroding trust even further. That can lead to negative reviews, loss of customer loyalty, and in some cases, even regulatory attention or union concerns if working conditions aren’t addressed.</a:t>
            </a:r>
          </a:p>
          <a:p>
            <a:r>
              <a:rPr lang="en-US" sz="1200" b="0" i="0" kern="1200" dirty="0">
                <a:solidFill>
                  <a:schemeClr val="tx1"/>
                </a:solidFill>
                <a:effectLst/>
                <a:latin typeface="+mn-lt"/>
                <a:ea typeface="+mn-ea"/>
                <a:cs typeface="+mn-cs"/>
              </a:rPr>
              <a:t>So, the risk of doing nothing isn’t just about staying where we are—it actually means letting these financial, operational, and reputational problems grow bigger over time.</a:t>
            </a:r>
          </a:p>
        </p:txBody>
      </p:sp>
      <p:sp>
        <p:nvSpPr>
          <p:cNvPr id="4" name="Slide Number Placeholder 3"/>
          <p:cNvSpPr>
            <a:spLocks noGrp="1"/>
          </p:cNvSpPr>
          <p:nvPr>
            <p:ph type="sldNum" sz="quarter" idx="5"/>
          </p:nvPr>
        </p:nvSpPr>
        <p:spPr/>
        <p:txBody>
          <a:bodyPr/>
          <a:lstStyle/>
          <a:p>
            <a:fld id="{2DD6E5AA-2C20-4C4E-BE94-E4CD41247A7F}" type="slidenum">
              <a:rPr lang="en-US" smtClean="0"/>
              <a:t>4</a:t>
            </a:fld>
            <a:endParaRPr lang="en-US"/>
          </a:p>
        </p:txBody>
      </p:sp>
    </p:spTree>
    <p:extLst>
      <p:ext uri="{BB962C8B-B14F-4D97-AF65-F5344CB8AC3E}">
        <p14:creationId xmlns:p14="http://schemas.microsoft.com/office/powerpoint/2010/main" val="3009729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a:t>
            </a:r>
          </a:p>
          <a:p>
            <a:r>
              <a:rPr lang="en-US" sz="1200" b="0" i="0" kern="1200" dirty="0">
                <a:solidFill>
                  <a:schemeClr val="tx1"/>
                </a:solidFill>
                <a:effectLst/>
                <a:latin typeface="+mn-lt"/>
                <a:ea typeface="+mn-ea"/>
                <a:cs typeface="+mn-cs"/>
              </a:rPr>
              <a:t>So, how do we tackle these challenges? The solution I’m proposing is an automated task assignment system designed to boost accuracy, efficiency, and the overall quality of service.</a:t>
            </a:r>
          </a:p>
          <a:p>
            <a:r>
              <a:rPr lang="en-US" sz="1200" b="0" i="0" kern="1200" dirty="0">
                <a:solidFill>
                  <a:schemeClr val="tx1"/>
                </a:solidFill>
                <a:effectLst/>
                <a:latin typeface="+mn-lt"/>
                <a:ea typeface="+mn-ea"/>
                <a:cs typeface="+mn-cs"/>
              </a:rPr>
              <a:t>Here’s how it works:</a:t>
            </a:r>
          </a:p>
          <a:p>
            <a:r>
              <a:rPr lang="en-US" sz="1200" b="0" i="0" kern="1200" dirty="0">
                <a:solidFill>
                  <a:schemeClr val="tx1"/>
                </a:solidFill>
                <a:effectLst/>
                <a:latin typeface="+mn-lt"/>
                <a:ea typeface="+mn-ea"/>
                <a:cs typeface="+mn-cs"/>
              </a:rPr>
              <a:t>First, we start with a solid foundation—a robust database and data pipeline. This setup continuously brings in clean, organized data about both tasks and technicians. That way, the system always has up-to-date, reliable information to make decisions.</a:t>
            </a:r>
          </a:p>
          <a:p>
            <a:r>
              <a:rPr lang="en-US" sz="1200" b="0" i="0" kern="1200" dirty="0">
                <a:solidFill>
                  <a:schemeClr val="tx1"/>
                </a:solidFill>
                <a:effectLst/>
                <a:latin typeface="+mn-lt"/>
                <a:ea typeface="+mn-ea"/>
                <a:cs typeface="+mn-cs"/>
              </a:rPr>
              <a:t>Next, at the heart of the solution is a machine learning matching algorithm. This model looks at things like past performance, technician expertise, and the specific details of each task to predict which technician is the best fit for the job. So, instead of relying on gut instinct or manual assignments, we’re making data-driven decisions.</a:t>
            </a:r>
          </a:p>
          <a:p>
            <a:r>
              <a:rPr lang="en-US" sz="1200" b="0" i="0" kern="1200" dirty="0">
                <a:solidFill>
                  <a:schemeClr val="tx1"/>
                </a:solidFill>
                <a:effectLst/>
                <a:latin typeface="+mn-lt"/>
                <a:ea typeface="+mn-ea"/>
                <a:cs typeface="+mn-cs"/>
              </a:rPr>
              <a:t>We’ve also completely redesigned the user interface to make it more intuitive for both dispatchers and field teams. It’s now easier to see which technicians are available, review any unassigned tasks, and even understand why the system is recommending certain matches.</a:t>
            </a:r>
          </a:p>
          <a:p>
            <a:r>
              <a:rPr lang="en-US" sz="1200" b="0" i="0" kern="1200" dirty="0">
                <a:solidFill>
                  <a:schemeClr val="tx1"/>
                </a:solidFill>
                <a:effectLst/>
                <a:latin typeface="+mn-lt"/>
                <a:ea typeface="+mn-ea"/>
                <a:cs typeface="+mn-cs"/>
              </a:rPr>
              <a:t>And finally, automation steps in. Rather than dispatchers having to scroll through endless lists, the system can instantly recommend—or even automatically assign—the right technician for each job in real time. This cuts down decision-making time, reduces errors, and keeps jobs moving forward without unnecessary delays.</a:t>
            </a:r>
          </a:p>
          <a:p>
            <a:r>
              <a:rPr lang="en-US" sz="1200" b="0" i="0" kern="1200" dirty="0">
                <a:solidFill>
                  <a:schemeClr val="tx1"/>
                </a:solidFill>
                <a:effectLst/>
                <a:latin typeface="+mn-lt"/>
                <a:ea typeface="+mn-ea"/>
                <a:cs typeface="+mn-cs"/>
              </a:rPr>
              <a:t>When you put all these pieces together, the result is clear: faster, smarter technician assignments that set us up for success.</a:t>
            </a:r>
          </a:p>
        </p:txBody>
      </p:sp>
      <p:sp>
        <p:nvSpPr>
          <p:cNvPr id="4" name="Slide Number Placeholder 3"/>
          <p:cNvSpPr>
            <a:spLocks noGrp="1"/>
          </p:cNvSpPr>
          <p:nvPr>
            <p:ph type="sldNum" sz="quarter" idx="5"/>
          </p:nvPr>
        </p:nvSpPr>
        <p:spPr/>
        <p:txBody>
          <a:bodyPr/>
          <a:lstStyle/>
          <a:p>
            <a:fld id="{2DD6E5AA-2C20-4C4E-BE94-E4CD41247A7F}" type="slidenum">
              <a:rPr lang="en-US" smtClean="0"/>
              <a:t>5</a:t>
            </a:fld>
            <a:endParaRPr lang="en-US"/>
          </a:p>
        </p:txBody>
      </p:sp>
    </p:spTree>
    <p:extLst>
      <p:ext uri="{BB962C8B-B14F-4D97-AF65-F5344CB8AC3E}">
        <p14:creationId xmlns:p14="http://schemas.microsoft.com/office/powerpoint/2010/main" val="363632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min</a:t>
            </a:r>
          </a:p>
          <a:p>
            <a:r>
              <a:rPr lang="en-US" sz="1200" b="0" i="0" kern="1200" dirty="0">
                <a:solidFill>
                  <a:schemeClr val="tx1"/>
                </a:solidFill>
                <a:effectLst/>
                <a:latin typeface="+mn-lt"/>
                <a:ea typeface="+mn-ea"/>
                <a:cs typeface="+mn-cs"/>
              </a:rPr>
              <a:t>Let me walk you through how I got started with the data.</a:t>
            </a:r>
          </a:p>
          <a:p>
            <a:r>
              <a:rPr lang="en-US" sz="1200" b="0" i="0" kern="1200" dirty="0">
                <a:solidFill>
                  <a:schemeClr val="tx1"/>
                </a:solidFill>
                <a:effectLst/>
                <a:latin typeface="+mn-lt"/>
                <a:ea typeface="+mn-ea"/>
                <a:cs typeface="+mn-cs"/>
              </a:rPr>
              <a:t>I began with two datasets that I sourced from Kaggle. The first one covered task assignments and completion records for field technicians—basically, each row represented a unique task, along with details about the task and how well it matched the technician’s skills. The second dataset focused on completed assignments and their outcomes, including details like operational logistics, what each task required, and how customers rated the results.</a:t>
            </a:r>
          </a:p>
          <a:p>
            <a:r>
              <a:rPr lang="en-US" sz="1200" b="0" i="0" kern="1200" dirty="0">
                <a:solidFill>
                  <a:schemeClr val="tx1"/>
                </a:solidFill>
                <a:effectLst/>
                <a:latin typeface="+mn-lt"/>
                <a:ea typeface="+mn-ea"/>
                <a:cs typeface="+mn-cs"/>
              </a:rPr>
              <a:t>To make sense of all this raw data, I transformed everything into a clean, organized structure with three key tables: Technicians, Historical Tasks, and Unassigned Tasks, which you can see in the ERD. Each technician can be linked to multiple completed or incoming tasks—so one technician might have worked on several jobs and could be assigned to many more. This setup lets us connect someone’s past performance directly to their future assignments, and it keeps the data organized for predictive modeling.</a:t>
            </a:r>
          </a:p>
          <a:p>
            <a:r>
              <a:rPr lang="en-US" sz="1200" b="0" i="0" kern="1200" dirty="0">
                <a:solidFill>
                  <a:schemeClr val="tx1"/>
                </a:solidFill>
                <a:effectLst/>
                <a:latin typeface="+mn-lt"/>
                <a:ea typeface="+mn-ea"/>
                <a:cs typeface="+mn-cs"/>
              </a:rPr>
              <a:t>I also want to highlight a few key fields that I engineered for this project—like Penalty Cost and Expertise Match on </a:t>
            </a:r>
            <a:r>
              <a:rPr lang="en-US" sz="1200" b="0" i="0" kern="1200" dirty="0" err="1">
                <a:solidFill>
                  <a:schemeClr val="tx1"/>
                </a:solidFill>
                <a:effectLst/>
                <a:latin typeface="+mn-lt"/>
                <a:ea typeface="+mn-ea"/>
                <a:cs typeface="+mn-cs"/>
              </a:rPr>
              <a:t>historical_tasks</a:t>
            </a:r>
            <a:r>
              <a:rPr lang="en-US" sz="1200" b="0" i="0" kern="1200" dirty="0">
                <a:solidFill>
                  <a:schemeClr val="tx1"/>
                </a:solidFill>
                <a:effectLst/>
                <a:latin typeface="+mn-lt"/>
                <a:ea typeface="+mn-ea"/>
                <a:cs typeface="+mn-cs"/>
              </a:rPr>
              <a:t> table and Eqpt Trained and Tech Complexity in technicians table. These new features became important drivers for the model. The original datasets lacked broader context of the technician’s skills and distinct factors to merge on. Without those, it would have been hard for the model to really understand the real-world relationships at play.</a:t>
            </a:r>
          </a:p>
          <a:p>
            <a:r>
              <a:rPr lang="en-US" sz="1200" b="0" i="0" kern="1200" dirty="0">
                <a:solidFill>
                  <a:schemeClr val="tx1"/>
                </a:solidFill>
                <a:effectLst/>
                <a:latin typeface="+mn-lt"/>
                <a:ea typeface="+mn-ea"/>
                <a:cs typeface="+mn-cs"/>
              </a:rPr>
              <a:t>By creating these engineered fields, I was able to give the model more meaningful information to work with, which laid a strong foundation for the predictive work that comes next.</a:t>
            </a:r>
          </a:p>
        </p:txBody>
      </p:sp>
      <p:sp>
        <p:nvSpPr>
          <p:cNvPr id="4" name="Slide Number Placeholder 3"/>
          <p:cNvSpPr>
            <a:spLocks noGrp="1"/>
          </p:cNvSpPr>
          <p:nvPr>
            <p:ph type="sldNum" sz="quarter" idx="5"/>
          </p:nvPr>
        </p:nvSpPr>
        <p:spPr/>
        <p:txBody>
          <a:bodyPr/>
          <a:lstStyle/>
          <a:p>
            <a:fld id="{2DD6E5AA-2C20-4C4E-BE94-E4CD41247A7F}" type="slidenum">
              <a:rPr lang="en-US" smtClean="0"/>
              <a:t>6</a:t>
            </a:fld>
            <a:endParaRPr lang="en-US"/>
          </a:p>
        </p:txBody>
      </p:sp>
    </p:spTree>
    <p:extLst>
      <p:ext uri="{BB962C8B-B14F-4D97-AF65-F5344CB8AC3E}">
        <p14:creationId xmlns:p14="http://schemas.microsoft.com/office/powerpoint/2010/main" val="2687498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1 min</a:t>
            </a:r>
          </a:p>
          <a:p>
            <a:r>
              <a:rPr lang="en-US" dirty="0"/>
              <a:t>“For the data preparation phase, I focused on three major steps to get the datasets ready for modeling: </a:t>
            </a:r>
            <a:r>
              <a:rPr lang="en-US" b="1" dirty="0"/>
              <a:t>joining the tables, imputing missing values, and engineering new features</a:t>
            </a:r>
            <a:r>
              <a:rPr lang="en-US" dirty="0"/>
              <a:t>.</a:t>
            </a:r>
          </a:p>
          <a:p>
            <a:r>
              <a:rPr lang="en-US" b="1" dirty="0"/>
              <a:t>First, joining the datasets:</a:t>
            </a:r>
            <a:br>
              <a:rPr lang="en-US" dirty="0"/>
            </a:br>
            <a:r>
              <a:rPr lang="en-US" dirty="0"/>
              <a:t>The two original Kaggle tables each captured different parts of the story. One focused on technician task assignments, while the other detailed completed task outcomes. To give the model a fuller picture, I merged them using shared fields—specifically </a:t>
            </a:r>
            <a:r>
              <a:rPr lang="en-US" b="1" dirty="0"/>
              <a:t>task priority</a:t>
            </a:r>
            <a:r>
              <a:rPr lang="en-US" dirty="0"/>
              <a:t> and </a:t>
            </a:r>
            <a:r>
              <a:rPr lang="en-US" b="1" dirty="0"/>
              <a:t>distance to task</a:t>
            </a:r>
            <a:r>
              <a:rPr lang="en-US" dirty="0"/>
              <a:t>—which allowed me to bring in important fields like </a:t>
            </a:r>
            <a:r>
              <a:rPr lang="en-US" b="1" dirty="0"/>
              <a:t>task complexity, equipment required, and customer rating</a:t>
            </a:r>
            <a:r>
              <a:rPr lang="en-US" dirty="0"/>
              <a:t> that weren’t available in both tables.</a:t>
            </a:r>
          </a:p>
          <a:p>
            <a:r>
              <a:rPr lang="en-US" b="1" dirty="0"/>
              <a:t>Second, imputation:</a:t>
            </a:r>
            <a:br>
              <a:rPr lang="en-US" dirty="0"/>
            </a:br>
            <a:r>
              <a:rPr lang="en-US" dirty="0"/>
              <a:t>One key variable—</a:t>
            </a:r>
            <a:r>
              <a:rPr lang="en-US" b="1" dirty="0"/>
              <a:t>Penalty Cost</a:t>
            </a:r>
            <a:r>
              <a:rPr lang="en-US" dirty="0"/>
              <a:t>—was missing entirely from the historical tasks table, but it’s important for understanding technician performance and the business impact of delays. The dataset description notes that penalty cost is calculated based on task priority, and during exploratory analysis I found consistent value ranges for each priority level. Using those patterns, I </a:t>
            </a:r>
            <a:r>
              <a:rPr lang="en-US" b="1" dirty="0"/>
              <a:t>reconstructed penalty cost</a:t>
            </a:r>
            <a:r>
              <a:rPr lang="en-US" dirty="0"/>
              <a:t> values so the model could learn from realistic performance signals.</a:t>
            </a:r>
          </a:p>
          <a:p>
            <a:r>
              <a:rPr lang="en-US" dirty="0"/>
              <a:t>And finally, feature engineering.</a:t>
            </a:r>
            <a:br>
              <a:rPr lang="en-US" dirty="0"/>
            </a:br>
            <a:r>
              <a:rPr lang="en-US" dirty="0"/>
              <a:t>Both datasets lacked context around technician skill levels, so I created two new fields: Equipment Trained and Technician Complexity. These helped me reinterpret the original Expertise Match field. The new logic evaluates whether a technician is actually qualified for a task by looking at what equipment the task requires and whether the task’s complexity aligns with the technician’s demonstrated ability. That was the assumption we needed to make about what Expertise Match was supposed to represent. Once that logic was defined, I recalibrated the original Expertise Match column to keep everything consistent.</a:t>
            </a:r>
          </a:p>
          <a:p>
            <a:r>
              <a:rPr lang="en-US" dirty="0"/>
              <a:t>Essentially, what we’re trying to understand is: based on the types of tasks a technician has successfully completed in the past, what does that say about their skillset?</a:t>
            </a:r>
            <a:br>
              <a:rPr lang="en-US" dirty="0"/>
            </a:br>
            <a:r>
              <a:rPr lang="en-US" dirty="0"/>
              <a:t>This step was important because it adds real-world intelligence into the dataset—allowing the model to understand not just </a:t>
            </a:r>
            <a:r>
              <a:rPr lang="en-US" i="1" dirty="0"/>
              <a:t>what</a:t>
            </a:r>
            <a:r>
              <a:rPr lang="en-US" dirty="0"/>
              <a:t> was assigned before, but </a:t>
            </a:r>
            <a:r>
              <a:rPr lang="en-US" i="1" dirty="0"/>
              <a:t>why</a:t>
            </a:r>
            <a:r>
              <a:rPr lang="en-US" dirty="0"/>
              <a:t> certain assignments succeeded or failed.”</a:t>
            </a:r>
          </a:p>
        </p:txBody>
      </p:sp>
      <p:sp>
        <p:nvSpPr>
          <p:cNvPr id="4" name="Slide Number Placeholder 3"/>
          <p:cNvSpPr>
            <a:spLocks noGrp="1"/>
          </p:cNvSpPr>
          <p:nvPr>
            <p:ph type="sldNum" sz="quarter" idx="5"/>
          </p:nvPr>
        </p:nvSpPr>
        <p:spPr/>
        <p:txBody>
          <a:bodyPr/>
          <a:lstStyle/>
          <a:p>
            <a:fld id="{2DD6E5AA-2C20-4C4E-BE94-E4CD41247A7F}" type="slidenum">
              <a:rPr lang="en-US" smtClean="0"/>
              <a:t>7</a:t>
            </a:fld>
            <a:endParaRPr lang="en-US"/>
          </a:p>
        </p:txBody>
      </p:sp>
    </p:spTree>
    <p:extLst>
      <p:ext uri="{BB962C8B-B14F-4D97-AF65-F5344CB8AC3E}">
        <p14:creationId xmlns:p14="http://schemas.microsoft.com/office/powerpoint/2010/main" val="524767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1 min</a:t>
            </a:r>
          </a:p>
          <a:p>
            <a:r>
              <a:rPr lang="en-US" dirty="0"/>
              <a:t>“For the modeling approach, the main question we wanted to answer was: </a:t>
            </a:r>
            <a:r>
              <a:rPr lang="en-US" i="1" dirty="0"/>
              <a:t>Who has the best chance of successfully completing this task?</a:t>
            </a:r>
            <a:br>
              <a:rPr lang="en-US" dirty="0"/>
            </a:br>
            <a:r>
              <a:rPr lang="en-US" dirty="0"/>
              <a:t>To get there, the workflow is built into three cascading steps—train the model, generate predictions, and select the best technician. Starting with training the model: I used an </a:t>
            </a:r>
            <a:r>
              <a:rPr lang="en-US" b="1" dirty="0" err="1"/>
              <a:t>XGBoost</a:t>
            </a:r>
            <a:r>
              <a:rPr lang="en-US" b="1" dirty="0"/>
              <a:t> classifier</a:t>
            </a:r>
            <a:r>
              <a:rPr lang="en-US" dirty="0"/>
              <a:t>, with the feature inputs combining </a:t>
            </a:r>
            <a:r>
              <a:rPr lang="en-US" b="1" dirty="0"/>
              <a:t>task attributes</a:t>
            </a:r>
            <a:r>
              <a:rPr lang="en-US" dirty="0"/>
              <a:t>—such as priority, complexity, and equipment requirements—and </a:t>
            </a:r>
            <a:r>
              <a:rPr lang="en-US" b="1" dirty="0"/>
              <a:t>technician stats</a:t>
            </a:r>
            <a:r>
              <a:rPr lang="en-US" dirty="0"/>
              <a:t>, like whether they are eqpt trained and average customer rating from previous tasks.</a:t>
            </a:r>
            <a:br>
              <a:rPr lang="en-US" dirty="0"/>
            </a:br>
            <a:r>
              <a:rPr lang="en-US" dirty="0"/>
              <a:t>The target variable was simply whether the task was completed or not.</a:t>
            </a:r>
            <a:br>
              <a:rPr lang="en-US" dirty="0"/>
            </a:br>
            <a:r>
              <a:rPr lang="en-US" dirty="0"/>
              <a:t>The model was trained on an </a:t>
            </a:r>
            <a:r>
              <a:rPr lang="en-US" b="1" dirty="0"/>
              <a:t>80/20 train–test split</a:t>
            </a:r>
            <a:r>
              <a:rPr lang="en-US" dirty="0"/>
              <a:t>, and it delivered an </a:t>
            </a:r>
            <a:r>
              <a:rPr lang="en-US" b="1" dirty="0"/>
              <a:t>ROC-AUC of 0.667</a:t>
            </a:r>
            <a:r>
              <a:rPr lang="en-US" dirty="0"/>
              <a:t> and an </a:t>
            </a:r>
            <a:r>
              <a:rPr lang="en-US" b="1" dirty="0"/>
              <a:t>accuracy of 83.3%</a:t>
            </a:r>
            <a:r>
              <a:rPr lang="en-US" dirty="0"/>
              <a:t>, which indicates that the model is moderately good at distinguishing successful versus unsuccessful assignments, while maintaining a strong overall correctness rate.</a:t>
            </a:r>
          </a:p>
          <a:p>
            <a:r>
              <a:rPr lang="en-US" dirty="0"/>
              <a:t>Once the model was trained, we applied it to every possible technician–task pair.</a:t>
            </a:r>
            <a:br>
              <a:rPr lang="en-US" dirty="0"/>
            </a:br>
            <a:r>
              <a:rPr lang="en-US" dirty="0"/>
              <a:t>That means for each unassigned task, the model predicts the probability that </a:t>
            </a:r>
            <a:r>
              <a:rPr lang="en-US" i="1" dirty="0"/>
              <a:t>each</a:t>
            </a:r>
            <a:r>
              <a:rPr lang="en-US" dirty="0"/>
              <a:t> technician would successfully complete it.</a:t>
            </a:r>
          </a:p>
          <a:p>
            <a:r>
              <a:rPr lang="en-US" dirty="0"/>
              <a:t>And finally, to make the assignment decision, I used a </a:t>
            </a:r>
            <a:r>
              <a:rPr lang="en-US" dirty="0" err="1"/>
              <a:t>softmax</a:t>
            </a:r>
            <a:r>
              <a:rPr lang="en-US" dirty="0"/>
              <a:t>-based approach.</a:t>
            </a:r>
            <a:br>
              <a:rPr lang="en-US" dirty="0"/>
            </a:br>
            <a:r>
              <a:rPr lang="en-US" dirty="0"/>
              <a:t>This takes all the predicted probabilities for a task and turns them into weighted random choices. The benefit here is that the highest-probability technician is still the most likely to be selected, but we avoid systematic bias toward technicians who tend to score higher across the board. It keeps the process fair and balanced.</a:t>
            </a:r>
          </a:p>
          <a:p>
            <a:r>
              <a:rPr lang="en-US" dirty="0"/>
              <a:t>Overall, this framework lets us compare technicians in a consistent, data-driven way and assign each task to the individual with the strongest likelihood of success.”</a:t>
            </a:r>
          </a:p>
        </p:txBody>
      </p:sp>
      <p:sp>
        <p:nvSpPr>
          <p:cNvPr id="4" name="Slide Number Placeholder 3"/>
          <p:cNvSpPr>
            <a:spLocks noGrp="1"/>
          </p:cNvSpPr>
          <p:nvPr>
            <p:ph type="sldNum" sz="quarter" idx="5"/>
          </p:nvPr>
        </p:nvSpPr>
        <p:spPr/>
        <p:txBody>
          <a:bodyPr/>
          <a:lstStyle/>
          <a:p>
            <a:fld id="{2DD6E5AA-2C20-4C4E-BE94-E4CD41247A7F}" type="slidenum">
              <a:rPr lang="en-US" smtClean="0"/>
              <a:t>8</a:t>
            </a:fld>
            <a:endParaRPr lang="en-US"/>
          </a:p>
        </p:txBody>
      </p:sp>
    </p:spTree>
    <p:extLst>
      <p:ext uri="{BB962C8B-B14F-4D97-AF65-F5344CB8AC3E}">
        <p14:creationId xmlns:p14="http://schemas.microsoft.com/office/powerpoint/2010/main" val="164946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3 min</a:t>
            </a:r>
          </a:p>
          <a:p>
            <a:r>
              <a:rPr lang="en-US" dirty="0"/>
              <a:t>“Now that we’ve covered how the model makes predictions, I want to show how the entire system comes together in practice.</a:t>
            </a:r>
          </a:p>
          <a:p>
            <a:r>
              <a:rPr lang="en-US" dirty="0"/>
              <a:t>The application runs on a </a:t>
            </a:r>
            <a:r>
              <a:rPr lang="en-US" dirty="0" err="1"/>
              <a:t>FastAPI</a:t>
            </a:r>
            <a:r>
              <a:rPr lang="en-US" dirty="0"/>
              <a:t> backend, which does all the heavy lifting. It serves the machine-learning model, manages the data flow, and handles all the Python-based transformations behind the scenes.</a:t>
            </a:r>
          </a:p>
          <a:p>
            <a:r>
              <a:rPr lang="en-US" dirty="0"/>
              <a:t>On the front end, I built a React interface that gives users a clean, intuitive way to interact with the system and request technician assignments in real time.</a:t>
            </a:r>
          </a:p>
          <a:p>
            <a:r>
              <a:rPr lang="en-US" dirty="0"/>
              <a:t>These two layers connect through a fully API-driven architecture, so every prediction, task update, and technician detail moves smoothly between the backend and the user interface.</a:t>
            </a:r>
          </a:p>
          <a:p>
            <a:r>
              <a:rPr lang="en-US" dirty="0"/>
              <a:t>With that foundation in place, let me walk you through what the system actually looks like </a:t>
            </a:r>
          </a:p>
          <a:p>
            <a:r>
              <a:rPr lang="en-US" b="1" dirty="0"/>
              <a:t>12. Application Demo (Screenshots or Live Demo)</a:t>
            </a:r>
          </a:p>
          <a:p>
            <a:r>
              <a:rPr lang="en-US" dirty="0"/>
              <a:t>Homepage</a:t>
            </a:r>
          </a:p>
          <a:p>
            <a:r>
              <a:rPr lang="en-US" dirty="0"/>
              <a:t>Technician profile</a:t>
            </a:r>
          </a:p>
          <a:p>
            <a:r>
              <a:rPr lang="en-US" dirty="0"/>
              <a:t>Unassigned tasks list</a:t>
            </a:r>
          </a:p>
          <a:p>
            <a:r>
              <a:rPr lang="en-US" dirty="0"/>
              <a:t>Automated assignment workflow</a:t>
            </a:r>
          </a:p>
          <a:p>
            <a:r>
              <a:rPr lang="en-US" dirty="0"/>
              <a:t>“Assigned” confirmation and logs</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9</a:t>
            </a:fld>
            <a:endParaRPr lang="en-US"/>
          </a:p>
        </p:txBody>
      </p:sp>
    </p:spTree>
    <p:extLst>
      <p:ext uri="{BB962C8B-B14F-4D97-AF65-F5344CB8AC3E}">
        <p14:creationId xmlns:p14="http://schemas.microsoft.com/office/powerpoint/2010/main" val="1131846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you’ve seen how the system actually works end-to-end, here is what this new process delivers in practice.</a:t>
            </a:r>
            <a:br>
              <a:rPr lang="en-US" dirty="0"/>
            </a:br>
            <a:r>
              <a:rPr lang="en-US" dirty="0"/>
              <a:t>To evaluate impact, I broke the results into three areas that matter most to the business: </a:t>
            </a:r>
            <a:r>
              <a:rPr lang="en-US" b="1" dirty="0"/>
              <a:t>operational performance, financial efficiency, and company reputation</a:t>
            </a:r>
            <a:r>
              <a:rPr lang="en-US" dirty="0"/>
              <a:t>.</a:t>
            </a:r>
            <a:br>
              <a:rPr lang="en-US" dirty="0"/>
            </a:br>
            <a:endParaRPr lang="en-US" dirty="0"/>
          </a:p>
          <a:p>
            <a:r>
              <a:rPr lang="en-US" dirty="0"/>
              <a:t>“Operationally, the system drove a significant performance lift. Our overall task completion rate increased by </a:t>
            </a:r>
            <a:r>
              <a:rPr lang="en-US" b="1" dirty="0"/>
              <a:t>32%</a:t>
            </a:r>
            <a:r>
              <a:rPr lang="en-US" dirty="0"/>
              <a:t>, rising from 58% to 76.5%. That improvement directly reflects the model’s ability to assign the right technician to the right job. </a:t>
            </a:r>
          </a:p>
          <a:p>
            <a:r>
              <a:rPr lang="en-US" dirty="0"/>
              <a:t>Now, the expertise match rate itself remained at </a:t>
            </a:r>
            <a:r>
              <a:rPr lang="en-US" b="1" dirty="0"/>
              <a:t>58%</a:t>
            </a:r>
            <a:r>
              <a:rPr lang="en-US" dirty="0"/>
              <a:t>, but the quality of those matches improved dramatically. If you look at the tables here, When a technician </a:t>
            </a:r>
            <a:r>
              <a:rPr lang="en-US" i="1" dirty="0"/>
              <a:t>was</a:t>
            </a:r>
            <a:r>
              <a:rPr lang="en-US" dirty="0"/>
              <a:t> matched on expertise, they were far more likely to complete the task successfully. And when expertise was missing, the system exposed those mismatches more clearly.</a:t>
            </a:r>
          </a:p>
          <a:p>
            <a:r>
              <a:rPr lang="en-US" dirty="0"/>
              <a:t>Together, this means faster job turnaround, fewer errors, and a much more efficient use of our field workforce.”</a:t>
            </a:r>
          </a:p>
          <a:p>
            <a:endParaRPr lang="en-US" dirty="0"/>
          </a:p>
        </p:txBody>
      </p:sp>
      <p:sp>
        <p:nvSpPr>
          <p:cNvPr id="4" name="Slide Number Placeholder 3"/>
          <p:cNvSpPr>
            <a:spLocks noGrp="1"/>
          </p:cNvSpPr>
          <p:nvPr>
            <p:ph type="sldNum" sz="quarter" idx="5"/>
          </p:nvPr>
        </p:nvSpPr>
        <p:spPr/>
        <p:txBody>
          <a:bodyPr/>
          <a:lstStyle/>
          <a:p>
            <a:fld id="{2DD6E5AA-2C20-4C4E-BE94-E4CD41247A7F}" type="slidenum">
              <a:rPr lang="en-US" smtClean="0"/>
              <a:t>10</a:t>
            </a:fld>
            <a:endParaRPr lang="en-US"/>
          </a:p>
        </p:txBody>
      </p:sp>
    </p:spTree>
    <p:extLst>
      <p:ext uri="{BB962C8B-B14F-4D97-AF65-F5344CB8AC3E}">
        <p14:creationId xmlns:p14="http://schemas.microsoft.com/office/powerpoint/2010/main" val="397328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clearest indicators of improvement is penalty cost. Today, the organization incurs about </a:t>
            </a:r>
            <a:r>
              <a:rPr lang="en-US" b="1" dirty="0"/>
              <a:t>$16.8K</a:t>
            </a:r>
            <a:r>
              <a:rPr lang="en-US" dirty="0"/>
              <a:t> in avoidable penalties due to misassignments and rework.</a:t>
            </a:r>
          </a:p>
          <a:p>
            <a:r>
              <a:rPr lang="en-US" dirty="0"/>
              <a:t>With the optimized matching model, that number drops to $4.1K — a reduction of $12.7K, or about 76%. This improvement is driven largely by better completion of urgent, high-priority tasks from the looks of the pie graphs— the tasks that carry the highest financial risk when they fail. The financial impact shows up in three ways: First, we avoid expensive rework — fewer repeat truck rolls, less overtime, and fewer SLA violations. Second, technicians spend less time fixing failed jobs and more time completing billable work. And third, margins improve because the costliest tasks are being done correctly the first time. Altogether, this reduction in penalty cost directly boosts operational efficiency and bottom-line profitability</a:t>
            </a:r>
          </a:p>
        </p:txBody>
      </p:sp>
      <p:sp>
        <p:nvSpPr>
          <p:cNvPr id="4" name="Slide Number Placeholder 3"/>
          <p:cNvSpPr>
            <a:spLocks noGrp="1"/>
          </p:cNvSpPr>
          <p:nvPr>
            <p:ph type="sldNum" sz="quarter" idx="5"/>
          </p:nvPr>
        </p:nvSpPr>
        <p:spPr/>
        <p:txBody>
          <a:bodyPr/>
          <a:lstStyle/>
          <a:p>
            <a:fld id="{2DD6E5AA-2C20-4C4E-BE94-E4CD41247A7F}" type="slidenum">
              <a:rPr lang="en-US" smtClean="0"/>
              <a:t>11</a:t>
            </a:fld>
            <a:endParaRPr lang="en-US"/>
          </a:p>
        </p:txBody>
      </p:sp>
    </p:spTree>
    <p:extLst>
      <p:ext uri="{BB962C8B-B14F-4D97-AF65-F5344CB8AC3E}">
        <p14:creationId xmlns:p14="http://schemas.microsoft.com/office/powerpoint/2010/main" val="1750273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reputational standpoint, we also saw a clear improvement in customer experience. The average customer rating increased by </a:t>
            </a:r>
            <a:r>
              <a:rPr lang="en-US" b="1" dirty="0"/>
              <a:t>20%</a:t>
            </a:r>
            <a:r>
              <a:rPr lang="en-US" dirty="0"/>
              <a:t>, reaching </a:t>
            </a:r>
            <a:r>
              <a:rPr lang="en-US" b="1" dirty="0"/>
              <a:t>3.66</a:t>
            </a:r>
            <a:r>
              <a:rPr lang="en-US" dirty="0"/>
              <a:t>, and the bar chart shows a noticeable left-skew, meaning more customers are giving higher scores after implementation.</a:t>
            </a:r>
          </a:p>
          <a:p>
            <a:r>
              <a:rPr lang="en-US" dirty="0"/>
              <a:t>This shift reflects stronger confidence in service quality and a more consistent experience in the field. Higher satisfaction not only strengthens the company’s public reputation but also improves customer retention — which is critical in a telecom market where reliability is a major differentiator.</a:t>
            </a:r>
          </a:p>
          <a:p>
            <a:r>
              <a:rPr lang="en-US" dirty="0"/>
              <a:t>Overall, the system doesn’t just make operations and finances better — it meaningfully improves how customers feel about the service they receive.”</a:t>
            </a:r>
          </a:p>
        </p:txBody>
      </p:sp>
      <p:sp>
        <p:nvSpPr>
          <p:cNvPr id="4" name="Slide Number Placeholder 3"/>
          <p:cNvSpPr>
            <a:spLocks noGrp="1"/>
          </p:cNvSpPr>
          <p:nvPr>
            <p:ph type="sldNum" sz="quarter" idx="5"/>
          </p:nvPr>
        </p:nvSpPr>
        <p:spPr/>
        <p:txBody>
          <a:bodyPr/>
          <a:lstStyle/>
          <a:p>
            <a:fld id="{2DD6E5AA-2C20-4C4E-BE94-E4CD41247A7F}" type="slidenum">
              <a:rPr lang="en-US" smtClean="0"/>
              <a:t>12</a:t>
            </a:fld>
            <a:endParaRPr lang="en-US"/>
          </a:p>
        </p:txBody>
      </p:sp>
    </p:spTree>
    <p:extLst>
      <p:ext uri="{BB962C8B-B14F-4D97-AF65-F5344CB8AC3E}">
        <p14:creationId xmlns:p14="http://schemas.microsoft.com/office/powerpoint/2010/main" val="18750714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a:t>
            </a:r>
          </a:p>
          <a:p>
            <a:r>
              <a:rPr lang="en-US" dirty="0"/>
              <a:t>“As strong as these results are, it’s also important to look at the limitations and where this system can go next.</a:t>
            </a:r>
            <a:br>
              <a:rPr lang="en-US" dirty="0"/>
            </a:br>
            <a:r>
              <a:rPr lang="en-US" dirty="0"/>
              <a:t>The biggest challenge was the size of the training dataset. With so few records, the model could only learn a narrow range of patterns, which increases the chance of overfitting and limits how well it can generalize to new or unusual tasks.</a:t>
            </a:r>
          </a:p>
          <a:p>
            <a:r>
              <a:rPr lang="en-US" dirty="0"/>
              <a:t>Another limitation was the lack of contextual depth in the Kaggle datasets. Key operational information—like technician certifications, task categories, route constraints, or work history—simply wasn’t there. Because of that, a lot of the engineered fields, like technician complexity and equipment training, had to be inferred based on assumptions rather than true behavioral data. That allowed the model to function, but it also introduced uncertainty and made those columns less precise than they would be with real-world context.</a:t>
            </a:r>
          </a:p>
          <a:p>
            <a:r>
              <a:rPr lang="en-US" dirty="0"/>
              <a:t>Looking ahead, expanding data collection is the single biggest opportunity for improvement. Pulling data directly from the live service platform would allow us to build richer technician profiles, more accurate task attributes, and a far more robust training set.</a:t>
            </a:r>
          </a:p>
          <a:p>
            <a:r>
              <a:rPr lang="en-US" dirty="0"/>
              <a:t>There’s also room to explore how the model responds to real-time disruptions—things like sudden outages, high-volume spikes, or when a technician unexpectedly becomes unavailable. This could give very practical operational value.</a:t>
            </a:r>
          </a:p>
          <a:p>
            <a:r>
              <a:rPr lang="en-US" dirty="0"/>
              <a:t>And finally, integrating route optimization would push the system closer to real scheduling intelligence. Adding travel times, geographic constraints, and technician proximity would not only improve assignment accuracy but also reduce idle time and speed up service delivery.</a:t>
            </a:r>
          </a:p>
          <a:p>
            <a:r>
              <a:rPr lang="en-US" dirty="0"/>
              <a:t>So while the current model performs well within the constraints of the dataset, there is a clear path to making it smarter, more flexible, and much more aligned with real-world field operations.”</a:t>
            </a:r>
          </a:p>
        </p:txBody>
      </p:sp>
      <p:sp>
        <p:nvSpPr>
          <p:cNvPr id="4" name="Slide Number Placeholder 3"/>
          <p:cNvSpPr>
            <a:spLocks noGrp="1"/>
          </p:cNvSpPr>
          <p:nvPr>
            <p:ph type="sldNum" sz="quarter" idx="5"/>
          </p:nvPr>
        </p:nvSpPr>
        <p:spPr/>
        <p:txBody>
          <a:bodyPr/>
          <a:lstStyle/>
          <a:p>
            <a:fld id="{2DD6E5AA-2C20-4C4E-BE94-E4CD41247A7F}" type="slidenum">
              <a:rPr lang="en-US" smtClean="0"/>
              <a:t>13</a:t>
            </a:fld>
            <a:endParaRPr lang="en-US"/>
          </a:p>
        </p:txBody>
      </p:sp>
    </p:spTree>
    <p:extLst>
      <p:ext uri="{BB962C8B-B14F-4D97-AF65-F5344CB8AC3E}">
        <p14:creationId xmlns:p14="http://schemas.microsoft.com/office/powerpoint/2010/main" val="20480568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a:t>
            </a:r>
          </a:p>
          <a:p>
            <a:r>
              <a:rPr lang="en-US" dirty="0"/>
              <a:t>To fully realize that value, I recommend a structured rollout: start with a pilot region, pair it with hands-on technician training focused on interpreting assignments and understanding expertise logic, and trainings for supervisors to learn about to use the tool from the UI. Change management should include clear communication on </a:t>
            </a:r>
            <a:r>
              <a:rPr lang="en-US" i="1" dirty="0"/>
              <a:t>why</a:t>
            </a:r>
            <a:r>
              <a:rPr lang="en-US" dirty="0"/>
              <a:t> the system is being adopted, simple job aids, and ongoing feedback loops so both technicians and supervisors can shape how the tool evolves.</a:t>
            </a:r>
          </a:p>
          <a:p>
            <a:r>
              <a:rPr lang="en-US" dirty="0"/>
              <a:t>With these steps in place, this solution can become a new benchmark for operational efficiency, reliability, and customer satisfaction—turning data insights into meaningful business impact.</a:t>
            </a:r>
            <a:br>
              <a:rPr lang="en-US" dirty="0"/>
            </a:br>
            <a:r>
              <a:rPr lang="en-US" dirty="0"/>
              <a:t>And this concludes the presentation. Thank you all for listening.”</a:t>
            </a:r>
          </a:p>
        </p:txBody>
      </p:sp>
      <p:sp>
        <p:nvSpPr>
          <p:cNvPr id="4" name="Slide Number Placeholder 3"/>
          <p:cNvSpPr>
            <a:spLocks noGrp="1"/>
          </p:cNvSpPr>
          <p:nvPr>
            <p:ph type="sldNum" sz="quarter" idx="5"/>
          </p:nvPr>
        </p:nvSpPr>
        <p:spPr/>
        <p:txBody>
          <a:bodyPr/>
          <a:lstStyle/>
          <a:p>
            <a:fld id="{2DD6E5AA-2C20-4C4E-BE94-E4CD41247A7F}" type="slidenum">
              <a:rPr lang="en-US" smtClean="0"/>
              <a:t>14</a:t>
            </a:fld>
            <a:endParaRPr lang="en-US"/>
          </a:p>
        </p:txBody>
      </p:sp>
    </p:spTree>
    <p:extLst>
      <p:ext uri="{BB962C8B-B14F-4D97-AF65-F5344CB8AC3E}">
        <p14:creationId xmlns:p14="http://schemas.microsoft.com/office/powerpoint/2010/main" val="20674398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14639295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960972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93113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3283566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CC6C37-217C-4E3F-A720-649A358A3115}" type="datetimeFigureOut">
              <a:rPr lang="en-US" smtClean="0"/>
              <a:t>11/19/2025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7397574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CC6C37-217C-4E3F-A720-649A358A3115}"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898347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CC6C37-217C-4E3F-A720-649A358A3115}" type="datetimeFigureOut">
              <a:rPr lang="en-US" smtClean="0"/>
              <a:t>11/19/2025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9150006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2036825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1247740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3322161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8277386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873909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6CC6C37-217C-4E3F-A720-649A358A3115}" type="datetimeFigureOut">
              <a:rPr lang="en-US" smtClean="0"/>
              <a:t>11/19/2025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4029669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CC6C37-217C-4E3F-A720-649A358A3115}"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7807672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6CC6C37-217C-4E3F-A720-649A358A3115}" type="datetimeFigureOut">
              <a:rPr lang="en-US" smtClean="0"/>
              <a:t>11/19/2025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25095292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1681675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CC6C37-217C-4E3F-A720-649A358A3115}" type="datetimeFigureOut">
              <a:rPr lang="en-US" smtClean="0"/>
              <a:t>11/19/2025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B29862-F48E-4F54-913B-BAA21766EC4A}" type="slidenum">
              <a:rPr lang="en-US" smtClean="0"/>
              <a:t>‹#›</a:t>
            </a:fld>
            <a:endParaRPr lang="en-US"/>
          </a:p>
        </p:txBody>
      </p:sp>
    </p:spTree>
    <p:extLst>
      <p:ext uri="{BB962C8B-B14F-4D97-AF65-F5344CB8AC3E}">
        <p14:creationId xmlns:p14="http://schemas.microsoft.com/office/powerpoint/2010/main" val="4230155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6CC6C37-217C-4E3F-A720-649A358A3115}" type="datetimeFigureOut">
              <a:rPr lang="en-US" smtClean="0"/>
              <a:t>11/19/2025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BB29862-F48E-4F54-913B-BAA21766EC4A}" type="slidenum">
              <a:rPr lang="en-US" smtClean="0"/>
              <a:t>‹#›</a:t>
            </a:fld>
            <a:endParaRPr lang="en-US"/>
          </a:p>
        </p:txBody>
      </p:sp>
    </p:spTree>
    <p:extLst>
      <p:ext uri="{BB962C8B-B14F-4D97-AF65-F5344CB8AC3E}">
        <p14:creationId xmlns:p14="http://schemas.microsoft.com/office/powerpoint/2010/main" val="236677890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6.xml"/><Relationship Id="rId13" Type="http://schemas.openxmlformats.org/officeDocument/2006/relationships/diagramColors" Target="../diagrams/colors7.xml"/><Relationship Id="rId3" Type="http://schemas.openxmlformats.org/officeDocument/2006/relationships/image" Target="../media/image1.jpeg"/><Relationship Id="rId7" Type="http://schemas.openxmlformats.org/officeDocument/2006/relationships/diagramQuickStyle" Target="../diagrams/quickStyle6.xml"/><Relationship Id="rId12" Type="http://schemas.openxmlformats.org/officeDocument/2006/relationships/diagramQuickStyle" Target="../diagrams/quickStyle7.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Layout" Target="../diagrams/layout6.xml"/><Relationship Id="rId11" Type="http://schemas.openxmlformats.org/officeDocument/2006/relationships/diagramLayout" Target="../diagrams/layout7.xml"/><Relationship Id="rId5" Type="http://schemas.openxmlformats.org/officeDocument/2006/relationships/diagramData" Target="../diagrams/data6.xml"/><Relationship Id="rId10" Type="http://schemas.openxmlformats.org/officeDocument/2006/relationships/diagramData" Target="../diagrams/data7.xml"/><Relationship Id="rId4" Type="http://schemas.openxmlformats.org/officeDocument/2006/relationships/image" Target="../media/image2.png"/><Relationship Id="rId9" Type="http://schemas.microsoft.com/office/2007/relationships/diagramDrawing" Target="../diagrams/drawing6.xml"/><Relationship Id="rId14" Type="http://schemas.microsoft.com/office/2007/relationships/diagramDrawing" Target="../diagrams/drawing7.xml"/></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0.xml"/><Relationship Id="rId3" Type="http://schemas.openxmlformats.org/officeDocument/2006/relationships/image" Target="../media/image11.png"/><Relationship Id="rId7" Type="http://schemas.openxmlformats.org/officeDocument/2006/relationships/diagramQuickStyle" Target="../diagrams/quickStyle10.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Layout" Target="../diagrams/layout10.xml"/><Relationship Id="rId5" Type="http://schemas.openxmlformats.org/officeDocument/2006/relationships/diagramData" Target="../diagrams/data10.xml"/><Relationship Id="rId4" Type="http://schemas.openxmlformats.org/officeDocument/2006/relationships/image" Target="../media/image12.png"/><Relationship Id="rId9" Type="http://schemas.microsoft.com/office/2007/relationships/diagramDrawing" Target="../diagrams/drawing10.xml"/></Relationships>
</file>

<file path=ppt/slides/_rels/slide11.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13.png"/><Relationship Id="rId7" Type="http://schemas.openxmlformats.org/officeDocument/2006/relationships/diagramColors" Target="../diagrams/colors11.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2.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14.png"/><Relationship Id="rId7" Type="http://schemas.openxmlformats.org/officeDocument/2006/relationships/diagramColors" Target="../diagrams/colors12.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14.xml"/><Relationship Id="rId3" Type="http://schemas.openxmlformats.org/officeDocument/2006/relationships/diagramData" Target="../diagrams/data13.xml"/><Relationship Id="rId7" Type="http://schemas.microsoft.com/office/2007/relationships/diagramDrawing" Target="../diagrams/drawing13.xml"/><Relationship Id="rId12" Type="http://schemas.microsoft.com/office/2007/relationships/diagramDrawing" Target="../diagrams/drawing14.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3.xml"/><Relationship Id="rId11" Type="http://schemas.openxmlformats.org/officeDocument/2006/relationships/diagramColors" Target="../diagrams/colors14.xml"/><Relationship Id="rId5" Type="http://schemas.openxmlformats.org/officeDocument/2006/relationships/diagramQuickStyle" Target="../diagrams/quickStyle13.xml"/><Relationship Id="rId10" Type="http://schemas.openxmlformats.org/officeDocument/2006/relationships/diagramQuickStyle" Target="../diagrams/quickStyle14.xml"/><Relationship Id="rId4" Type="http://schemas.openxmlformats.org/officeDocument/2006/relationships/diagramLayout" Target="../diagrams/layout13.xml"/><Relationship Id="rId9" Type="http://schemas.openxmlformats.org/officeDocument/2006/relationships/diagramLayout" Target="../diagrams/layout14.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D4B16D-600A-41A1-8B1B-3727C56C0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E7C35E0-BD19-4AFC-81BF-7A7507E9C9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60000"/>
            </a:schemeClr>
          </a:solidFill>
          <a:effectLst/>
        </p:grpSpPr>
        <p:sp>
          <p:nvSpPr>
            <p:cNvPr id="11" name="Rectangle 5">
              <a:extLst>
                <a:ext uri="{FF2B5EF4-FFF2-40B4-BE49-F238E27FC236}">
                  <a16:creationId xmlns:a16="http://schemas.microsoft.com/office/drawing/2014/main" id="{1E08D20A-3975-4596-85C6-D467995862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2" name="Freeform 6">
              <a:extLst>
                <a:ext uri="{FF2B5EF4-FFF2-40B4-BE49-F238E27FC236}">
                  <a16:creationId xmlns:a16="http://schemas.microsoft.com/office/drawing/2014/main" id="{630A9349-BFE4-4720-A229-98DCD3B69F3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3" name="Freeform 7">
              <a:extLst>
                <a:ext uri="{FF2B5EF4-FFF2-40B4-BE49-F238E27FC236}">
                  <a16:creationId xmlns:a16="http://schemas.microsoft.com/office/drawing/2014/main" id="{28487744-BBC9-4D40-85B3-0D45003C33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4" name="Rectangle 8">
              <a:extLst>
                <a:ext uri="{FF2B5EF4-FFF2-40B4-BE49-F238E27FC236}">
                  <a16:creationId xmlns:a16="http://schemas.microsoft.com/office/drawing/2014/main" id="{FAD6EF4D-97BD-46B4-9B5B-CD70971DD55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5" name="Freeform 9">
              <a:extLst>
                <a:ext uri="{FF2B5EF4-FFF2-40B4-BE49-F238E27FC236}">
                  <a16:creationId xmlns:a16="http://schemas.microsoft.com/office/drawing/2014/main" id="{210DCC42-11D2-4162-B47A-869B3F66948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10">
              <a:extLst>
                <a:ext uri="{FF2B5EF4-FFF2-40B4-BE49-F238E27FC236}">
                  <a16:creationId xmlns:a16="http://schemas.microsoft.com/office/drawing/2014/main" id="{DE4880D6-6ECE-4F1B-B474-FE3940D043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11">
              <a:extLst>
                <a:ext uri="{FF2B5EF4-FFF2-40B4-BE49-F238E27FC236}">
                  <a16:creationId xmlns:a16="http://schemas.microsoft.com/office/drawing/2014/main" id="{A1A39307-F675-49D2-9E45-28DA2AB5C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12">
              <a:extLst>
                <a:ext uri="{FF2B5EF4-FFF2-40B4-BE49-F238E27FC236}">
                  <a16:creationId xmlns:a16="http://schemas.microsoft.com/office/drawing/2014/main" id="{AC5E23C5-C5D6-4BC3-9531-C0B2D7D29F9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13">
              <a:extLst>
                <a:ext uri="{FF2B5EF4-FFF2-40B4-BE49-F238E27FC236}">
                  <a16:creationId xmlns:a16="http://schemas.microsoft.com/office/drawing/2014/main" id="{4D3FC0A7-9672-4B19-8D54-71C3B39F7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4">
              <a:extLst>
                <a:ext uri="{FF2B5EF4-FFF2-40B4-BE49-F238E27FC236}">
                  <a16:creationId xmlns:a16="http://schemas.microsoft.com/office/drawing/2014/main" id="{9911D04C-3FFB-4D1E-8F59-5C02692E3E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5">
              <a:extLst>
                <a:ext uri="{FF2B5EF4-FFF2-40B4-BE49-F238E27FC236}">
                  <a16:creationId xmlns:a16="http://schemas.microsoft.com/office/drawing/2014/main" id="{A0178C8F-EF32-4F3D-B022-60A7DE1367B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6">
              <a:extLst>
                <a:ext uri="{FF2B5EF4-FFF2-40B4-BE49-F238E27FC236}">
                  <a16:creationId xmlns:a16="http://schemas.microsoft.com/office/drawing/2014/main" id="{EEB2DD25-DE0D-48CE-8218-E4EF12273A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7">
              <a:extLst>
                <a:ext uri="{FF2B5EF4-FFF2-40B4-BE49-F238E27FC236}">
                  <a16:creationId xmlns:a16="http://schemas.microsoft.com/office/drawing/2014/main" id="{13C92E55-66CB-48F7-BF28-5D8ED146BB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8">
              <a:extLst>
                <a:ext uri="{FF2B5EF4-FFF2-40B4-BE49-F238E27FC236}">
                  <a16:creationId xmlns:a16="http://schemas.microsoft.com/office/drawing/2014/main" id="{CB0B6C7B-4820-48AB-92AF-896559F009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9">
              <a:extLst>
                <a:ext uri="{FF2B5EF4-FFF2-40B4-BE49-F238E27FC236}">
                  <a16:creationId xmlns:a16="http://schemas.microsoft.com/office/drawing/2014/main" id="{2018EECD-4518-458F-989E-6FCAE5AE0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20">
              <a:extLst>
                <a:ext uri="{FF2B5EF4-FFF2-40B4-BE49-F238E27FC236}">
                  <a16:creationId xmlns:a16="http://schemas.microsoft.com/office/drawing/2014/main" id="{1FB0915F-3C52-468A-87E7-F3EE381DA3E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21">
              <a:extLst>
                <a:ext uri="{FF2B5EF4-FFF2-40B4-BE49-F238E27FC236}">
                  <a16:creationId xmlns:a16="http://schemas.microsoft.com/office/drawing/2014/main" id="{7B184771-5A8E-4ED5-9179-24B19F26C3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22">
              <a:extLst>
                <a:ext uri="{FF2B5EF4-FFF2-40B4-BE49-F238E27FC236}">
                  <a16:creationId xmlns:a16="http://schemas.microsoft.com/office/drawing/2014/main" id="{BC5162D1-D64C-4FBA-BE86-11B27A7432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23">
              <a:extLst>
                <a:ext uri="{FF2B5EF4-FFF2-40B4-BE49-F238E27FC236}">
                  <a16:creationId xmlns:a16="http://schemas.microsoft.com/office/drawing/2014/main" id="{9EFF345C-6A58-4123-B2D1-2ED9E369124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4">
              <a:extLst>
                <a:ext uri="{FF2B5EF4-FFF2-40B4-BE49-F238E27FC236}">
                  <a16:creationId xmlns:a16="http://schemas.microsoft.com/office/drawing/2014/main" id="{03CE89F7-AE1C-4370-920E-EE04C4124FF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5">
              <a:extLst>
                <a:ext uri="{FF2B5EF4-FFF2-40B4-BE49-F238E27FC236}">
                  <a16:creationId xmlns:a16="http://schemas.microsoft.com/office/drawing/2014/main" id="{D6E298F6-F99D-49EF-B614-24D2179C23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6">
              <a:extLst>
                <a:ext uri="{FF2B5EF4-FFF2-40B4-BE49-F238E27FC236}">
                  <a16:creationId xmlns:a16="http://schemas.microsoft.com/office/drawing/2014/main" id="{2424FD35-451D-468C-9EB2-8DA350C1247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7">
              <a:extLst>
                <a:ext uri="{FF2B5EF4-FFF2-40B4-BE49-F238E27FC236}">
                  <a16:creationId xmlns:a16="http://schemas.microsoft.com/office/drawing/2014/main" id="{45BC0C6F-B91F-42CC-9046-522FE8223C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8">
              <a:extLst>
                <a:ext uri="{FF2B5EF4-FFF2-40B4-BE49-F238E27FC236}">
                  <a16:creationId xmlns:a16="http://schemas.microsoft.com/office/drawing/2014/main" id="{F88AFBEE-A8B5-4B18-B834-5269F6C13C0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9">
              <a:extLst>
                <a:ext uri="{FF2B5EF4-FFF2-40B4-BE49-F238E27FC236}">
                  <a16:creationId xmlns:a16="http://schemas.microsoft.com/office/drawing/2014/main" id="{64B0F493-EC69-4C85-87D4-287628231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30">
              <a:extLst>
                <a:ext uri="{FF2B5EF4-FFF2-40B4-BE49-F238E27FC236}">
                  <a16:creationId xmlns:a16="http://schemas.microsoft.com/office/drawing/2014/main" id="{09920E7F-979C-40F6-8FB1-791325A4A44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31">
              <a:extLst>
                <a:ext uri="{FF2B5EF4-FFF2-40B4-BE49-F238E27FC236}">
                  <a16:creationId xmlns:a16="http://schemas.microsoft.com/office/drawing/2014/main" id="{1387BCC3-D7BF-443E-B18C-87B696E644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32">
              <a:extLst>
                <a:ext uri="{FF2B5EF4-FFF2-40B4-BE49-F238E27FC236}">
                  <a16:creationId xmlns:a16="http://schemas.microsoft.com/office/drawing/2014/main" id="{F1C0670D-9FA2-48D7-AFDB-4438ECC3EE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Rectangle 33">
              <a:extLst>
                <a:ext uri="{FF2B5EF4-FFF2-40B4-BE49-F238E27FC236}">
                  <a16:creationId xmlns:a16="http://schemas.microsoft.com/office/drawing/2014/main" id="{34088C0C-CAD1-4E66-A162-1D7020365B6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0" name="Freeform 34">
              <a:extLst>
                <a:ext uri="{FF2B5EF4-FFF2-40B4-BE49-F238E27FC236}">
                  <a16:creationId xmlns:a16="http://schemas.microsoft.com/office/drawing/2014/main" id="{B8C224A6-72B4-4763-B708-65A321D0D6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5">
              <a:extLst>
                <a:ext uri="{FF2B5EF4-FFF2-40B4-BE49-F238E27FC236}">
                  <a16:creationId xmlns:a16="http://schemas.microsoft.com/office/drawing/2014/main" id="{2EE3A964-523C-470B-8B10-09053452C5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36">
              <a:extLst>
                <a:ext uri="{FF2B5EF4-FFF2-40B4-BE49-F238E27FC236}">
                  <a16:creationId xmlns:a16="http://schemas.microsoft.com/office/drawing/2014/main" id="{1B87487E-C0EA-4E2A-8FC0-3D4C4F0177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7">
              <a:extLst>
                <a:ext uri="{FF2B5EF4-FFF2-40B4-BE49-F238E27FC236}">
                  <a16:creationId xmlns:a16="http://schemas.microsoft.com/office/drawing/2014/main" id="{D8B57E7E-D885-4A0B-BBA0-E3BC3A68CDE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38">
              <a:extLst>
                <a:ext uri="{FF2B5EF4-FFF2-40B4-BE49-F238E27FC236}">
                  <a16:creationId xmlns:a16="http://schemas.microsoft.com/office/drawing/2014/main" id="{6FB84573-B84B-4571-A6E5-91CD308E7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39">
              <a:extLst>
                <a:ext uri="{FF2B5EF4-FFF2-40B4-BE49-F238E27FC236}">
                  <a16:creationId xmlns:a16="http://schemas.microsoft.com/office/drawing/2014/main" id="{7EE5EE00-E139-4AB9-ACFC-5E39CFA95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40">
              <a:extLst>
                <a:ext uri="{FF2B5EF4-FFF2-40B4-BE49-F238E27FC236}">
                  <a16:creationId xmlns:a16="http://schemas.microsoft.com/office/drawing/2014/main" id="{5A38A6AA-6753-4EFE-94BB-96DF739758C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41">
              <a:extLst>
                <a:ext uri="{FF2B5EF4-FFF2-40B4-BE49-F238E27FC236}">
                  <a16:creationId xmlns:a16="http://schemas.microsoft.com/office/drawing/2014/main" id="{506AB599-570B-4547-97F4-F2C672301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42">
              <a:extLst>
                <a:ext uri="{FF2B5EF4-FFF2-40B4-BE49-F238E27FC236}">
                  <a16:creationId xmlns:a16="http://schemas.microsoft.com/office/drawing/2014/main" id="{9AFDEA1E-DBAB-4507-8D36-786F19A85B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43">
              <a:extLst>
                <a:ext uri="{FF2B5EF4-FFF2-40B4-BE49-F238E27FC236}">
                  <a16:creationId xmlns:a16="http://schemas.microsoft.com/office/drawing/2014/main" id="{C824D6F7-0BDF-4C8C-869D-BDDEB07641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44">
              <a:extLst>
                <a:ext uri="{FF2B5EF4-FFF2-40B4-BE49-F238E27FC236}">
                  <a16:creationId xmlns:a16="http://schemas.microsoft.com/office/drawing/2014/main" id="{6953C491-AE0F-4D2B-9474-18D5E8B5D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Rectangle 45">
              <a:extLst>
                <a:ext uri="{FF2B5EF4-FFF2-40B4-BE49-F238E27FC236}">
                  <a16:creationId xmlns:a16="http://schemas.microsoft.com/office/drawing/2014/main" id="{5B956350-9BDD-4090-B2B6-12C13D1CE27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2" name="Freeform 46">
              <a:extLst>
                <a:ext uri="{FF2B5EF4-FFF2-40B4-BE49-F238E27FC236}">
                  <a16:creationId xmlns:a16="http://schemas.microsoft.com/office/drawing/2014/main" id="{ECE31E80-E354-44C3-81E0-4E3E41DDF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3" name="Freeform 47">
              <a:extLst>
                <a:ext uri="{FF2B5EF4-FFF2-40B4-BE49-F238E27FC236}">
                  <a16:creationId xmlns:a16="http://schemas.microsoft.com/office/drawing/2014/main" id="{9DFA35DB-5360-405A-A7EB-064E51FBC0A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4" name="Freeform 48">
              <a:extLst>
                <a:ext uri="{FF2B5EF4-FFF2-40B4-BE49-F238E27FC236}">
                  <a16:creationId xmlns:a16="http://schemas.microsoft.com/office/drawing/2014/main" id="{2DA499BD-4313-4AD1-BE87-4BEF50FECB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5" name="Freeform 49">
              <a:extLst>
                <a:ext uri="{FF2B5EF4-FFF2-40B4-BE49-F238E27FC236}">
                  <a16:creationId xmlns:a16="http://schemas.microsoft.com/office/drawing/2014/main" id="{680E4C6D-12D1-417A-A709-EC416D98FA0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6" name="Freeform 50">
              <a:extLst>
                <a:ext uri="{FF2B5EF4-FFF2-40B4-BE49-F238E27FC236}">
                  <a16:creationId xmlns:a16="http://schemas.microsoft.com/office/drawing/2014/main" id="{C93537B4-09B6-4CC6-92DE-3D3BDAC7ABB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7" name="Freeform 51">
              <a:extLst>
                <a:ext uri="{FF2B5EF4-FFF2-40B4-BE49-F238E27FC236}">
                  <a16:creationId xmlns:a16="http://schemas.microsoft.com/office/drawing/2014/main" id="{5D100FC5-9EA8-4DA7-AFA4-BC60831FD8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8" name="Freeform 52">
              <a:extLst>
                <a:ext uri="{FF2B5EF4-FFF2-40B4-BE49-F238E27FC236}">
                  <a16:creationId xmlns:a16="http://schemas.microsoft.com/office/drawing/2014/main" id="{3F10D757-6A3B-4314-9755-419B3738E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9" name="Freeform 53">
              <a:extLst>
                <a:ext uri="{FF2B5EF4-FFF2-40B4-BE49-F238E27FC236}">
                  <a16:creationId xmlns:a16="http://schemas.microsoft.com/office/drawing/2014/main" id="{28A4D881-D08B-4AAF-866D-7C31601126D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54">
              <a:extLst>
                <a:ext uri="{FF2B5EF4-FFF2-40B4-BE49-F238E27FC236}">
                  <a16:creationId xmlns:a16="http://schemas.microsoft.com/office/drawing/2014/main" id="{A666F3F8-571E-483F-9B9F-31EDB91A9C6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55">
              <a:extLst>
                <a:ext uri="{FF2B5EF4-FFF2-40B4-BE49-F238E27FC236}">
                  <a16:creationId xmlns:a16="http://schemas.microsoft.com/office/drawing/2014/main" id="{18305C0F-0A00-450D-92A1-313C724398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56">
              <a:extLst>
                <a:ext uri="{FF2B5EF4-FFF2-40B4-BE49-F238E27FC236}">
                  <a16:creationId xmlns:a16="http://schemas.microsoft.com/office/drawing/2014/main" id="{9A5635D8-CCB7-4D16-BB87-B1BC1AC97DC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57">
              <a:extLst>
                <a:ext uri="{FF2B5EF4-FFF2-40B4-BE49-F238E27FC236}">
                  <a16:creationId xmlns:a16="http://schemas.microsoft.com/office/drawing/2014/main" id="{7C10A784-B5EE-4486-96E7-3CC72B93A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58">
              <a:extLst>
                <a:ext uri="{FF2B5EF4-FFF2-40B4-BE49-F238E27FC236}">
                  <a16:creationId xmlns:a16="http://schemas.microsoft.com/office/drawing/2014/main" id="{AE5FA7CA-916C-4A34-A727-E0289D891AB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pic>
        <p:nvPicPr>
          <p:cNvPr id="66" name="Picture 2">
            <a:extLst>
              <a:ext uri="{FF2B5EF4-FFF2-40B4-BE49-F238E27FC236}">
                <a16:creationId xmlns:a16="http://schemas.microsoft.com/office/drawing/2014/main" id="{51039561-92F9-40EE-900B-6AA0F58042A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3" y="9525"/>
            <a:ext cx="12192003" cy="6858001"/>
          </a:xfrm>
          <a:prstGeom prst="rect">
            <a:avLst/>
          </a:prstGeom>
          <a:noFill/>
          <a:extLst>
            <a:ext uri="{909E8E84-426E-40dd-AFC4-6F175D3DCCD1}">
              <a14:hiddenFill xmlns=""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A2DA2F2-1054-DB29-D32C-D0D8291480A7}"/>
              </a:ext>
            </a:extLst>
          </p:cNvPr>
          <p:cNvSpPr>
            <a:spLocks noGrp="1"/>
          </p:cNvSpPr>
          <p:nvPr>
            <p:ph type="ctrTitle"/>
          </p:nvPr>
        </p:nvSpPr>
        <p:spPr>
          <a:xfrm>
            <a:off x="2043113" y="1122363"/>
            <a:ext cx="4527929" cy="4287836"/>
          </a:xfrm>
        </p:spPr>
        <p:txBody>
          <a:bodyPr anchor="ctr">
            <a:normAutofit/>
          </a:bodyPr>
          <a:lstStyle/>
          <a:p>
            <a:pPr algn="r"/>
            <a:r>
              <a:rPr lang="en-US" sz="4700" dirty="0"/>
              <a:t>Automated Task Assignment system</a:t>
            </a:r>
          </a:p>
        </p:txBody>
      </p:sp>
      <p:sp>
        <p:nvSpPr>
          <p:cNvPr id="3" name="Subtitle 2">
            <a:extLst>
              <a:ext uri="{FF2B5EF4-FFF2-40B4-BE49-F238E27FC236}">
                <a16:creationId xmlns:a16="http://schemas.microsoft.com/office/drawing/2014/main" id="{D13A2BED-F95B-318A-3D69-FE25FE159D04}"/>
              </a:ext>
            </a:extLst>
          </p:cNvPr>
          <p:cNvSpPr>
            <a:spLocks noGrp="1"/>
          </p:cNvSpPr>
          <p:nvPr>
            <p:ph type="subTitle" idx="1"/>
          </p:nvPr>
        </p:nvSpPr>
        <p:spPr>
          <a:xfrm>
            <a:off x="7851631" y="1122363"/>
            <a:ext cx="2816368" cy="4287834"/>
          </a:xfrm>
        </p:spPr>
        <p:txBody>
          <a:bodyPr anchor="ctr">
            <a:normAutofit/>
          </a:bodyPr>
          <a:lstStyle/>
          <a:p>
            <a:r>
              <a:rPr lang="en-US" sz="2400" dirty="0"/>
              <a:t>Sue </a:t>
            </a:r>
            <a:r>
              <a:rPr lang="en-US" sz="2400" dirty="0" err="1"/>
              <a:t>Byeon</a:t>
            </a:r>
            <a:endParaRPr lang="en-US" sz="2400" dirty="0"/>
          </a:p>
        </p:txBody>
      </p:sp>
      <p:cxnSp>
        <p:nvCxnSpPr>
          <p:cNvPr id="68" name="Straight Connector 67">
            <a:extLst>
              <a:ext uri="{FF2B5EF4-FFF2-40B4-BE49-F238E27FC236}">
                <a16:creationId xmlns:a16="http://schemas.microsoft.com/office/drawing/2014/main" id="{D902DA06-324A-48CE-8C20-94535480A6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133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3410737-A6E6-6C18-F98A-5071E7DCC1A5}"/>
              </a:ext>
            </a:extLst>
          </p:cNvPr>
          <p:cNvSpPr txBox="1"/>
          <p:nvPr/>
        </p:nvSpPr>
        <p:spPr>
          <a:xfrm>
            <a:off x="10525125" y="6326268"/>
            <a:ext cx="1391728" cy="369332"/>
          </a:xfrm>
          <a:prstGeom prst="rect">
            <a:avLst/>
          </a:prstGeom>
          <a:noFill/>
        </p:spPr>
        <p:txBody>
          <a:bodyPr wrap="none" rtlCol="0">
            <a:spAutoFit/>
          </a:bodyPr>
          <a:lstStyle/>
          <a:p>
            <a:r>
              <a:rPr lang="en-US" dirty="0"/>
              <a:t>Dec. 2, 2025</a:t>
            </a:r>
          </a:p>
        </p:txBody>
      </p:sp>
    </p:spTree>
    <p:extLst>
      <p:ext uri="{BB962C8B-B14F-4D97-AF65-F5344CB8AC3E}">
        <p14:creationId xmlns:p14="http://schemas.microsoft.com/office/powerpoint/2010/main" val="4243429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CCBCD-4140-8102-A874-94783DD8090D}"/>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FF652F99-8841-41C3-747A-9A2C60DDDB4E}"/>
              </a:ext>
            </a:extLst>
          </p:cNvPr>
          <p:cNvSpPr>
            <a:spLocks noGrp="1"/>
          </p:cNvSpPr>
          <p:nvPr>
            <p:ph idx="1"/>
          </p:nvPr>
        </p:nvSpPr>
        <p:spPr>
          <a:xfrm>
            <a:off x="1405143" y="1857471"/>
            <a:ext cx="4207994" cy="3717162"/>
          </a:xfrm>
        </p:spPr>
        <p:txBody>
          <a:bodyPr>
            <a:noAutofit/>
          </a:bodyPr>
          <a:lstStyle/>
          <a:p>
            <a:pPr marL="0" indent="0">
              <a:buNone/>
            </a:pPr>
            <a:r>
              <a:rPr lang="en-US" dirty="0"/>
              <a:t>Customers rely on fast, reliable connections for work, school, and social life. </a:t>
            </a:r>
            <a:endParaRPr lang="en-US" b="1" dirty="0"/>
          </a:p>
          <a:p>
            <a:pPr marL="0" indent="0">
              <a:buNone/>
            </a:pPr>
            <a:br>
              <a:rPr lang="en-US" b="1" dirty="0"/>
            </a:br>
            <a:endParaRPr lang="en-US" b="1" dirty="0"/>
          </a:p>
          <a:p>
            <a:pPr marL="0" indent="0">
              <a:buNone/>
            </a:pPr>
            <a:endParaRPr lang="en-US" b="1" dirty="0"/>
          </a:p>
          <a:p>
            <a:pPr marL="0" indent="0">
              <a:buNone/>
            </a:pPr>
            <a:r>
              <a:rPr lang="en-US" b="1" dirty="0"/>
              <a:t>Great Product, Poor Experience</a:t>
            </a:r>
          </a:p>
        </p:txBody>
      </p:sp>
      <p:graphicFrame>
        <p:nvGraphicFramePr>
          <p:cNvPr id="4" name="Diagram 3">
            <a:extLst>
              <a:ext uri="{FF2B5EF4-FFF2-40B4-BE49-F238E27FC236}">
                <a16:creationId xmlns:a16="http://schemas.microsoft.com/office/drawing/2014/main" id="{1DC6CA4C-0467-1B86-95A3-4B848E36E58C}"/>
              </a:ext>
            </a:extLst>
          </p:cNvPr>
          <p:cNvGraphicFramePr/>
          <p:nvPr>
            <p:extLst>
              <p:ext uri="{D42A27DB-BD31-4B8C-83A1-F6EECF244321}">
                <p14:modId xmlns:p14="http://schemas.microsoft.com/office/powerpoint/2010/main" val="2546895042"/>
              </p:ext>
            </p:extLst>
          </p:nvPr>
        </p:nvGraphicFramePr>
        <p:xfrm>
          <a:off x="5613137" y="1697676"/>
          <a:ext cx="5900352" cy="37171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CD1FFE96-47BC-DBA7-118C-FF8308D844DC}"/>
              </a:ext>
            </a:extLst>
          </p:cNvPr>
          <p:cNvSpPr txBox="1"/>
          <p:nvPr/>
        </p:nvSpPr>
        <p:spPr>
          <a:xfrm>
            <a:off x="1921475" y="6309330"/>
            <a:ext cx="8345874" cy="369332"/>
          </a:xfrm>
          <a:prstGeom prst="rect">
            <a:avLst/>
          </a:prstGeom>
          <a:noFill/>
        </p:spPr>
        <p:txBody>
          <a:bodyPr wrap="none" rtlCol="0">
            <a:spAutoFit/>
          </a:bodyPr>
          <a:lstStyle/>
          <a:p>
            <a:r>
              <a:rPr lang="en-US" dirty="0"/>
              <a:t>* For a company with 100,000 customers, 30% annual churn rate, and ARPU of $69,690</a:t>
            </a:r>
          </a:p>
        </p:txBody>
      </p:sp>
    </p:spTree>
    <p:extLst>
      <p:ext uri="{BB962C8B-B14F-4D97-AF65-F5344CB8AC3E}">
        <p14:creationId xmlns:p14="http://schemas.microsoft.com/office/powerpoint/2010/main" val="165630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32FB5-1B38-36DC-023D-FCFDF15A9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F0589-597F-E741-EE06-AD760ED2041C}"/>
              </a:ext>
            </a:extLst>
          </p:cNvPr>
          <p:cNvSpPr>
            <a:spLocks noGrp="1"/>
          </p:cNvSpPr>
          <p:nvPr>
            <p:ph type="title"/>
          </p:nvPr>
        </p:nvSpPr>
        <p:spPr/>
        <p:txBody>
          <a:bodyPr/>
          <a:lstStyle/>
          <a:p>
            <a:r>
              <a:rPr lang="en-US" dirty="0"/>
              <a:t>Current State Analysis &amp; Metrics</a:t>
            </a:r>
          </a:p>
        </p:txBody>
      </p:sp>
      <p:graphicFrame>
        <p:nvGraphicFramePr>
          <p:cNvPr id="4" name="Diagram 3">
            <a:extLst>
              <a:ext uri="{FF2B5EF4-FFF2-40B4-BE49-F238E27FC236}">
                <a16:creationId xmlns:a16="http://schemas.microsoft.com/office/drawing/2014/main" id="{11F95E2E-0ADF-7A2B-E284-1A0F8DFA6E37}"/>
              </a:ext>
            </a:extLst>
          </p:cNvPr>
          <p:cNvGraphicFramePr/>
          <p:nvPr>
            <p:extLst>
              <p:ext uri="{D42A27DB-BD31-4B8C-83A1-F6EECF244321}">
                <p14:modId xmlns:p14="http://schemas.microsoft.com/office/powerpoint/2010/main" val="2608873793"/>
              </p:ext>
            </p:extLst>
          </p:nvPr>
        </p:nvGraphicFramePr>
        <p:xfrm>
          <a:off x="1026882" y="1612948"/>
          <a:ext cx="10135060" cy="2783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E3CA2015-24ED-73B5-8A5E-6994BBAF3282}"/>
              </a:ext>
            </a:extLst>
          </p:cNvPr>
          <p:cNvGraphicFramePr/>
          <p:nvPr>
            <p:extLst>
              <p:ext uri="{D42A27DB-BD31-4B8C-83A1-F6EECF244321}">
                <p14:modId xmlns:p14="http://schemas.microsoft.com/office/powerpoint/2010/main" val="1313497594"/>
              </p:ext>
            </p:extLst>
          </p:nvPr>
        </p:nvGraphicFramePr>
        <p:xfrm>
          <a:off x="1877359" y="4249271"/>
          <a:ext cx="8128000" cy="186914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647713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53C9C-2FBC-29BD-DF1D-9B43758FF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C227D-3954-7A23-7DEA-176D2D7F89DF}"/>
              </a:ext>
            </a:extLst>
          </p:cNvPr>
          <p:cNvSpPr>
            <a:spLocks noGrp="1"/>
          </p:cNvSpPr>
          <p:nvPr>
            <p:ph type="title"/>
          </p:nvPr>
        </p:nvSpPr>
        <p:spPr/>
        <p:txBody>
          <a:bodyPr>
            <a:normAutofit/>
          </a:bodyPr>
          <a:lstStyle/>
          <a:p>
            <a:r>
              <a:rPr lang="en-US" dirty="0"/>
              <a:t>Risks of Inaction</a:t>
            </a:r>
          </a:p>
        </p:txBody>
      </p:sp>
      <p:graphicFrame>
        <p:nvGraphicFramePr>
          <p:cNvPr id="3" name="Diagram 2">
            <a:extLst>
              <a:ext uri="{FF2B5EF4-FFF2-40B4-BE49-F238E27FC236}">
                <a16:creationId xmlns:a16="http://schemas.microsoft.com/office/drawing/2014/main" id="{FF3B29F8-45D4-792C-17A4-EFFF571F1442}"/>
              </a:ext>
            </a:extLst>
          </p:cNvPr>
          <p:cNvGraphicFramePr/>
          <p:nvPr>
            <p:extLst>
              <p:ext uri="{D42A27DB-BD31-4B8C-83A1-F6EECF244321}">
                <p14:modId xmlns:p14="http://schemas.microsoft.com/office/powerpoint/2010/main" val="3409523075"/>
              </p:ext>
            </p:extLst>
          </p:nvPr>
        </p:nvGraphicFramePr>
        <p:xfrm>
          <a:off x="1544750" y="1814490"/>
          <a:ext cx="9359442" cy="45312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27690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2DF91-2DEA-C746-D16D-9BE7104558B9}"/>
              </a:ext>
            </a:extLst>
          </p:cNvPr>
          <p:cNvSpPr>
            <a:spLocks noGrp="1"/>
          </p:cNvSpPr>
          <p:nvPr>
            <p:ph type="title"/>
          </p:nvPr>
        </p:nvSpPr>
        <p:spPr/>
        <p:txBody>
          <a:bodyPr/>
          <a:lstStyle/>
          <a:p>
            <a:r>
              <a:rPr lang="en-US" dirty="0"/>
              <a:t>Technical Solution Overview</a:t>
            </a:r>
          </a:p>
        </p:txBody>
      </p:sp>
      <p:graphicFrame>
        <p:nvGraphicFramePr>
          <p:cNvPr id="5" name="Diagram 4">
            <a:extLst>
              <a:ext uri="{FF2B5EF4-FFF2-40B4-BE49-F238E27FC236}">
                <a16:creationId xmlns:a16="http://schemas.microsoft.com/office/drawing/2014/main" id="{BB366090-4732-1BA2-414A-110E9905AAA3}"/>
              </a:ext>
            </a:extLst>
          </p:cNvPr>
          <p:cNvGraphicFramePr/>
          <p:nvPr>
            <p:extLst>
              <p:ext uri="{D42A27DB-BD31-4B8C-83A1-F6EECF244321}">
                <p14:modId xmlns:p14="http://schemas.microsoft.com/office/powerpoint/2010/main" val="3469795416"/>
              </p:ext>
            </p:extLst>
          </p:nvPr>
        </p:nvGraphicFramePr>
        <p:xfrm>
          <a:off x="1072402" y="1708377"/>
          <a:ext cx="7892859" cy="47764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Arrow: Right 7">
            <a:extLst>
              <a:ext uri="{FF2B5EF4-FFF2-40B4-BE49-F238E27FC236}">
                <a16:creationId xmlns:a16="http://schemas.microsoft.com/office/drawing/2014/main" id="{2EB73F8C-61BD-4B43-3CF6-0E628F02F03D}"/>
              </a:ext>
            </a:extLst>
          </p:cNvPr>
          <p:cNvSpPr/>
          <p:nvPr/>
        </p:nvSpPr>
        <p:spPr>
          <a:xfrm>
            <a:off x="6335617" y="3521228"/>
            <a:ext cx="1640988" cy="960120"/>
          </a:xfrm>
          <a:prstGeom prst="rightArrow">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D42E4E0-2952-12EE-7D2C-201F6A2C5C61}"/>
              </a:ext>
            </a:extLst>
          </p:cNvPr>
          <p:cNvSpPr txBox="1"/>
          <p:nvPr/>
        </p:nvSpPr>
        <p:spPr>
          <a:xfrm>
            <a:off x="8311735" y="2695525"/>
            <a:ext cx="2538374" cy="2611526"/>
          </a:xfrm>
          <a:prstGeom prst="rect">
            <a:avLst/>
          </a:prstGeom>
          <a:noFill/>
        </p:spPr>
        <p:txBody>
          <a:bodyPr wrap="square" rtlCol="0">
            <a:spAutoFit/>
          </a:bodyPr>
          <a:lstStyle/>
          <a:p>
            <a:pPr algn="ctr"/>
            <a:r>
              <a:rPr lang="en-US" sz="3200" b="1" dirty="0"/>
              <a:t>Faster</a:t>
            </a:r>
            <a:r>
              <a:rPr lang="en-US" sz="3200" dirty="0"/>
              <a:t> &amp; </a:t>
            </a:r>
            <a:r>
              <a:rPr lang="en-US" sz="3200" b="1" dirty="0"/>
              <a:t>Smarter</a:t>
            </a:r>
            <a:r>
              <a:rPr lang="en-US" sz="3200" dirty="0"/>
              <a:t> Decisions on Assigning Technicians</a:t>
            </a:r>
          </a:p>
        </p:txBody>
      </p:sp>
      <p:sp>
        <p:nvSpPr>
          <p:cNvPr id="10" name="Rectangle: Rounded Corners 9">
            <a:extLst>
              <a:ext uri="{FF2B5EF4-FFF2-40B4-BE49-F238E27FC236}">
                <a16:creationId xmlns:a16="http://schemas.microsoft.com/office/drawing/2014/main" id="{46DD515E-1F3E-DF39-EB52-087362F28A16}"/>
              </a:ext>
            </a:extLst>
          </p:cNvPr>
          <p:cNvSpPr/>
          <p:nvPr/>
        </p:nvSpPr>
        <p:spPr>
          <a:xfrm>
            <a:off x="8275159" y="2602257"/>
            <a:ext cx="2611526" cy="2798062"/>
          </a:xfrm>
          <a:prstGeom prst="roundRect">
            <a:avLst/>
          </a:prstGeom>
          <a:noFill/>
          <a:ln w="28575">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46890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8B4B075-8E18-8EE8-88B4-B9A7AB9676B9}"/>
              </a:ext>
            </a:extLst>
          </p:cNvPr>
          <p:cNvSpPr txBox="1">
            <a:spLocks/>
          </p:cNvSpPr>
          <p:nvPr/>
        </p:nvSpPr>
        <p:spPr>
          <a:xfrm>
            <a:off x="1141413" y="618518"/>
            <a:ext cx="4459286" cy="147857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a:lstStyle>
          <a:p>
            <a:r>
              <a:rPr lang="en-US" sz="3200" dirty="0"/>
              <a:t>Data overview</a:t>
            </a:r>
          </a:p>
        </p:txBody>
      </p:sp>
      <p:graphicFrame>
        <p:nvGraphicFramePr>
          <p:cNvPr id="72" name="Table 71">
            <a:extLst>
              <a:ext uri="{FF2B5EF4-FFF2-40B4-BE49-F238E27FC236}">
                <a16:creationId xmlns:a16="http://schemas.microsoft.com/office/drawing/2014/main" id="{6A8D2136-86E8-7981-602E-E92ED77C3FE0}"/>
              </a:ext>
            </a:extLst>
          </p:cNvPr>
          <p:cNvGraphicFramePr>
            <a:graphicFrameLocks noGrp="1"/>
          </p:cNvGraphicFramePr>
          <p:nvPr>
            <p:extLst>
              <p:ext uri="{D42A27DB-BD31-4B8C-83A1-F6EECF244321}">
                <p14:modId xmlns:p14="http://schemas.microsoft.com/office/powerpoint/2010/main" val="3178474176"/>
              </p:ext>
            </p:extLst>
          </p:nvPr>
        </p:nvGraphicFramePr>
        <p:xfrm>
          <a:off x="5220780" y="3199511"/>
          <a:ext cx="2006638" cy="1544906"/>
        </p:xfrm>
        <a:graphic>
          <a:graphicData uri="http://schemas.openxmlformats.org/drawingml/2006/table">
            <a:tbl>
              <a:tblPr firstRow="1" bandRow="1"/>
              <a:tblGrid>
                <a:gridCol w="2006638">
                  <a:extLst>
                    <a:ext uri="{9D8B030D-6E8A-4147-A177-3AD203B41FA5}">
                      <a16:colId xmlns:a16="http://schemas.microsoft.com/office/drawing/2014/main" val="1416298577"/>
                    </a:ext>
                  </a:extLst>
                </a:gridCol>
              </a:tblGrid>
              <a:tr h="332592">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US" dirty="0"/>
                        <a:t>technicians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3406696577"/>
                  </a:ext>
                </a:extLst>
              </a:tr>
              <a:tr h="406693">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Technician ID (PK)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038744142"/>
                  </a:ext>
                </a:extLst>
              </a:tr>
              <a:tr h="332592">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Eqpt Trained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2800181273"/>
                  </a:ext>
                </a:extLst>
              </a:tr>
              <a:tr h="406693">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Tech Complexity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980150034"/>
                  </a:ext>
                </a:extLst>
              </a:tr>
            </a:tbl>
          </a:graphicData>
        </a:graphic>
      </p:graphicFrame>
      <p:graphicFrame>
        <p:nvGraphicFramePr>
          <p:cNvPr id="73" name="Table 72">
            <a:extLst>
              <a:ext uri="{FF2B5EF4-FFF2-40B4-BE49-F238E27FC236}">
                <a16:creationId xmlns:a16="http://schemas.microsoft.com/office/drawing/2014/main" id="{1354C730-794A-9829-18B7-4137C0D09AD2}"/>
              </a:ext>
            </a:extLst>
          </p:cNvPr>
          <p:cNvGraphicFramePr>
            <a:graphicFrameLocks noGrp="1"/>
          </p:cNvGraphicFramePr>
          <p:nvPr>
            <p:extLst>
              <p:ext uri="{D42A27DB-BD31-4B8C-83A1-F6EECF244321}">
                <p14:modId xmlns:p14="http://schemas.microsoft.com/office/powerpoint/2010/main" val="2554820165"/>
              </p:ext>
            </p:extLst>
          </p:nvPr>
        </p:nvGraphicFramePr>
        <p:xfrm>
          <a:off x="824629" y="1916415"/>
          <a:ext cx="2296317" cy="4409634"/>
        </p:xfrm>
        <a:graphic>
          <a:graphicData uri="http://schemas.openxmlformats.org/drawingml/2006/table">
            <a:tbl>
              <a:tblPr firstRow="1" bandRow="1"/>
              <a:tblGrid>
                <a:gridCol w="2296317">
                  <a:extLst>
                    <a:ext uri="{9D8B030D-6E8A-4147-A177-3AD203B41FA5}">
                      <a16:colId xmlns:a16="http://schemas.microsoft.com/office/drawing/2014/main" val="1416298577"/>
                    </a:ext>
                  </a:extLst>
                </a:gridCol>
              </a:tblGrid>
              <a:tr h="234748">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US" dirty="0" err="1"/>
                        <a:t>historical_tasks</a:t>
                      </a:r>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3406696577"/>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ID (PK)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038744142"/>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Technician ID (FK)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668341566"/>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Task Distance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3641407113"/>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Priority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922825623"/>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Complexity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800181273"/>
                  </a:ext>
                </a:extLst>
              </a:tr>
              <a:tr h="502599">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Equipment Required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2487443458"/>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Customer Rating</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721740457"/>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Penalty Cost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1980150034"/>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Expertise Match</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386597123"/>
                  </a:ext>
                </a:extLst>
              </a:tr>
              <a:tr h="393475">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Completed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926633953"/>
                  </a:ext>
                </a:extLst>
              </a:tr>
            </a:tbl>
          </a:graphicData>
        </a:graphic>
      </p:graphicFrame>
      <p:graphicFrame>
        <p:nvGraphicFramePr>
          <p:cNvPr id="74" name="Table 73">
            <a:extLst>
              <a:ext uri="{FF2B5EF4-FFF2-40B4-BE49-F238E27FC236}">
                <a16:creationId xmlns:a16="http://schemas.microsoft.com/office/drawing/2014/main" id="{454FAF5F-E4FF-429E-E784-97694301549A}"/>
              </a:ext>
            </a:extLst>
          </p:cNvPr>
          <p:cNvGraphicFramePr>
            <a:graphicFrameLocks noGrp="1"/>
          </p:cNvGraphicFramePr>
          <p:nvPr>
            <p:extLst>
              <p:ext uri="{D42A27DB-BD31-4B8C-83A1-F6EECF244321}">
                <p14:modId xmlns:p14="http://schemas.microsoft.com/office/powerpoint/2010/main" val="4118550360"/>
              </p:ext>
            </p:extLst>
          </p:nvPr>
        </p:nvGraphicFramePr>
        <p:xfrm>
          <a:off x="9374411" y="2005615"/>
          <a:ext cx="2123698" cy="3286290"/>
        </p:xfrm>
        <a:graphic>
          <a:graphicData uri="http://schemas.openxmlformats.org/drawingml/2006/table">
            <a:tbl>
              <a:tblPr firstRow="1" bandRow="1"/>
              <a:tblGrid>
                <a:gridCol w="2123698">
                  <a:extLst>
                    <a:ext uri="{9D8B030D-6E8A-4147-A177-3AD203B41FA5}">
                      <a16:colId xmlns:a16="http://schemas.microsoft.com/office/drawing/2014/main" val="1416298577"/>
                    </a:ext>
                  </a:extLst>
                </a:gridCol>
              </a:tblGrid>
              <a:tr h="378030">
                <a:tc>
                  <a:txBody>
                    <a:bodyPr/>
                    <a:lstStyle>
                      <a:lvl1pPr marL="0" algn="l" defTabSz="914400" rtl="0" eaLnBrk="1" latinLnBrk="0" hangingPunct="1">
                        <a:defRPr sz="1800" b="1" kern="1200">
                          <a:solidFill>
                            <a:schemeClr val="lt1"/>
                          </a:solidFill>
                          <a:latin typeface="Aptos" panose="02110004020202020204"/>
                        </a:defRPr>
                      </a:lvl1pPr>
                      <a:lvl2pPr marL="457200" algn="l" defTabSz="914400" rtl="0" eaLnBrk="1" latinLnBrk="0" hangingPunct="1">
                        <a:defRPr sz="1800" b="1" kern="1200">
                          <a:solidFill>
                            <a:schemeClr val="lt1"/>
                          </a:solidFill>
                          <a:latin typeface="Aptos" panose="02110004020202020204"/>
                        </a:defRPr>
                      </a:lvl2pPr>
                      <a:lvl3pPr marL="914400" algn="l" defTabSz="914400" rtl="0" eaLnBrk="1" latinLnBrk="0" hangingPunct="1">
                        <a:defRPr sz="1800" b="1" kern="1200">
                          <a:solidFill>
                            <a:schemeClr val="lt1"/>
                          </a:solidFill>
                          <a:latin typeface="Aptos" panose="02110004020202020204"/>
                        </a:defRPr>
                      </a:lvl3pPr>
                      <a:lvl4pPr marL="1371600" algn="l" defTabSz="914400" rtl="0" eaLnBrk="1" latinLnBrk="0" hangingPunct="1">
                        <a:defRPr sz="1800" b="1" kern="1200">
                          <a:solidFill>
                            <a:schemeClr val="lt1"/>
                          </a:solidFill>
                          <a:latin typeface="Aptos" panose="02110004020202020204"/>
                        </a:defRPr>
                      </a:lvl4pPr>
                      <a:lvl5pPr marL="1828800" algn="l" defTabSz="914400" rtl="0" eaLnBrk="1" latinLnBrk="0" hangingPunct="1">
                        <a:defRPr sz="1800" b="1" kern="1200">
                          <a:solidFill>
                            <a:schemeClr val="lt1"/>
                          </a:solidFill>
                          <a:latin typeface="Aptos" panose="02110004020202020204"/>
                        </a:defRPr>
                      </a:lvl5pPr>
                      <a:lvl6pPr marL="2286000" algn="l" defTabSz="914400" rtl="0" eaLnBrk="1" latinLnBrk="0" hangingPunct="1">
                        <a:defRPr sz="1800" b="1" kern="1200">
                          <a:solidFill>
                            <a:schemeClr val="lt1"/>
                          </a:solidFill>
                          <a:latin typeface="Aptos" panose="02110004020202020204"/>
                        </a:defRPr>
                      </a:lvl6pPr>
                      <a:lvl7pPr marL="2743200" algn="l" defTabSz="914400" rtl="0" eaLnBrk="1" latinLnBrk="0" hangingPunct="1">
                        <a:defRPr sz="1800" b="1" kern="1200">
                          <a:solidFill>
                            <a:schemeClr val="lt1"/>
                          </a:solidFill>
                          <a:latin typeface="Aptos" panose="02110004020202020204"/>
                        </a:defRPr>
                      </a:lvl7pPr>
                      <a:lvl8pPr marL="3200400" algn="l" defTabSz="914400" rtl="0" eaLnBrk="1" latinLnBrk="0" hangingPunct="1">
                        <a:defRPr sz="1800" b="1" kern="1200">
                          <a:solidFill>
                            <a:schemeClr val="lt1"/>
                          </a:solidFill>
                          <a:latin typeface="Aptos" panose="02110004020202020204"/>
                        </a:defRPr>
                      </a:lvl8pPr>
                      <a:lvl9pPr marL="3657600" algn="l" defTabSz="914400" rtl="0" eaLnBrk="1" latinLnBrk="0" hangingPunct="1">
                        <a:defRPr sz="1800" b="1" kern="1200">
                          <a:solidFill>
                            <a:schemeClr val="lt1"/>
                          </a:solidFill>
                          <a:latin typeface="Aptos" panose="02110004020202020204"/>
                        </a:defRPr>
                      </a:lvl9pPr>
                    </a:lstStyle>
                    <a:p>
                      <a:pPr algn="ctr"/>
                      <a:r>
                        <a:rPr lang="en-US" dirty="0" err="1"/>
                        <a:t>unassigned_tasks</a:t>
                      </a:r>
                      <a:endParaRPr lang="en-US" dirty="0"/>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3406696577"/>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ID (PK)</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526629112"/>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Distance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2038744142"/>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Priority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800181273"/>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Task Complexity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1980150034"/>
                  </a:ext>
                </a:extLst>
              </a:tr>
              <a:tr h="473641">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Equipment Required</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1386597123"/>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Customer Rating</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926633953"/>
                  </a:ext>
                </a:extLst>
              </a:tr>
              <a:tr h="37803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dirty="0"/>
                        <a:t>Penalty Cost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3720962924"/>
                  </a:ext>
                </a:extLst>
              </a:tr>
            </a:tbl>
          </a:graphicData>
        </a:graphic>
      </p:graphicFrame>
      <p:sp>
        <p:nvSpPr>
          <p:cNvPr id="75" name="Flowchart: Decision 74">
            <a:extLst>
              <a:ext uri="{FF2B5EF4-FFF2-40B4-BE49-F238E27FC236}">
                <a16:creationId xmlns:a16="http://schemas.microsoft.com/office/drawing/2014/main" id="{69E78330-B4FF-8F93-346A-3AE8CCFF59BB}"/>
              </a:ext>
            </a:extLst>
          </p:cNvPr>
          <p:cNvSpPr/>
          <p:nvPr/>
        </p:nvSpPr>
        <p:spPr>
          <a:xfrm>
            <a:off x="3565908" y="2400727"/>
            <a:ext cx="1368044" cy="684466"/>
          </a:xfrm>
          <a:prstGeom prst="flowChartDecision">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Aptos" panose="02110004020202020204"/>
                <a:ea typeface="+mn-ea"/>
                <a:cs typeface="+mn-cs"/>
              </a:rPr>
              <a:t>Worked</a:t>
            </a:r>
            <a:endParaRPr kumimoji="0" lang="en-US" sz="700" b="0" i="0" u="none" strike="noStrike" kern="0" cap="none" spc="0" normalizeH="0" baseline="0" noProof="0" dirty="0">
              <a:ln>
                <a:noFill/>
              </a:ln>
              <a:solidFill>
                <a:prstClr val="white"/>
              </a:solidFill>
              <a:effectLst/>
              <a:uLnTx/>
              <a:uFillTx/>
              <a:latin typeface="Aptos" panose="02110004020202020204"/>
              <a:ea typeface="+mn-ea"/>
              <a:cs typeface="+mn-cs"/>
            </a:endParaRPr>
          </a:p>
        </p:txBody>
      </p:sp>
      <p:sp>
        <p:nvSpPr>
          <p:cNvPr id="76" name="Flowchart: Decision 75">
            <a:extLst>
              <a:ext uri="{FF2B5EF4-FFF2-40B4-BE49-F238E27FC236}">
                <a16:creationId xmlns:a16="http://schemas.microsoft.com/office/drawing/2014/main" id="{1F894117-548E-E8DB-81AD-91F260C6DBE7}"/>
              </a:ext>
            </a:extLst>
          </p:cNvPr>
          <p:cNvSpPr/>
          <p:nvPr/>
        </p:nvSpPr>
        <p:spPr>
          <a:xfrm>
            <a:off x="7679651" y="2427652"/>
            <a:ext cx="1219279" cy="611771"/>
          </a:xfrm>
          <a:prstGeom prst="flowChartDecision">
            <a:avLst/>
          </a:prstGeom>
          <a:solidFill>
            <a:srgbClr val="156082"/>
          </a:solidFill>
          <a:ln w="19050" cap="flat" cmpd="sng" algn="ctr">
            <a:solidFill>
              <a:srgbClr val="156082">
                <a:shade val="1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white"/>
                </a:solidFill>
                <a:effectLst/>
                <a:uLnTx/>
                <a:uFillTx/>
                <a:latin typeface="Aptos" panose="02110004020202020204"/>
                <a:ea typeface="+mn-ea"/>
                <a:cs typeface="+mn-cs"/>
              </a:rPr>
              <a:t>Assign</a:t>
            </a:r>
          </a:p>
        </p:txBody>
      </p:sp>
      <p:cxnSp>
        <p:nvCxnSpPr>
          <p:cNvPr id="77" name="Connector: Elbow 76">
            <a:extLst>
              <a:ext uri="{FF2B5EF4-FFF2-40B4-BE49-F238E27FC236}">
                <a16:creationId xmlns:a16="http://schemas.microsoft.com/office/drawing/2014/main" id="{5CAF0E8C-D6D5-5BC7-32BB-F6BBE3FFC36F}"/>
              </a:ext>
            </a:extLst>
          </p:cNvPr>
          <p:cNvCxnSpPr>
            <a:cxnSpLocks/>
          </p:cNvCxnSpPr>
          <p:nvPr/>
        </p:nvCxnSpPr>
        <p:spPr>
          <a:xfrm>
            <a:off x="3120946" y="2186814"/>
            <a:ext cx="726246" cy="556146"/>
          </a:xfrm>
          <a:prstGeom prst="bentConnector3">
            <a:avLst/>
          </a:prstGeom>
          <a:noFill/>
          <a:ln w="19050" cap="flat" cmpd="sng" algn="ctr">
            <a:solidFill>
              <a:srgbClr val="156082"/>
            </a:solidFill>
            <a:prstDash val="solid"/>
            <a:miter lim="800000"/>
          </a:ln>
          <a:effectLst/>
        </p:spPr>
      </p:cxnSp>
      <p:cxnSp>
        <p:nvCxnSpPr>
          <p:cNvPr id="78" name="Connector: Elbow 77">
            <a:extLst>
              <a:ext uri="{FF2B5EF4-FFF2-40B4-BE49-F238E27FC236}">
                <a16:creationId xmlns:a16="http://schemas.microsoft.com/office/drawing/2014/main" id="{611E8C98-E80A-2A89-F0A6-5D461F68ACD8}"/>
              </a:ext>
            </a:extLst>
          </p:cNvPr>
          <p:cNvCxnSpPr>
            <a:cxnSpLocks/>
          </p:cNvCxnSpPr>
          <p:nvPr/>
        </p:nvCxnSpPr>
        <p:spPr>
          <a:xfrm flipV="1">
            <a:off x="8811140" y="2190335"/>
            <a:ext cx="563271" cy="552625"/>
          </a:xfrm>
          <a:prstGeom prst="bentConnector3">
            <a:avLst/>
          </a:prstGeom>
          <a:noFill/>
          <a:ln w="19050" cap="flat" cmpd="sng" algn="ctr">
            <a:solidFill>
              <a:srgbClr val="156082"/>
            </a:solidFill>
            <a:prstDash val="solid"/>
            <a:miter lim="800000"/>
          </a:ln>
          <a:effectLst/>
        </p:spPr>
      </p:cxnSp>
      <p:cxnSp>
        <p:nvCxnSpPr>
          <p:cNvPr id="79" name="Connector: Elbow 78">
            <a:extLst>
              <a:ext uri="{FF2B5EF4-FFF2-40B4-BE49-F238E27FC236}">
                <a16:creationId xmlns:a16="http://schemas.microsoft.com/office/drawing/2014/main" id="{C956FB0E-7E25-7120-F294-5DB9F2F2409E}"/>
              </a:ext>
            </a:extLst>
          </p:cNvPr>
          <p:cNvCxnSpPr>
            <a:cxnSpLocks/>
          </p:cNvCxnSpPr>
          <p:nvPr/>
        </p:nvCxnSpPr>
        <p:spPr>
          <a:xfrm flipV="1">
            <a:off x="7135283" y="2742960"/>
            <a:ext cx="794725" cy="592927"/>
          </a:xfrm>
          <a:prstGeom prst="bentConnector3">
            <a:avLst/>
          </a:prstGeom>
          <a:noFill/>
          <a:ln w="19050" cap="flat" cmpd="sng" algn="ctr">
            <a:solidFill>
              <a:srgbClr val="156082"/>
            </a:solidFill>
            <a:prstDash val="solid"/>
            <a:miter lim="800000"/>
          </a:ln>
          <a:effectLst/>
        </p:spPr>
      </p:cxnSp>
      <p:cxnSp>
        <p:nvCxnSpPr>
          <p:cNvPr id="80" name="Connector: Elbow 79">
            <a:extLst>
              <a:ext uri="{FF2B5EF4-FFF2-40B4-BE49-F238E27FC236}">
                <a16:creationId xmlns:a16="http://schemas.microsoft.com/office/drawing/2014/main" id="{3C5CB924-795D-2FB2-ACC6-BDAB598B2237}"/>
              </a:ext>
            </a:extLst>
          </p:cNvPr>
          <p:cNvCxnSpPr>
            <a:cxnSpLocks/>
            <a:stCxn id="75" idx="3"/>
          </p:cNvCxnSpPr>
          <p:nvPr/>
        </p:nvCxnSpPr>
        <p:spPr>
          <a:xfrm>
            <a:off x="4933952" y="2742960"/>
            <a:ext cx="383040" cy="592927"/>
          </a:xfrm>
          <a:prstGeom prst="bentConnector2">
            <a:avLst/>
          </a:prstGeom>
          <a:noFill/>
          <a:ln w="19050" cap="flat" cmpd="sng" algn="ctr">
            <a:solidFill>
              <a:srgbClr val="156082"/>
            </a:solidFill>
            <a:prstDash val="solid"/>
            <a:miter lim="800000"/>
          </a:ln>
          <a:effectLst/>
        </p:spPr>
      </p:cxnSp>
      <p:sp>
        <p:nvSpPr>
          <p:cNvPr id="81" name="TextBox 80">
            <a:extLst>
              <a:ext uri="{FF2B5EF4-FFF2-40B4-BE49-F238E27FC236}">
                <a16:creationId xmlns:a16="http://schemas.microsoft.com/office/drawing/2014/main" id="{CFFDD6F6-55BF-0E8F-67C8-7824CEA78A2D}"/>
              </a:ext>
            </a:extLst>
          </p:cNvPr>
          <p:cNvSpPr txBox="1"/>
          <p:nvPr/>
        </p:nvSpPr>
        <p:spPr>
          <a:xfrm>
            <a:off x="3154745" y="1879037"/>
            <a:ext cx="277505" cy="307777"/>
          </a:xfrm>
          <a:prstGeom prst="rect">
            <a:avLst/>
          </a:prstGeom>
          <a:noFill/>
        </p:spPr>
        <p:txBody>
          <a:bodyPr wrap="square" rtlCol="0">
            <a:spAutoFit/>
          </a:bodyPr>
          <a:lstStyle/>
          <a:p>
            <a:pPr defTabSz="914400"/>
            <a:r>
              <a:rPr lang="en-US" sz="1400" dirty="0">
                <a:solidFill>
                  <a:prstClr val="black"/>
                </a:solidFill>
                <a:latin typeface="Aptos" panose="02110004020202020204"/>
              </a:rPr>
              <a:t>N</a:t>
            </a:r>
          </a:p>
        </p:txBody>
      </p:sp>
      <p:sp>
        <p:nvSpPr>
          <p:cNvPr id="82" name="TextBox 81">
            <a:extLst>
              <a:ext uri="{FF2B5EF4-FFF2-40B4-BE49-F238E27FC236}">
                <a16:creationId xmlns:a16="http://schemas.microsoft.com/office/drawing/2014/main" id="{00451EC5-582E-562E-E8E1-24972DCCF4E0}"/>
              </a:ext>
            </a:extLst>
          </p:cNvPr>
          <p:cNvSpPr txBox="1"/>
          <p:nvPr/>
        </p:nvSpPr>
        <p:spPr>
          <a:xfrm>
            <a:off x="5316992" y="2817347"/>
            <a:ext cx="280846" cy="307777"/>
          </a:xfrm>
          <a:prstGeom prst="rect">
            <a:avLst/>
          </a:prstGeom>
          <a:noFill/>
        </p:spPr>
        <p:txBody>
          <a:bodyPr wrap="square" rtlCol="0">
            <a:spAutoFit/>
          </a:bodyPr>
          <a:lstStyle/>
          <a:p>
            <a:pPr defTabSz="914400"/>
            <a:r>
              <a:rPr lang="en-US" sz="1400" dirty="0">
                <a:solidFill>
                  <a:prstClr val="black"/>
                </a:solidFill>
                <a:latin typeface="Aptos" panose="02110004020202020204"/>
              </a:rPr>
              <a:t>1</a:t>
            </a:r>
          </a:p>
        </p:txBody>
      </p:sp>
      <p:sp>
        <p:nvSpPr>
          <p:cNvPr id="83" name="TextBox 82">
            <a:extLst>
              <a:ext uri="{FF2B5EF4-FFF2-40B4-BE49-F238E27FC236}">
                <a16:creationId xmlns:a16="http://schemas.microsoft.com/office/drawing/2014/main" id="{94924872-1D77-AC6C-33FD-0F00BC538259}"/>
              </a:ext>
            </a:extLst>
          </p:cNvPr>
          <p:cNvSpPr txBox="1"/>
          <p:nvPr/>
        </p:nvSpPr>
        <p:spPr>
          <a:xfrm>
            <a:off x="9063107" y="1851726"/>
            <a:ext cx="311304" cy="307777"/>
          </a:xfrm>
          <a:prstGeom prst="rect">
            <a:avLst/>
          </a:prstGeom>
          <a:noFill/>
        </p:spPr>
        <p:txBody>
          <a:bodyPr wrap="square" rtlCol="0">
            <a:spAutoFit/>
          </a:bodyPr>
          <a:lstStyle/>
          <a:p>
            <a:pPr defTabSz="914400"/>
            <a:r>
              <a:rPr lang="en-US" sz="1400" dirty="0">
                <a:solidFill>
                  <a:prstClr val="black"/>
                </a:solidFill>
                <a:latin typeface="Aptos" panose="02110004020202020204"/>
              </a:rPr>
              <a:t>N</a:t>
            </a:r>
            <a:endParaRPr lang="en-US" dirty="0">
              <a:solidFill>
                <a:prstClr val="black"/>
              </a:solidFill>
              <a:latin typeface="Aptos" panose="02110004020202020204"/>
            </a:endParaRPr>
          </a:p>
        </p:txBody>
      </p:sp>
      <p:sp>
        <p:nvSpPr>
          <p:cNvPr id="84" name="TextBox 83">
            <a:extLst>
              <a:ext uri="{FF2B5EF4-FFF2-40B4-BE49-F238E27FC236}">
                <a16:creationId xmlns:a16="http://schemas.microsoft.com/office/drawing/2014/main" id="{78CBCB3B-4A60-9253-1014-3E221AD448C3}"/>
              </a:ext>
            </a:extLst>
          </p:cNvPr>
          <p:cNvSpPr txBox="1"/>
          <p:nvPr/>
        </p:nvSpPr>
        <p:spPr>
          <a:xfrm>
            <a:off x="7218801" y="3005492"/>
            <a:ext cx="280846" cy="307777"/>
          </a:xfrm>
          <a:prstGeom prst="rect">
            <a:avLst/>
          </a:prstGeom>
          <a:noFill/>
        </p:spPr>
        <p:txBody>
          <a:bodyPr wrap="square" rtlCol="0">
            <a:spAutoFit/>
          </a:bodyPr>
          <a:lstStyle/>
          <a:p>
            <a:pPr defTabSz="914400"/>
            <a:r>
              <a:rPr lang="en-US" sz="1400" dirty="0">
                <a:solidFill>
                  <a:prstClr val="black"/>
                </a:solidFill>
                <a:latin typeface="Aptos" panose="02110004020202020204"/>
              </a:rPr>
              <a:t>1</a:t>
            </a:r>
          </a:p>
        </p:txBody>
      </p:sp>
    </p:spTree>
    <p:extLst>
      <p:ext uri="{BB962C8B-B14F-4D97-AF65-F5344CB8AC3E}">
        <p14:creationId xmlns:p14="http://schemas.microsoft.com/office/powerpoint/2010/main" val="1562798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1"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xmlns:p14="http://schemas.microsoft.com/office/powerpoint/2010/main" xmlns:a16="http://schemas.microsoft.com/office/drawing/2014/main" xmlns="">
                <a:solidFill>
                  <a:srgbClr val="FFFFFF"/>
                </a:solidFill>
              </a14:hiddenFill>
            </a:ext>
          </a:extLst>
        </p:spPr>
      </p:pic>
      <p:sp>
        <p:nvSpPr>
          <p:cNvPr id="2" name="Title 1">
            <a:extLst>
              <a:ext uri="{FF2B5EF4-FFF2-40B4-BE49-F238E27FC236}">
                <a16:creationId xmlns:a16="http://schemas.microsoft.com/office/drawing/2014/main" id="{F8B4B075-8E18-8EE8-88B4-B9A7AB9676B9}"/>
              </a:ext>
            </a:extLst>
          </p:cNvPr>
          <p:cNvSpPr>
            <a:spLocks noGrp="1"/>
          </p:cNvSpPr>
          <p:nvPr>
            <p:ph type="title"/>
          </p:nvPr>
        </p:nvSpPr>
        <p:spPr>
          <a:xfrm>
            <a:off x="1141413" y="618518"/>
            <a:ext cx="4459286" cy="1478570"/>
          </a:xfrm>
        </p:spPr>
        <p:txBody>
          <a:bodyPr>
            <a:normAutofit/>
          </a:bodyPr>
          <a:lstStyle/>
          <a:p>
            <a:r>
              <a:rPr lang="en-US" sz="3200" dirty="0"/>
              <a:t>Data Preparation</a:t>
            </a:r>
          </a:p>
        </p:txBody>
      </p:sp>
      <p:grpSp>
        <p:nvGrpSpPr>
          <p:cNvPr id="13" name="Group 12">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4"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15"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6"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7"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8"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19"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0"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1"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2"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3"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4"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5"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6"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7"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8"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29"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0"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US"/>
            </a:p>
          </p:txBody>
        </p:sp>
        <p:sp>
          <p:nvSpPr>
            <p:cNvPr id="31"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2"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3"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4"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5"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6"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7"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8"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39"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sp>
          <p:nvSpPr>
            <p:cNvPr id="40"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US"/>
            </a:p>
          </p:txBody>
        </p:sp>
      </p:grpSp>
      <p:graphicFrame>
        <p:nvGraphicFramePr>
          <p:cNvPr id="12" name="Content Placeholder 11">
            <a:extLst>
              <a:ext uri="{FF2B5EF4-FFF2-40B4-BE49-F238E27FC236}">
                <a16:creationId xmlns:a16="http://schemas.microsoft.com/office/drawing/2014/main" id="{E2F1D61A-5A17-AEF9-76C5-8DB8672E91EE}"/>
              </a:ext>
            </a:extLst>
          </p:cNvPr>
          <p:cNvGraphicFramePr>
            <a:graphicFrameLocks noGrp="1"/>
          </p:cNvGraphicFramePr>
          <p:nvPr>
            <p:ph idx="1"/>
            <p:extLst>
              <p:ext uri="{D42A27DB-BD31-4B8C-83A1-F6EECF244321}">
                <p14:modId xmlns:p14="http://schemas.microsoft.com/office/powerpoint/2010/main" val="3191121602"/>
              </p:ext>
            </p:extLst>
          </p:nvPr>
        </p:nvGraphicFramePr>
        <p:xfrm>
          <a:off x="1690389" y="2189493"/>
          <a:ext cx="3730924" cy="328930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3" name="Diagram 2">
            <a:extLst>
              <a:ext uri="{FF2B5EF4-FFF2-40B4-BE49-F238E27FC236}">
                <a16:creationId xmlns:a16="http://schemas.microsoft.com/office/drawing/2014/main" id="{D7F234C2-D587-D5DB-0436-EEBD245EDD12}"/>
              </a:ext>
            </a:extLst>
          </p:cNvPr>
          <p:cNvGraphicFramePr/>
          <p:nvPr>
            <p:extLst>
              <p:ext uri="{D42A27DB-BD31-4B8C-83A1-F6EECF244321}">
                <p14:modId xmlns:p14="http://schemas.microsoft.com/office/powerpoint/2010/main" val="2011698454"/>
              </p:ext>
            </p:extLst>
          </p:nvPr>
        </p:nvGraphicFramePr>
        <p:xfrm>
          <a:off x="5837654" y="1849438"/>
          <a:ext cx="5200021" cy="4639632"/>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5" name="TextBox 4">
            <a:extLst>
              <a:ext uri="{FF2B5EF4-FFF2-40B4-BE49-F238E27FC236}">
                <a16:creationId xmlns:a16="http://schemas.microsoft.com/office/drawing/2014/main" id="{FC82EBFA-92C1-1539-A4F9-E9FD9DDED081}"/>
              </a:ext>
            </a:extLst>
          </p:cNvPr>
          <p:cNvSpPr txBox="1"/>
          <p:nvPr/>
        </p:nvSpPr>
        <p:spPr>
          <a:xfrm>
            <a:off x="7039750" y="1340148"/>
            <a:ext cx="2795828" cy="461665"/>
          </a:xfrm>
          <a:prstGeom prst="rect">
            <a:avLst/>
          </a:prstGeom>
          <a:solidFill>
            <a:schemeClr val="accent5"/>
          </a:solidFill>
          <a:ln>
            <a:solidFill>
              <a:schemeClr val="tx1"/>
            </a:solidFill>
          </a:ln>
        </p:spPr>
        <p:txBody>
          <a:bodyPr wrap="square" rtlCol="0">
            <a:spAutoFit/>
          </a:bodyPr>
          <a:lstStyle/>
          <a:p>
            <a:r>
              <a:rPr lang="en-US" sz="2400" b="1" dirty="0"/>
              <a:t>Feature Engineering</a:t>
            </a:r>
          </a:p>
        </p:txBody>
      </p:sp>
    </p:spTree>
    <p:extLst>
      <p:ext uri="{BB962C8B-B14F-4D97-AF65-F5344CB8AC3E}">
        <p14:creationId xmlns:p14="http://schemas.microsoft.com/office/powerpoint/2010/main" val="12061397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7497B-49E7-CA0E-BF52-F3940D8156FA}"/>
              </a:ext>
            </a:extLst>
          </p:cNvPr>
          <p:cNvSpPr>
            <a:spLocks noGrp="1"/>
          </p:cNvSpPr>
          <p:nvPr>
            <p:ph type="title"/>
          </p:nvPr>
        </p:nvSpPr>
        <p:spPr/>
        <p:txBody>
          <a:bodyPr/>
          <a:lstStyle/>
          <a:p>
            <a:r>
              <a:rPr lang="en-US" dirty="0"/>
              <a:t>Modeling approach</a:t>
            </a:r>
          </a:p>
        </p:txBody>
      </p:sp>
      <p:graphicFrame>
        <p:nvGraphicFramePr>
          <p:cNvPr id="10" name="Content Placeholder 9">
            <a:extLst>
              <a:ext uri="{FF2B5EF4-FFF2-40B4-BE49-F238E27FC236}">
                <a16:creationId xmlns:a16="http://schemas.microsoft.com/office/drawing/2014/main" id="{BF4CE731-C552-B114-B005-E6D9A7D0A8DB}"/>
              </a:ext>
            </a:extLst>
          </p:cNvPr>
          <p:cNvGraphicFramePr>
            <a:graphicFrameLocks noGrp="1"/>
          </p:cNvGraphicFramePr>
          <p:nvPr>
            <p:ph idx="1"/>
            <p:extLst>
              <p:ext uri="{D42A27DB-BD31-4B8C-83A1-F6EECF244321}">
                <p14:modId xmlns:p14="http://schemas.microsoft.com/office/powerpoint/2010/main" val="1235957620"/>
              </p:ext>
            </p:extLst>
          </p:nvPr>
        </p:nvGraphicFramePr>
        <p:xfrm>
          <a:off x="5954952" y="1084922"/>
          <a:ext cx="5630323" cy="4962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TextBox 10">
            <a:extLst>
              <a:ext uri="{FF2B5EF4-FFF2-40B4-BE49-F238E27FC236}">
                <a16:creationId xmlns:a16="http://schemas.microsoft.com/office/drawing/2014/main" id="{AB4CC724-959C-59EC-6B27-D74A10EE09B1}"/>
              </a:ext>
            </a:extLst>
          </p:cNvPr>
          <p:cNvSpPr txBox="1"/>
          <p:nvPr/>
        </p:nvSpPr>
        <p:spPr>
          <a:xfrm>
            <a:off x="1889185" y="2594775"/>
            <a:ext cx="3485072" cy="1477328"/>
          </a:xfrm>
          <a:prstGeom prst="rect">
            <a:avLst/>
          </a:prstGeom>
          <a:noFill/>
        </p:spPr>
        <p:txBody>
          <a:bodyPr wrap="square" rtlCol="0">
            <a:spAutoFit/>
          </a:bodyPr>
          <a:lstStyle/>
          <a:p>
            <a:r>
              <a:rPr lang="en-US" sz="3000" dirty="0"/>
              <a:t>Who has the best chance of completing the task?</a:t>
            </a:r>
          </a:p>
        </p:txBody>
      </p:sp>
      <p:pic>
        <p:nvPicPr>
          <p:cNvPr id="13" name="Graphic 12" descr="Warning with solid fill">
            <a:extLst>
              <a:ext uri="{FF2B5EF4-FFF2-40B4-BE49-F238E27FC236}">
                <a16:creationId xmlns:a16="http://schemas.microsoft.com/office/drawing/2014/main" id="{D01BD81E-94AE-34EE-4781-84BAC369A1A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0685" y="2873031"/>
            <a:ext cx="758690" cy="758690"/>
          </a:xfrm>
          <a:prstGeom prst="rect">
            <a:avLst/>
          </a:prstGeom>
        </p:spPr>
      </p:pic>
    </p:spTree>
    <p:extLst>
      <p:ext uri="{BB962C8B-B14F-4D97-AF65-F5344CB8AC3E}">
        <p14:creationId xmlns:p14="http://schemas.microsoft.com/office/powerpoint/2010/main" val="3100178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0EE9C-C817-1843-D08C-D7634A8F0B9A}"/>
              </a:ext>
            </a:extLst>
          </p:cNvPr>
          <p:cNvSpPr>
            <a:spLocks noGrp="1"/>
          </p:cNvSpPr>
          <p:nvPr>
            <p:ph type="title"/>
          </p:nvPr>
        </p:nvSpPr>
        <p:spPr/>
        <p:txBody>
          <a:bodyPr/>
          <a:lstStyle/>
          <a:p>
            <a:r>
              <a:rPr lang="en-US" dirty="0"/>
              <a:t>Application Demo</a:t>
            </a:r>
          </a:p>
        </p:txBody>
      </p:sp>
      <p:graphicFrame>
        <p:nvGraphicFramePr>
          <p:cNvPr id="12" name="Content Placeholder 11">
            <a:extLst>
              <a:ext uri="{FF2B5EF4-FFF2-40B4-BE49-F238E27FC236}">
                <a16:creationId xmlns:a16="http://schemas.microsoft.com/office/drawing/2014/main" id="{CF5122C5-F1E7-2631-EF92-43788F1CB12D}"/>
              </a:ext>
            </a:extLst>
          </p:cNvPr>
          <p:cNvGraphicFramePr>
            <a:graphicFrameLocks noGrp="1"/>
          </p:cNvGraphicFramePr>
          <p:nvPr>
            <p:ph idx="1"/>
            <p:extLst>
              <p:ext uri="{D42A27DB-BD31-4B8C-83A1-F6EECF244321}">
                <p14:modId xmlns:p14="http://schemas.microsoft.com/office/powerpoint/2010/main" val="474182118"/>
              </p:ext>
            </p:extLst>
          </p:nvPr>
        </p:nvGraphicFramePr>
        <p:xfrm>
          <a:off x="960438" y="2278063"/>
          <a:ext cx="9906000" cy="35417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2374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Diagonal Corners Rounded 10">
            <a:extLst>
              <a:ext uri="{FF2B5EF4-FFF2-40B4-BE49-F238E27FC236}">
                <a16:creationId xmlns:a16="http://schemas.microsoft.com/office/drawing/2014/main" id="{7A21B914-059E-9018-BC88-DDBE321178B8}"/>
              </a:ext>
            </a:extLst>
          </p:cNvPr>
          <p:cNvSpPr/>
          <p:nvPr/>
        </p:nvSpPr>
        <p:spPr>
          <a:xfrm>
            <a:off x="7793212" y="734020"/>
            <a:ext cx="4026614" cy="5627482"/>
          </a:xfrm>
          <a:prstGeom prst="round2Diag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70726-DE3D-DC7E-BCCC-A4FD33506433}"/>
              </a:ext>
            </a:extLst>
          </p:cNvPr>
          <p:cNvSpPr>
            <a:spLocks noGrp="1"/>
          </p:cNvSpPr>
          <p:nvPr>
            <p:ph type="title"/>
          </p:nvPr>
        </p:nvSpPr>
        <p:spPr/>
        <p:txBody>
          <a:bodyPr/>
          <a:lstStyle/>
          <a:p>
            <a:r>
              <a:rPr lang="en-US" dirty="0"/>
              <a:t>Operational results &amp; impact</a:t>
            </a:r>
          </a:p>
        </p:txBody>
      </p:sp>
      <p:pic>
        <p:nvPicPr>
          <p:cNvPr id="4" name="Content Placeholder 3" descr="A screenshot of a graph&#10;&#10;AI-generated content may be incorrect.">
            <a:extLst>
              <a:ext uri="{FF2B5EF4-FFF2-40B4-BE49-F238E27FC236}">
                <a16:creationId xmlns:a16="http://schemas.microsoft.com/office/drawing/2014/main" id="{B7548B65-5314-C0EC-9688-3E5B11BC355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7953527" y="1385602"/>
            <a:ext cx="3658434" cy="1947995"/>
          </a:xfrm>
          <a:prstGeom prst="rect">
            <a:avLst/>
          </a:prstGeom>
        </p:spPr>
      </p:pic>
      <p:pic>
        <p:nvPicPr>
          <p:cNvPr id="5" name="Picture 4" descr="A screenshot of a game&#10;&#10;AI-generated content may be incorrect.">
            <a:extLst>
              <a:ext uri="{FF2B5EF4-FFF2-40B4-BE49-F238E27FC236}">
                <a16:creationId xmlns:a16="http://schemas.microsoft.com/office/drawing/2014/main" id="{14EF558A-54CD-356C-71C4-FC11D1D89802}"/>
              </a:ext>
            </a:extLst>
          </p:cNvPr>
          <p:cNvPicPr>
            <a:picLocks noChangeAspect="1"/>
          </p:cNvPicPr>
          <p:nvPr/>
        </p:nvPicPr>
        <p:blipFill>
          <a:blip r:embed="rId4">
            <a:extLst>
              <a:ext uri="{28A0092B-C50C-407E-A947-70E740481C1C}">
                <a14:useLocalDpi xmlns:a14="http://schemas.microsoft.com/office/drawing/2010/main" val="0"/>
              </a:ext>
            </a:extLst>
          </a:blip>
          <a:srcRect l="1" r="1861"/>
          <a:stretch>
            <a:fillRect/>
          </a:stretch>
        </p:blipFill>
        <p:spPr>
          <a:xfrm>
            <a:off x="7953527" y="4175984"/>
            <a:ext cx="3577782" cy="1947996"/>
          </a:xfrm>
          <a:prstGeom prst="rect">
            <a:avLst/>
          </a:prstGeom>
        </p:spPr>
      </p:pic>
      <p:sp>
        <p:nvSpPr>
          <p:cNvPr id="6" name="TextBox 5">
            <a:extLst>
              <a:ext uri="{FF2B5EF4-FFF2-40B4-BE49-F238E27FC236}">
                <a16:creationId xmlns:a16="http://schemas.microsoft.com/office/drawing/2014/main" id="{7843556B-970F-A08C-3C93-988A96A12358}"/>
              </a:ext>
            </a:extLst>
          </p:cNvPr>
          <p:cNvSpPr txBox="1"/>
          <p:nvPr/>
        </p:nvSpPr>
        <p:spPr>
          <a:xfrm>
            <a:off x="9385840" y="3705107"/>
            <a:ext cx="793807" cy="369332"/>
          </a:xfrm>
          <a:prstGeom prst="rect">
            <a:avLst/>
          </a:prstGeom>
          <a:noFill/>
        </p:spPr>
        <p:txBody>
          <a:bodyPr wrap="none" rtlCol="0">
            <a:spAutoFit/>
          </a:bodyPr>
          <a:lstStyle/>
          <a:p>
            <a:r>
              <a:rPr lang="en-US" dirty="0"/>
              <a:t>AFTER:</a:t>
            </a:r>
          </a:p>
        </p:txBody>
      </p:sp>
      <p:sp>
        <p:nvSpPr>
          <p:cNvPr id="7" name="TextBox 6">
            <a:extLst>
              <a:ext uri="{FF2B5EF4-FFF2-40B4-BE49-F238E27FC236}">
                <a16:creationId xmlns:a16="http://schemas.microsoft.com/office/drawing/2014/main" id="{1AA3E28B-A9CB-739A-DA47-75A43F787218}"/>
              </a:ext>
            </a:extLst>
          </p:cNvPr>
          <p:cNvSpPr txBox="1"/>
          <p:nvPr/>
        </p:nvSpPr>
        <p:spPr>
          <a:xfrm>
            <a:off x="9308897" y="913168"/>
            <a:ext cx="947695" cy="369332"/>
          </a:xfrm>
          <a:prstGeom prst="rect">
            <a:avLst/>
          </a:prstGeom>
          <a:noFill/>
        </p:spPr>
        <p:txBody>
          <a:bodyPr wrap="none" rtlCol="0">
            <a:spAutoFit/>
          </a:bodyPr>
          <a:lstStyle/>
          <a:p>
            <a:r>
              <a:rPr lang="en-US" dirty="0"/>
              <a:t>BEFORE:</a:t>
            </a:r>
          </a:p>
        </p:txBody>
      </p:sp>
      <p:sp>
        <p:nvSpPr>
          <p:cNvPr id="8" name="TextBox 7">
            <a:extLst>
              <a:ext uri="{FF2B5EF4-FFF2-40B4-BE49-F238E27FC236}">
                <a16:creationId xmlns:a16="http://schemas.microsoft.com/office/drawing/2014/main" id="{2B8589A0-F694-75EE-E7F7-96E3A60B966D}"/>
              </a:ext>
            </a:extLst>
          </p:cNvPr>
          <p:cNvSpPr txBox="1"/>
          <p:nvPr/>
        </p:nvSpPr>
        <p:spPr>
          <a:xfrm>
            <a:off x="5236703" y="2318225"/>
            <a:ext cx="1857038" cy="1261884"/>
          </a:xfrm>
          <a:prstGeom prst="rect">
            <a:avLst/>
          </a:prstGeom>
          <a:noFill/>
        </p:spPr>
        <p:txBody>
          <a:bodyPr wrap="square" rtlCol="0">
            <a:spAutoFit/>
          </a:bodyPr>
          <a:lstStyle/>
          <a:p>
            <a:pPr algn="ctr"/>
            <a:r>
              <a:rPr lang="en-US" sz="4000" dirty="0"/>
              <a:t>58%</a:t>
            </a:r>
          </a:p>
          <a:p>
            <a:pPr algn="ctr"/>
            <a:r>
              <a:rPr lang="en-US" dirty="0"/>
              <a:t>Expertise Match Rate</a:t>
            </a:r>
          </a:p>
        </p:txBody>
      </p:sp>
      <p:graphicFrame>
        <p:nvGraphicFramePr>
          <p:cNvPr id="9" name="Diagram 8">
            <a:extLst>
              <a:ext uri="{FF2B5EF4-FFF2-40B4-BE49-F238E27FC236}">
                <a16:creationId xmlns:a16="http://schemas.microsoft.com/office/drawing/2014/main" id="{184E0A10-6C5B-15D9-FFA6-A8337E014189}"/>
              </a:ext>
            </a:extLst>
          </p:cNvPr>
          <p:cNvGraphicFramePr/>
          <p:nvPr>
            <p:extLst>
              <p:ext uri="{D42A27DB-BD31-4B8C-83A1-F6EECF244321}">
                <p14:modId xmlns:p14="http://schemas.microsoft.com/office/powerpoint/2010/main" val="1339087487"/>
              </p:ext>
            </p:extLst>
          </p:nvPr>
        </p:nvGraphicFramePr>
        <p:xfrm>
          <a:off x="1600875" y="4251287"/>
          <a:ext cx="4783148" cy="194799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0" name="TextBox 9">
            <a:extLst>
              <a:ext uri="{FF2B5EF4-FFF2-40B4-BE49-F238E27FC236}">
                <a16:creationId xmlns:a16="http://schemas.microsoft.com/office/drawing/2014/main" id="{9EBEC569-AE52-6EE4-9AF4-1B6F0C56AFE5}"/>
              </a:ext>
            </a:extLst>
          </p:cNvPr>
          <p:cNvSpPr txBox="1"/>
          <p:nvPr/>
        </p:nvSpPr>
        <p:spPr>
          <a:xfrm>
            <a:off x="744742" y="2456724"/>
            <a:ext cx="3792490" cy="984885"/>
          </a:xfrm>
          <a:prstGeom prst="rect">
            <a:avLst/>
          </a:prstGeom>
          <a:noFill/>
        </p:spPr>
        <p:txBody>
          <a:bodyPr wrap="square" rtlCol="0">
            <a:spAutoFit/>
          </a:bodyPr>
          <a:lstStyle/>
          <a:p>
            <a:pPr algn="ctr"/>
            <a:r>
              <a:rPr lang="en-US" sz="4000" dirty="0"/>
              <a:t>58%  →  76.5%</a:t>
            </a:r>
          </a:p>
          <a:p>
            <a:pPr algn="ctr"/>
            <a:r>
              <a:rPr lang="en-US" dirty="0"/>
              <a:t>Task Completion Rate</a:t>
            </a:r>
          </a:p>
        </p:txBody>
      </p:sp>
      <p:sp>
        <p:nvSpPr>
          <p:cNvPr id="14" name="Rectangle 13">
            <a:extLst>
              <a:ext uri="{FF2B5EF4-FFF2-40B4-BE49-F238E27FC236}">
                <a16:creationId xmlns:a16="http://schemas.microsoft.com/office/drawing/2014/main" id="{4D318CB8-33A9-FC65-ADA0-4010C831C019}"/>
              </a:ext>
            </a:extLst>
          </p:cNvPr>
          <p:cNvSpPr/>
          <p:nvPr/>
        </p:nvSpPr>
        <p:spPr>
          <a:xfrm>
            <a:off x="10256592" y="5285030"/>
            <a:ext cx="511132" cy="356645"/>
          </a:xfrm>
          <a:prstGeom prst="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3" name="Rectangle 2">
            <a:extLst>
              <a:ext uri="{FF2B5EF4-FFF2-40B4-BE49-F238E27FC236}">
                <a16:creationId xmlns:a16="http://schemas.microsoft.com/office/drawing/2014/main" id="{A2E00217-B371-638B-6089-1D585751C520}"/>
              </a:ext>
            </a:extLst>
          </p:cNvPr>
          <p:cNvSpPr/>
          <p:nvPr/>
        </p:nvSpPr>
        <p:spPr>
          <a:xfrm>
            <a:off x="10370066" y="2574429"/>
            <a:ext cx="511132" cy="374737"/>
          </a:xfrm>
          <a:prstGeom prst="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10681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06A1F-CDA9-6815-0BFA-813FD5A42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6D9F1-3AD1-AE0B-404A-30433963A687}"/>
              </a:ext>
            </a:extLst>
          </p:cNvPr>
          <p:cNvSpPr>
            <a:spLocks noGrp="1"/>
          </p:cNvSpPr>
          <p:nvPr>
            <p:ph type="title"/>
          </p:nvPr>
        </p:nvSpPr>
        <p:spPr/>
        <p:txBody>
          <a:bodyPr/>
          <a:lstStyle/>
          <a:p>
            <a:r>
              <a:rPr lang="en-US" dirty="0"/>
              <a:t>Financial Results &amp; impact</a:t>
            </a:r>
          </a:p>
        </p:txBody>
      </p:sp>
      <p:pic>
        <p:nvPicPr>
          <p:cNvPr id="6" name="Picture 5" descr="A colorful pie chart with numbers&#10;&#10;AI-generated content may be incorrect.">
            <a:extLst>
              <a:ext uri="{FF2B5EF4-FFF2-40B4-BE49-F238E27FC236}">
                <a16:creationId xmlns:a16="http://schemas.microsoft.com/office/drawing/2014/main" id="{29C36D57-71C8-C9EB-55AE-71B3363D4379}"/>
              </a:ext>
            </a:extLst>
          </p:cNvPr>
          <p:cNvPicPr>
            <a:picLocks noChangeAspect="1"/>
          </p:cNvPicPr>
          <p:nvPr/>
        </p:nvPicPr>
        <p:blipFill rotWithShape="1">
          <a:blip r:embed="rId3"/>
          <a:srcRect l="4501" r="2321" b="7362"/>
          <a:stretch>
            <a:fillRect/>
          </a:stretch>
        </p:blipFill>
        <p:spPr bwMode="auto">
          <a:xfrm>
            <a:off x="4763074" y="2007637"/>
            <a:ext cx="7024734" cy="3607856"/>
          </a:xfrm>
          <a:prstGeom prst="rect">
            <a:avLst/>
          </a:prstGeom>
          <a:ln>
            <a:noFill/>
          </a:ln>
          <a:extLst>
            <a:ext uri="{53640926-AAD7-44D8-BBD7-CCE9431645EC}">
              <a14:shadowObscured xmlns:a14="http://schemas.microsoft.com/office/drawing/2010/main"/>
            </a:ext>
          </a:extLst>
        </p:spPr>
      </p:pic>
      <p:graphicFrame>
        <p:nvGraphicFramePr>
          <p:cNvPr id="7" name="Diagram 6">
            <a:extLst>
              <a:ext uri="{FF2B5EF4-FFF2-40B4-BE49-F238E27FC236}">
                <a16:creationId xmlns:a16="http://schemas.microsoft.com/office/drawing/2014/main" id="{74583555-2711-50F4-FF08-0E9473F22998}"/>
              </a:ext>
            </a:extLst>
          </p:cNvPr>
          <p:cNvGraphicFramePr/>
          <p:nvPr>
            <p:extLst>
              <p:ext uri="{D42A27DB-BD31-4B8C-83A1-F6EECF244321}">
                <p14:modId xmlns:p14="http://schemas.microsoft.com/office/powerpoint/2010/main" val="1723834749"/>
              </p:ext>
            </p:extLst>
          </p:nvPr>
        </p:nvGraphicFramePr>
        <p:xfrm>
          <a:off x="1057523" y="3658847"/>
          <a:ext cx="3120194" cy="258063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pSp>
        <p:nvGrpSpPr>
          <p:cNvPr id="4" name="Group 3">
            <a:extLst>
              <a:ext uri="{FF2B5EF4-FFF2-40B4-BE49-F238E27FC236}">
                <a16:creationId xmlns:a16="http://schemas.microsoft.com/office/drawing/2014/main" id="{F9DD46B0-4230-CCC2-C569-6822B2F9FA64}"/>
              </a:ext>
            </a:extLst>
          </p:cNvPr>
          <p:cNvGrpSpPr/>
          <p:nvPr/>
        </p:nvGrpSpPr>
        <p:grpSpPr>
          <a:xfrm>
            <a:off x="1336412" y="2286630"/>
            <a:ext cx="2638291" cy="1046440"/>
            <a:chOff x="1048624" y="2286630"/>
            <a:chExt cx="2638291" cy="1046440"/>
          </a:xfrm>
        </p:grpSpPr>
        <p:sp>
          <p:nvSpPr>
            <p:cNvPr id="5" name="TextBox 4">
              <a:extLst>
                <a:ext uri="{FF2B5EF4-FFF2-40B4-BE49-F238E27FC236}">
                  <a16:creationId xmlns:a16="http://schemas.microsoft.com/office/drawing/2014/main" id="{EA9951B4-2A66-C6F6-89C1-E23F5F0AB1F8}"/>
                </a:ext>
              </a:extLst>
            </p:cNvPr>
            <p:cNvSpPr txBox="1"/>
            <p:nvPr/>
          </p:nvSpPr>
          <p:spPr>
            <a:xfrm>
              <a:off x="1606923" y="2286630"/>
              <a:ext cx="2079992" cy="1046440"/>
            </a:xfrm>
            <a:prstGeom prst="rect">
              <a:avLst/>
            </a:prstGeom>
            <a:noFill/>
          </p:spPr>
          <p:txBody>
            <a:bodyPr wrap="none" rtlCol="0">
              <a:spAutoFit/>
            </a:bodyPr>
            <a:lstStyle/>
            <a:p>
              <a:pPr algn="ctr"/>
              <a:r>
                <a:rPr lang="en-US" sz="4400" dirty="0"/>
                <a:t>$12.7K</a:t>
              </a:r>
            </a:p>
            <a:p>
              <a:pPr algn="ctr"/>
              <a:r>
                <a:rPr lang="en-US" dirty="0"/>
                <a:t>Penalty Cost Savings</a:t>
              </a:r>
            </a:p>
          </p:txBody>
        </p:sp>
        <p:sp>
          <p:nvSpPr>
            <p:cNvPr id="3" name="Arrow: Down 2">
              <a:extLst>
                <a:ext uri="{FF2B5EF4-FFF2-40B4-BE49-F238E27FC236}">
                  <a16:creationId xmlns:a16="http://schemas.microsoft.com/office/drawing/2014/main" id="{790DF3E2-4047-2693-2F16-96F02D78CD3F}"/>
                </a:ext>
              </a:extLst>
            </p:cNvPr>
            <p:cNvSpPr/>
            <p:nvPr/>
          </p:nvSpPr>
          <p:spPr>
            <a:xfrm>
              <a:off x="1048624" y="2422864"/>
              <a:ext cx="558299" cy="832064"/>
            </a:xfrm>
            <a:prstGeom prst="downArrow">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859735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BE25A-4BA2-2525-011B-5B3AFDA9408B}"/>
              </a:ext>
            </a:extLst>
          </p:cNvPr>
          <p:cNvSpPr>
            <a:spLocks noGrp="1"/>
          </p:cNvSpPr>
          <p:nvPr>
            <p:ph type="title"/>
          </p:nvPr>
        </p:nvSpPr>
        <p:spPr/>
        <p:txBody>
          <a:bodyPr/>
          <a:lstStyle/>
          <a:p>
            <a:r>
              <a:rPr lang="en-US" dirty="0"/>
              <a:t>Reputational results &amp; impact</a:t>
            </a:r>
          </a:p>
        </p:txBody>
      </p:sp>
      <p:pic>
        <p:nvPicPr>
          <p:cNvPr id="4" name="Content Placeholder 3" descr="A graph with numbers and a number of tasks per customer rating&#10;&#10;AI-generated content may be incorrect.">
            <a:extLst>
              <a:ext uri="{FF2B5EF4-FFF2-40B4-BE49-F238E27FC236}">
                <a16:creationId xmlns:a16="http://schemas.microsoft.com/office/drawing/2014/main" id="{B1F5A73B-5337-83AE-E36A-35CDC857B71D}"/>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6976421" y="2097088"/>
            <a:ext cx="4682998" cy="3791446"/>
          </a:xfrm>
          <a:prstGeom prst="rect">
            <a:avLst/>
          </a:prstGeom>
        </p:spPr>
      </p:pic>
      <p:sp>
        <p:nvSpPr>
          <p:cNvPr id="3" name="TextBox 2">
            <a:extLst>
              <a:ext uri="{FF2B5EF4-FFF2-40B4-BE49-F238E27FC236}">
                <a16:creationId xmlns:a16="http://schemas.microsoft.com/office/drawing/2014/main" id="{72C50140-29D0-FBF5-59B3-3A40D1BA8CCF}"/>
              </a:ext>
            </a:extLst>
          </p:cNvPr>
          <p:cNvSpPr txBox="1"/>
          <p:nvPr/>
        </p:nvSpPr>
        <p:spPr>
          <a:xfrm>
            <a:off x="2633608" y="2284651"/>
            <a:ext cx="1988726" cy="1323439"/>
          </a:xfrm>
          <a:prstGeom prst="rect">
            <a:avLst/>
          </a:prstGeom>
          <a:noFill/>
        </p:spPr>
        <p:txBody>
          <a:bodyPr wrap="square" rtlCol="0">
            <a:spAutoFit/>
          </a:bodyPr>
          <a:lstStyle/>
          <a:p>
            <a:pPr algn="ctr"/>
            <a:r>
              <a:rPr lang="en-US" sz="4400" dirty="0"/>
              <a:t>20%</a:t>
            </a:r>
          </a:p>
          <a:p>
            <a:pPr algn="ctr"/>
            <a:r>
              <a:rPr lang="en-US" dirty="0"/>
              <a:t>Customer Satisfaction Score</a:t>
            </a:r>
          </a:p>
        </p:txBody>
      </p:sp>
      <p:graphicFrame>
        <p:nvGraphicFramePr>
          <p:cNvPr id="5" name="Diagram 4">
            <a:extLst>
              <a:ext uri="{FF2B5EF4-FFF2-40B4-BE49-F238E27FC236}">
                <a16:creationId xmlns:a16="http://schemas.microsoft.com/office/drawing/2014/main" id="{0A9BB181-CA0F-CEF1-6FED-5ADB02CBDB86}"/>
              </a:ext>
            </a:extLst>
          </p:cNvPr>
          <p:cNvGraphicFramePr/>
          <p:nvPr>
            <p:extLst>
              <p:ext uri="{D42A27DB-BD31-4B8C-83A1-F6EECF244321}">
                <p14:modId xmlns:p14="http://schemas.microsoft.com/office/powerpoint/2010/main" val="1329459196"/>
              </p:ext>
            </p:extLst>
          </p:nvPr>
        </p:nvGraphicFramePr>
        <p:xfrm>
          <a:off x="1630346" y="3992597"/>
          <a:ext cx="4334226" cy="18959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Arrow: Down 5">
            <a:extLst>
              <a:ext uri="{FF2B5EF4-FFF2-40B4-BE49-F238E27FC236}">
                <a16:creationId xmlns:a16="http://schemas.microsoft.com/office/drawing/2014/main" id="{F8677D45-5FFC-259B-89A4-0368E0B76E4C}"/>
              </a:ext>
            </a:extLst>
          </p:cNvPr>
          <p:cNvSpPr/>
          <p:nvPr/>
        </p:nvSpPr>
        <p:spPr>
          <a:xfrm rot="10800000">
            <a:off x="2228623" y="2351763"/>
            <a:ext cx="558299" cy="832064"/>
          </a:xfrm>
          <a:prstGeom prst="downArrow">
            <a:avLst/>
          </a:prstGeom>
          <a:solidFill>
            <a:schemeClr val="tx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301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C91D9-37E6-6D09-9AF4-0A7930C9E8D0}"/>
              </a:ext>
            </a:extLst>
          </p:cNvPr>
          <p:cNvSpPr>
            <a:spLocks noGrp="1"/>
          </p:cNvSpPr>
          <p:nvPr>
            <p:ph type="title"/>
          </p:nvPr>
        </p:nvSpPr>
        <p:spPr/>
        <p:txBody>
          <a:bodyPr/>
          <a:lstStyle/>
          <a:p>
            <a:r>
              <a:rPr lang="en-US" dirty="0"/>
              <a:t>Limitations &amp; future work</a:t>
            </a:r>
          </a:p>
        </p:txBody>
      </p:sp>
      <p:graphicFrame>
        <p:nvGraphicFramePr>
          <p:cNvPr id="5" name="Diagram 4">
            <a:extLst>
              <a:ext uri="{FF2B5EF4-FFF2-40B4-BE49-F238E27FC236}">
                <a16:creationId xmlns:a16="http://schemas.microsoft.com/office/drawing/2014/main" id="{515E41B3-7A1D-6306-582E-DD6072C4A3ED}"/>
              </a:ext>
            </a:extLst>
          </p:cNvPr>
          <p:cNvGraphicFramePr/>
          <p:nvPr>
            <p:extLst>
              <p:ext uri="{D42A27DB-BD31-4B8C-83A1-F6EECF244321}">
                <p14:modId xmlns:p14="http://schemas.microsoft.com/office/powerpoint/2010/main" val="3917902451"/>
              </p:ext>
            </p:extLst>
          </p:nvPr>
        </p:nvGraphicFramePr>
        <p:xfrm>
          <a:off x="1071367" y="2368171"/>
          <a:ext cx="3953639" cy="31601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5C9514CE-D081-61A7-3B6A-C1BC457980A4}"/>
              </a:ext>
            </a:extLst>
          </p:cNvPr>
          <p:cNvGraphicFramePr/>
          <p:nvPr>
            <p:extLst>
              <p:ext uri="{D42A27DB-BD31-4B8C-83A1-F6EECF244321}">
                <p14:modId xmlns:p14="http://schemas.microsoft.com/office/powerpoint/2010/main" val="4200498311"/>
              </p:ext>
            </p:extLst>
          </p:nvPr>
        </p:nvGraphicFramePr>
        <p:xfrm>
          <a:off x="5978554" y="1622303"/>
          <a:ext cx="5917035" cy="461717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949208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5500C-5373-1726-D88A-4109F8254B2D}"/>
              </a:ext>
            </a:extLst>
          </p:cNvPr>
          <p:cNvSpPr>
            <a:spLocks noGrp="1"/>
          </p:cNvSpPr>
          <p:nvPr>
            <p:ph type="title"/>
          </p:nvPr>
        </p:nvSpPr>
        <p:spPr/>
        <p:txBody>
          <a:bodyPr/>
          <a:lstStyle/>
          <a:p>
            <a:r>
              <a:rPr lang="en-US" dirty="0"/>
              <a:t>Business recommendations</a:t>
            </a:r>
          </a:p>
        </p:txBody>
      </p:sp>
      <p:graphicFrame>
        <p:nvGraphicFramePr>
          <p:cNvPr id="3" name="Diagram 2">
            <a:extLst>
              <a:ext uri="{FF2B5EF4-FFF2-40B4-BE49-F238E27FC236}">
                <a16:creationId xmlns:a16="http://schemas.microsoft.com/office/drawing/2014/main" id="{7EDF85FB-B31B-8CA5-6D73-711B9D7C4768}"/>
              </a:ext>
            </a:extLst>
          </p:cNvPr>
          <p:cNvGraphicFramePr/>
          <p:nvPr>
            <p:extLst>
              <p:ext uri="{D42A27DB-BD31-4B8C-83A1-F6EECF244321}">
                <p14:modId xmlns:p14="http://schemas.microsoft.com/office/powerpoint/2010/main" val="2570239383"/>
              </p:ext>
            </p:extLst>
          </p:nvPr>
        </p:nvGraphicFramePr>
        <p:xfrm>
          <a:off x="2395814" y="2559056"/>
          <a:ext cx="7400371" cy="22018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29217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6875</TotalTime>
  <Words>3702</Words>
  <Application>Microsoft Office PowerPoint</Application>
  <PresentationFormat>Widescreen</PresentationFormat>
  <Paragraphs>236</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Tw Cen MT</vt:lpstr>
      <vt:lpstr>Circuit</vt:lpstr>
      <vt:lpstr>Automated Task Assignment system</vt:lpstr>
      <vt:lpstr>Problem Statement</vt:lpstr>
      <vt:lpstr>Current State Analysis &amp; Metrics</vt:lpstr>
      <vt:lpstr>Risks of Inaction</vt:lpstr>
      <vt:lpstr>Technical Solution Overview</vt:lpstr>
      <vt:lpstr>PowerPoint Presentation</vt:lpstr>
      <vt:lpstr>Data Preparation</vt:lpstr>
      <vt:lpstr>Modeling approach</vt:lpstr>
      <vt:lpstr>Application Demo</vt:lpstr>
      <vt:lpstr>Operational results &amp; impact</vt:lpstr>
      <vt:lpstr>Financial Results &amp; impact</vt:lpstr>
      <vt:lpstr>Reputational results &amp; impact</vt:lpstr>
      <vt:lpstr>Limitations &amp; future work</vt:lpstr>
      <vt:lpstr>Business 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Su-Hyun Byeon</dc:creator>
  <cp:lastModifiedBy>Sue Byeon</cp:lastModifiedBy>
  <cp:revision>10</cp:revision>
  <dcterms:created xsi:type="dcterms:W3CDTF">2025-09-26T19:00:35Z</dcterms:created>
  <dcterms:modified xsi:type="dcterms:W3CDTF">2025-11-20T05:28:42Z</dcterms:modified>
</cp:coreProperties>
</file>